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2"/>
  </p:notesMasterIdLst>
  <p:sldIdLst>
    <p:sldId id="256" r:id="rId2"/>
    <p:sldId id="257" r:id="rId3"/>
    <p:sldId id="258" r:id="rId4"/>
    <p:sldId id="259" r:id="rId5"/>
    <p:sldId id="260" r:id="rId6"/>
    <p:sldId id="261" r:id="rId7"/>
    <p:sldId id="263" r:id="rId8"/>
    <p:sldId id="384" r:id="rId9"/>
    <p:sldId id="264" r:id="rId10"/>
    <p:sldId id="262" r:id="rId11"/>
    <p:sldId id="265" r:id="rId12"/>
    <p:sldId id="266" r:id="rId13"/>
    <p:sldId id="267" r:id="rId14"/>
    <p:sldId id="268" r:id="rId15"/>
    <p:sldId id="269" r:id="rId16"/>
    <p:sldId id="385" r:id="rId17"/>
    <p:sldId id="272" r:id="rId18"/>
    <p:sldId id="404" r:id="rId19"/>
    <p:sldId id="273" r:id="rId20"/>
    <p:sldId id="274" r:id="rId21"/>
    <p:sldId id="275" r:id="rId22"/>
    <p:sldId id="276" r:id="rId23"/>
    <p:sldId id="277" r:id="rId24"/>
    <p:sldId id="397" r:id="rId25"/>
    <p:sldId id="403" r:id="rId26"/>
    <p:sldId id="280" r:id="rId27"/>
    <p:sldId id="281" r:id="rId28"/>
    <p:sldId id="283" r:id="rId29"/>
    <p:sldId id="405" r:id="rId30"/>
    <p:sldId id="285" r:id="rId31"/>
    <p:sldId id="286" r:id="rId32"/>
    <p:sldId id="287" r:id="rId33"/>
    <p:sldId id="288" r:id="rId34"/>
    <p:sldId id="289" r:id="rId35"/>
    <p:sldId id="406" r:id="rId36"/>
    <p:sldId id="290" r:id="rId37"/>
    <p:sldId id="291" r:id="rId38"/>
    <p:sldId id="292" r:id="rId39"/>
    <p:sldId id="293" r:id="rId40"/>
    <p:sldId id="295" r:id="rId41"/>
    <p:sldId id="296" r:id="rId42"/>
    <p:sldId id="407" r:id="rId43"/>
    <p:sldId id="297" r:id="rId44"/>
    <p:sldId id="298" r:id="rId45"/>
    <p:sldId id="437" r:id="rId46"/>
    <p:sldId id="299" r:id="rId47"/>
    <p:sldId id="300" r:id="rId48"/>
    <p:sldId id="301" r:id="rId49"/>
    <p:sldId id="302" r:id="rId50"/>
    <p:sldId id="303" r:id="rId51"/>
    <p:sldId id="435" r:id="rId52"/>
    <p:sldId id="436" r:id="rId53"/>
    <p:sldId id="380" r:id="rId54"/>
    <p:sldId id="438" r:id="rId55"/>
    <p:sldId id="305" r:id="rId56"/>
    <p:sldId id="306" r:id="rId57"/>
    <p:sldId id="307" r:id="rId58"/>
    <p:sldId id="314" r:id="rId59"/>
    <p:sldId id="315" r:id="rId60"/>
    <p:sldId id="439" r:id="rId61"/>
    <p:sldId id="4104" r:id="rId62"/>
    <p:sldId id="4107" r:id="rId63"/>
    <p:sldId id="4106" r:id="rId64"/>
    <p:sldId id="4108" r:id="rId65"/>
    <p:sldId id="4105" r:id="rId66"/>
    <p:sldId id="4141" r:id="rId67"/>
    <p:sldId id="4109" r:id="rId68"/>
    <p:sldId id="2334" r:id="rId69"/>
    <p:sldId id="317" r:id="rId70"/>
    <p:sldId id="4132" r:id="rId71"/>
    <p:sldId id="4142" r:id="rId72"/>
    <p:sldId id="318" r:id="rId73"/>
    <p:sldId id="323" r:id="rId74"/>
    <p:sldId id="4144" r:id="rId75"/>
    <p:sldId id="4143" r:id="rId76"/>
    <p:sldId id="4113" r:id="rId77"/>
    <p:sldId id="325" r:id="rId78"/>
    <p:sldId id="4145" r:id="rId79"/>
    <p:sldId id="326" r:id="rId80"/>
    <p:sldId id="327" r:id="rId81"/>
    <p:sldId id="328" r:id="rId82"/>
    <p:sldId id="381" r:id="rId83"/>
    <p:sldId id="330" r:id="rId84"/>
    <p:sldId id="331" r:id="rId85"/>
    <p:sldId id="332" r:id="rId86"/>
    <p:sldId id="333"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83" r:id="rId104"/>
    <p:sldId id="351" r:id="rId105"/>
    <p:sldId id="352" r:id="rId106"/>
    <p:sldId id="353" r:id="rId107"/>
    <p:sldId id="379" r:id="rId108"/>
    <p:sldId id="354" r:id="rId109"/>
    <p:sldId id="355" r:id="rId110"/>
    <p:sldId id="356" r:id="rId111"/>
    <p:sldId id="357" r:id="rId112"/>
    <p:sldId id="358" r:id="rId113"/>
    <p:sldId id="359" r:id="rId114"/>
    <p:sldId id="360" r:id="rId115"/>
    <p:sldId id="361" r:id="rId116"/>
    <p:sldId id="362" r:id="rId117"/>
    <p:sldId id="363" r:id="rId118"/>
    <p:sldId id="364" r:id="rId119"/>
    <p:sldId id="382" r:id="rId120"/>
    <p:sldId id="365" r:id="rId121"/>
    <p:sldId id="366" r:id="rId122"/>
    <p:sldId id="367" r:id="rId123"/>
    <p:sldId id="368" r:id="rId124"/>
    <p:sldId id="369" r:id="rId125"/>
    <p:sldId id="370" r:id="rId126"/>
    <p:sldId id="371" r:id="rId127"/>
    <p:sldId id="372" r:id="rId128"/>
    <p:sldId id="373" r:id="rId129"/>
    <p:sldId id="374" r:id="rId130"/>
    <p:sldId id="4146" r:id="rId1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5276"/>
    <a:srgbClr val="DBE4EE"/>
    <a:srgbClr val="1E8449"/>
    <a:srgbClr val="E8F8F0"/>
    <a:srgbClr val="AB5B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41906B-EB71-4371-B698-2479CAEC21BB}" v="5" dt="2026-06-01T03:46:42.223"/>
    <p1510:client id="{8BD3B8B3-1753-42F1-A595-4F0FE2A868EC}" v="4" dt="2026-06-01T06:16:27.3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9" autoAdjust="0"/>
    <p:restoredTop sz="94610"/>
  </p:normalViewPr>
  <p:slideViewPr>
    <p:cSldViewPr snapToGrid="0" snapToObjects="1">
      <p:cViewPr varScale="1">
        <p:scale>
          <a:sx n="72" d="100"/>
          <a:sy n="72" d="100"/>
        </p:scale>
        <p:origin x="90" y="8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notesMaster" Target="notesMasters/notesMaster1.xml"/><Relationship Id="rId133" Type="http://schemas.openxmlformats.org/officeDocument/2006/relationships/presProps" Target="presProps.xml"/><Relationship Id="rId134" Type="http://schemas.openxmlformats.org/officeDocument/2006/relationships/viewProps" Target="viewProps.xml"/><Relationship Id="rId135" Type="http://schemas.openxmlformats.org/officeDocument/2006/relationships/theme" Target="theme/theme1.xml"/><Relationship Id="rId136" Type="http://schemas.openxmlformats.org/officeDocument/2006/relationships/tableStyles" Target="tableStyles.xml"/><Relationship Id="rId137" Type="http://schemas.microsoft.com/office/2016/11/relationships/changesInfo" Target="changesInfos/changesInfo1.xml"/><Relationship Id="rId13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松川 岳久" userId="d79c3d20-a060-4dfd-b135-b1c4226336af" providerId="ADAL" clId="{F9FFB3E8-DE2E-4685-B669-4E4FAF868C9E}"/>
    <pc:docChg chg="undo custSel addSld delSld modSld sldOrd">
      <pc:chgData name="松川 岳久" userId="d79c3d20-a060-4dfd-b135-b1c4226336af" providerId="ADAL" clId="{F9FFB3E8-DE2E-4685-B669-4E4FAF868C9E}" dt="2026-06-01T06:25:38.470" v="5545"/>
      <pc:docMkLst>
        <pc:docMk/>
      </pc:docMkLst>
      <pc:sldChg chg="modSp mod">
        <pc:chgData name="松川 岳久" userId="d79c3d20-a060-4dfd-b135-b1c4226336af" providerId="ADAL" clId="{F9FFB3E8-DE2E-4685-B669-4E4FAF868C9E}" dt="2026-05-27T05:32:06.948" v="3980" actId="207"/>
        <pc:sldMkLst>
          <pc:docMk/>
          <pc:sldMk cId="0" sldId="256"/>
        </pc:sldMkLst>
        <pc:spChg chg="mod">
          <ac:chgData name="松川 岳久" userId="d79c3d20-a060-4dfd-b135-b1c4226336af" providerId="ADAL" clId="{F9FFB3E8-DE2E-4685-B669-4E4FAF868C9E}" dt="2026-05-27T05:32:06.948" v="3980" actId="207"/>
          <ac:spMkLst>
            <pc:docMk/>
            <pc:sldMk cId="0" sldId="256"/>
            <ac:spMk id="3" creationId="{00000000-0000-0000-0000-000000000000}"/>
          </ac:spMkLst>
        </pc:spChg>
      </pc:sldChg>
      <pc:sldChg chg="modSp mod">
        <pc:chgData name="松川 岳久" userId="d79c3d20-a060-4dfd-b135-b1c4226336af" providerId="ADAL" clId="{F9FFB3E8-DE2E-4685-B669-4E4FAF868C9E}" dt="2026-05-22T01:24:33.743" v="62" actId="1076"/>
        <pc:sldMkLst>
          <pc:docMk/>
          <pc:sldMk cId="0" sldId="257"/>
        </pc:sldMkLst>
        <pc:spChg chg="mod">
          <ac:chgData name="松川 岳久" userId="d79c3d20-a060-4dfd-b135-b1c4226336af" providerId="ADAL" clId="{F9FFB3E8-DE2E-4685-B669-4E4FAF868C9E}" dt="2026-05-22T01:23:32.086" v="24" actId="20577"/>
          <ac:spMkLst>
            <pc:docMk/>
            <pc:sldMk cId="0" sldId="257"/>
            <ac:spMk id="4" creationId="{00000000-0000-0000-0000-000000000000}"/>
          </ac:spMkLst>
        </pc:spChg>
        <pc:spChg chg="mod">
          <ac:chgData name="松川 岳久" userId="d79c3d20-a060-4dfd-b135-b1c4226336af" providerId="ADAL" clId="{F9FFB3E8-DE2E-4685-B669-4E4FAF868C9E}" dt="2026-05-22T01:23:30.563" v="23" actId="1076"/>
          <ac:spMkLst>
            <pc:docMk/>
            <pc:sldMk cId="0" sldId="257"/>
            <ac:spMk id="5" creationId="{00000000-0000-0000-0000-000000000000}"/>
          </ac:spMkLst>
        </pc:spChg>
        <pc:spChg chg="mod">
          <ac:chgData name="松川 岳久" userId="d79c3d20-a060-4dfd-b135-b1c4226336af" providerId="ADAL" clId="{F9FFB3E8-DE2E-4685-B669-4E4FAF868C9E}" dt="2026-05-22T01:23:41.223" v="28" actId="1076"/>
          <ac:spMkLst>
            <pc:docMk/>
            <pc:sldMk cId="0" sldId="257"/>
            <ac:spMk id="6" creationId="{00000000-0000-0000-0000-000000000000}"/>
          </ac:spMkLst>
        </pc:spChg>
        <pc:spChg chg="mod">
          <ac:chgData name="松川 岳久" userId="d79c3d20-a060-4dfd-b135-b1c4226336af" providerId="ADAL" clId="{F9FFB3E8-DE2E-4685-B669-4E4FAF868C9E}" dt="2026-05-22T01:23:53.977" v="34" actId="1076"/>
          <ac:spMkLst>
            <pc:docMk/>
            <pc:sldMk cId="0" sldId="257"/>
            <ac:spMk id="8" creationId="{00000000-0000-0000-0000-000000000000}"/>
          </ac:spMkLst>
        </pc:spChg>
        <pc:spChg chg="mod">
          <ac:chgData name="松川 岳久" userId="d79c3d20-a060-4dfd-b135-b1c4226336af" providerId="ADAL" clId="{F9FFB3E8-DE2E-4685-B669-4E4FAF868C9E}" dt="2026-05-22T01:23:44.257" v="29" actId="1076"/>
          <ac:spMkLst>
            <pc:docMk/>
            <pc:sldMk cId="0" sldId="257"/>
            <ac:spMk id="9" creationId="{00000000-0000-0000-0000-000000000000}"/>
          </ac:spMkLst>
        </pc:spChg>
        <pc:spChg chg="mod">
          <ac:chgData name="松川 岳久" userId="d79c3d20-a060-4dfd-b135-b1c4226336af" providerId="ADAL" clId="{F9FFB3E8-DE2E-4685-B669-4E4FAF868C9E}" dt="2026-05-22T01:24:00.364" v="36" actId="1076"/>
          <ac:spMkLst>
            <pc:docMk/>
            <pc:sldMk cId="0" sldId="257"/>
            <ac:spMk id="10" creationId="{00000000-0000-0000-0000-000000000000}"/>
          </ac:spMkLst>
        </pc:spChg>
        <pc:spChg chg="mod">
          <ac:chgData name="松川 岳久" userId="d79c3d20-a060-4dfd-b135-b1c4226336af" providerId="ADAL" clId="{F9FFB3E8-DE2E-4685-B669-4E4FAF868C9E}" dt="2026-05-22T01:24:29.385" v="61" actId="403"/>
          <ac:spMkLst>
            <pc:docMk/>
            <pc:sldMk cId="0" sldId="257"/>
            <ac:spMk id="12" creationId="{00000000-0000-0000-0000-000000000000}"/>
          </ac:spMkLst>
        </pc:spChg>
        <pc:spChg chg="mod">
          <ac:chgData name="松川 岳久" userId="d79c3d20-a060-4dfd-b135-b1c4226336af" providerId="ADAL" clId="{F9FFB3E8-DE2E-4685-B669-4E4FAF868C9E}" dt="2026-05-22T01:24:33.743" v="62" actId="1076"/>
          <ac:spMkLst>
            <pc:docMk/>
            <pc:sldMk cId="0" sldId="257"/>
            <ac:spMk id="13" creationId="{00000000-0000-0000-0000-000000000000}"/>
          </ac:spMkLst>
        </pc:spChg>
      </pc:sldChg>
      <pc:sldChg chg="modSp mod">
        <pc:chgData name="松川 岳久" userId="d79c3d20-a060-4dfd-b135-b1c4226336af" providerId="ADAL" clId="{F9FFB3E8-DE2E-4685-B669-4E4FAF868C9E}" dt="2026-05-20T06:47:48.337" v="14" actId="403"/>
        <pc:sldMkLst>
          <pc:docMk/>
          <pc:sldMk cId="0" sldId="258"/>
        </pc:sldMkLst>
        <pc:spChg chg="mod">
          <ac:chgData name="松川 岳久" userId="d79c3d20-a060-4dfd-b135-b1c4226336af" providerId="ADAL" clId="{F9FFB3E8-DE2E-4685-B669-4E4FAF868C9E}" dt="2026-05-20T06:47:30.883" v="8" actId="403"/>
          <ac:spMkLst>
            <pc:docMk/>
            <pc:sldMk cId="0" sldId="258"/>
            <ac:spMk id="6" creationId="{00000000-0000-0000-0000-000000000000}"/>
          </ac:spMkLst>
        </pc:spChg>
        <pc:spChg chg="mod">
          <ac:chgData name="松川 岳久" userId="d79c3d20-a060-4dfd-b135-b1c4226336af" providerId="ADAL" clId="{F9FFB3E8-DE2E-4685-B669-4E4FAF868C9E}" dt="2026-05-20T06:47:30.883" v="8" actId="403"/>
          <ac:spMkLst>
            <pc:docMk/>
            <pc:sldMk cId="0" sldId="258"/>
            <ac:spMk id="7" creationId="{00000000-0000-0000-0000-000000000000}"/>
          </ac:spMkLst>
        </pc:spChg>
        <pc:spChg chg="mod">
          <ac:chgData name="松川 岳久" userId="d79c3d20-a060-4dfd-b135-b1c4226336af" providerId="ADAL" clId="{F9FFB3E8-DE2E-4685-B669-4E4FAF868C9E}" dt="2026-05-20T06:47:30.883" v="8" actId="403"/>
          <ac:spMkLst>
            <pc:docMk/>
            <pc:sldMk cId="0" sldId="258"/>
            <ac:spMk id="8" creationId="{00000000-0000-0000-0000-000000000000}"/>
          </ac:spMkLst>
        </pc:spChg>
        <pc:spChg chg="mod">
          <ac:chgData name="松川 岳久" userId="d79c3d20-a060-4dfd-b135-b1c4226336af" providerId="ADAL" clId="{F9FFB3E8-DE2E-4685-B669-4E4FAF868C9E}" dt="2026-05-20T06:47:36.081" v="10" actId="403"/>
          <ac:spMkLst>
            <pc:docMk/>
            <pc:sldMk cId="0" sldId="258"/>
            <ac:spMk id="10" creationId="{00000000-0000-0000-0000-000000000000}"/>
          </ac:spMkLst>
        </pc:spChg>
        <pc:spChg chg="mod">
          <ac:chgData name="松川 岳久" userId="d79c3d20-a060-4dfd-b135-b1c4226336af" providerId="ADAL" clId="{F9FFB3E8-DE2E-4685-B669-4E4FAF868C9E}" dt="2026-05-20T06:47:30.883" v="8" actId="403"/>
          <ac:spMkLst>
            <pc:docMk/>
            <pc:sldMk cId="0" sldId="258"/>
            <ac:spMk id="11" creationId="{00000000-0000-0000-0000-000000000000}"/>
          </ac:spMkLst>
        </pc:spChg>
        <pc:spChg chg="mod">
          <ac:chgData name="松川 岳久" userId="d79c3d20-a060-4dfd-b135-b1c4226336af" providerId="ADAL" clId="{F9FFB3E8-DE2E-4685-B669-4E4FAF868C9E}" dt="2026-05-20T06:47:21.705" v="5" actId="207"/>
          <ac:spMkLst>
            <pc:docMk/>
            <pc:sldMk cId="0" sldId="258"/>
            <ac:spMk id="12" creationId="{00000000-0000-0000-0000-000000000000}"/>
          </ac:spMkLst>
        </pc:spChg>
        <pc:spChg chg="mod">
          <ac:chgData name="松川 岳久" userId="d79c3d20-a060-4dfd-b135-b1c4226336af" providerId="ADAL" clId="{F9FFB3E8-DE2E-4685-B669-4E4FAF868C9E}" dt="2026-05-20T06:47:30.883" v="8" actId="403"/>
          <ac:spMkLst>
            <pc:docMk/>
            <pc:sldMk cId="0" sldId="258"/>
            <ac:spMk id="14" creationId="{00000000-0000-0000-0000-000000000000}"/>
          </ac:spMkLst>
        </pc:spChg>
        <pc:spChg chg="mod">
          <ac:chgData name="松川 岳久" userId="d79c3d20-a060-4dfd-b135-b1c4226336af" providerId="ADAL" clId="{F9FFB3E8-DE2E-4685-B669-4E4FAF868C9E}" dt="2026-05-20T06:47:30.883" v="8" actId="403"/>
          <ac:spMkLst>
            <pc:docMk/>
            <pc:sldMk cId="0" sldId="258"/>
            <ac:spMk id="15" creationId="{00000000-0000-0000-0000-000000000000}"/>
          </ac:spMkLst>
        </pc:spChg>
        <pc:spChg chg="mod">
          <ac:chgData name="松川 岳久" userId="d79c3d20-a060-4dfd-b135-b1c4226336af" providerId="ADAL" clId="{F9FFB3E8-DE2E-4685-B669-4E4FAF868C9E}" dt="2026-05-20T06:47:43.872" v="11" actId="14100"/>
          <ac:spMkLst>
            <pc:docMk/>
            <pc:sldMk cId="0" sldId="258"/>
            <ac:spMk id="16" creationId="{00000000-0000-0000-0000-000000000000}"/>
          </ac:spMkLst>
        </pc:spChg>
        <pc:spChg chg="mod">
          <ac:chgData name="松川 岳久" userId="d79c3d20-a060-4dfd-b135-b1c4226336af" providerId="ADAL" clId="{F9FFB3E8-DE2E-4685-B669-4E4FAF868C9E}" dt="2026-05-20T06:47:48.337" v="14" actId="403"/>
          <ac:spMkLst>
            <pc:docMk/>
            <pc:sldMk cId="0" sldId="258"/>
            <ac:spMk id="19" creationId="{00000000-0000-0000-0000-000000000000}"/>
          </ac:spMkLst>
        </pc:spChg>
      </pc:sldChg>
      <pc:sldChg chg="modSp mod">
        <pc:chgData name="松川 岳久" userId="d79c3d20-a060-4dfd-b135-b1c4226336af" providerId="ADAL" clId="{F9FFB3E8-DE2E-4685-B669-4E4FAF868C9E}" dt="2026-06-01T06:03:05.543" v="5207"/>
        <pc:sldMkLst>
          <pc:docMk/>
          <pc:sldMk cId="0" sldId="259"/>
        </pc:sldMkLst>
        <pc:spChg chg="mod">
          <ac:chgData name="松川 岳久" userId="d79c3d20-a060-4dfd-b135-b1c4226336af" providerId="ADAL" clId="{F9FFB3E8-DE2E-4685-B669-4E4FAF868C9E}" dt="2026-05-22T01:30:09.647" v="160" actId="14100"/>
          <ac:spMkLst>
            <pc:docMk/>
            <pc:sldMk cId="0" sldId="259"/>
            <ac:spMk id="2" creationId="{00000000-0000-0000-0000-000000000000}"/>
          </ac:spMkLst>
        </pc:spChg>
        <pc:spChg chg="mod">
          <ac:chgData name="松川 岳久" userId="d79c3d20-a060-4dfd-b135-b1c4226336af" providerId="ADAL" clId="{F9FFB3E8-DE2E-4685-B669-4E4FAF868C9E}" dt="2026-05-22T01:30:03.039" v="159" actId="403"/>
          <ac:spMkLst>
            <pc:docMk/>
            <pc:sldMk cId="0" sldId="259"/>
            <ac:spMk id="12" creationId="{00000000-0000-0000-0000-000000000000}"/>
          </ac:spMkLst>
        </pc:spChg>
        <pc:spChg chg="mod">
          <ac:chgData name="松川 岳久" userId="d79c3d20-a060-4dfd-b135-b1c4226336af" providerId="ADAL" clId="{F9FFB3E8-DE2E-4685-B669-4E4FAF868C9E}" dt="2026-05-22T01:30:15.125" v="161" actId="14100"/>
          <ac:spMkLst>
            <pc:docMk/>
            <pc:sldMk cId="0" sldId="259"/>
            <ac:spMk id="14" creationId="{00000000-0000-0000-0000-000000000000}"/>
          </ac:spMkLst>
        </pc:spChg>
        <pc:spChg chg="mod">
          <ac:chgData name="松川 岳久" userId="d79c3d20-a060-4dfd-b135-b1c4226336af" providerId="ADAL" clId="{F9FFB3E8-DE2E-4685-B669-4E4FAF868C9E}" dt="2026-05-22T01:30:03.039" v="159" actId="403"/>
          <ac:spMkLst>
            <pc:docMk/>
            <pc:sldMk cId="0" sldId="259"/>
            <ac:spMk id="16" creationId="{00000000-0000-0000-0000-000000000000}"/>
          </ac:spMkLst>
        </pc:spChg>
        <pc:spChg chg="mod">
          <ac:chgData name="松川 岳久" userId="d79c3d20-a060-4dfd-b135-b1c4226336af" providerId="ADAL" clId="{F9FFB3E8-DE2E-4685-B669-4E4FAF868C9E}" dt="2026-05-22T01:30:03.039" v="159" actId="403"/>
          <ac:spMkLst>
            <pc:docMk/>
            <pc:sldMk cId="0" sldId="259"/>
            <ac:spMk id="25" creationId="{00000000-0000-0000-0000-000000000000}"/>
          </ac:spMkLst>
        </pc:spChg>
        <pc:spChg chg="mod">
          <ac:chgData name="松川 岳久" userId="d79c3d20-a060-4dfd-b135-b1c4226336af" providerId="ADAL" clId="{F9FFB3E8-DE2E-4685-B669-4E4FAF868C9E}" dt="2026-05-22T01:30:03.039" v="159" actId="403"/>
          <ac:spMkLst>
            <pc:docMk/>
            <pc:sldMk cId="0" sldId="259"/>
            <ac:spMk id="35" creationId="{00000000-0000-0000-0000-000000000000}"/>
          </ac:spMkLst>
        </pc:spChg>
        <pc:spChg chg="mod">
          <ac:chgData name="松川 岳久" userId="d79c3d20-a060-4dfd-b135-b1c4226336af" providerId="ADAL" clId="{F9FFB3E8-DE2E-4685-B669-4E4FAF868C9E}" dt="2026-05-22T01:30:03.039" v="159" actId="403"/>
          <ac:spMkLst>
            <pc:docMk/>
            <pc:sldMk cId="0" sldId="259"/>
            <ac:spMk id="38" creationId="{00000000-0000-0000-0000-000000000000}"/>
          </ac:spMkLst>
        </pc:spChg>
        <pc:spChg chg="mod">
          <ac:chgData name="松川 岳久" userId="d79c3d20-a060-4dfd-b135-b1c4226336af" providerId="ADAL" clId="{F9FFB3E8-DE2E-4685-B669-4E4FAF868C9E}" dt="2026-05-22T01:30:03.039" v="159" actId="403"/>
          <ac:spMkLst>
            <pc:docMk/>
            <pc:sldMk cId="0" sldId="259"/>
            <ac:spMk id="40" creationId="{00000000-0000-0000-0000-000000000000}"/>
          </ac:spMkLst>
        </pc:spChg>
        <pc:spChg chg="mod">
          <ac:chgData name="松川 岳久" userId="d79c3d20-a060-4dfd-b135-b1c4226336af" providerId="ADAL" clId="{F9FFB3E8-DE2E-4685-B669-4E4FAF868C9E}" dt="2026-05-22T01:30:03.039" v="159" actId="403"/>
          <ac:spMkLst>
            <pc:docMk/>
            <pc:sldMk cId="0" sldId="259"/>
            <ac:spMk id="43" creationId="{00000000-0000-0000-0000-000000000000}"/>
          </ac:spMkLst>
        </pc:spChg>
        <pc:spChg chg="mod">
          <ac:chgData name="松川 岳久" userId="d79c3d20-a060-4dfd-b135-b1c4226336af" providerId="ADAL" clId="{F9FFB3E8-DE2E-4685-B669-4E4FAF868C9E}" dt="2026-05-22T01:30:03.039" v="159" actId="403"/>
          <ac:spMkLst>
            <pc:docMk/>
            <pc:sldMk cId="0" sldId="259"/>
            <ac:spMk id="60" creationId="{00000000-0000-0000-0000-000000000000}"/>
          </ac:spMkLst>
        </pc:spChg>
        <pc:spChg chg="mod">
          <ac:chgData name="松川 岳久" userId="d79c3d20-a060-4dfd-b135-b1c4226336af" providerId="ADAL" clId="{F9FFB3E8-DE2E-4685-B669-4E4FAF868C9E}" dt="2026-05-22T01:30:03.039" v="159" actId="403"/>
          <ac:spMkLst>
            <pc:docMk/>
            <pc:sldMk cId="0" sldId="259"/>
            <ac:spMk id="66" creationId="{00000000-0000-0000-0000-000000000000}"/>
          </ac:spMkLst>
        </pc:spChg>
        <pc:spChg chg="mod">
          <ac:chgData name="松川 岳久" userId="d79c3d20-a060-4dfd-b135-b1c4226336af" providerId="ADAL" clId="{F9FFB3E8-DE2E-4685-B669-4E4FAF868C9E}" dt="2026-05-22T01:30:03.039" v="159" actId="403"/>
          <ac:spMkLst>
            <pc:docMk/>
            <pc:sldMk cId="0" sldId="259"/>
            <ac:spMk id="69" creationId="{00000000-0000-0000-0000-000000000000}"/>
          </ac:spMkLst>
        </pc:spChg>
        <pc:spChg chg="mod">
          <ac:chgData name="松川 岳久" userId="d79c3d20-a060-4dfd-b135-b1c4226336af" providerId="ADAL" clId="{F9FFB3E8-DE2E-4685-B669-4E4FAF868C9E}" dt="2026-06-01T06:03:05.543" v="5207"/>
          <ac:spMkLst>
            <pc:docMk/>
            <pc:sldMk cId="0" sldId="259"/>
            <ac:spMk id="73" creationId="{00000000-0000-0000-0000-000000000000}"/>
          </ac:spMkLst>
        </pc:spChg>
      </pc:sldChg>
      <pc:sldChg chg="addSp modSp mod">
        <pc:chgData name="松川 岳久" userId="d79c3d20-a060-4dfd-b135-b1c4226336af" providerId="ADAL" clId="{F9FFB3E8-DE2E-4685-B669-4E4FAF868C9E}" dt="2026-05-17T23:48:35.860" v="2" actId="1076"/>
        <pc:sldMkLst>
          <pc:docMk/>
          <pc:sldMk cId="0" sldId="261"/>
        </pc:sldMkLst>
        <pc:spChg chg="add mod">
          <ac:chgData name="松川 岳久" userId="d79c3d20-a060-4dfd-b135-b1c4226336af" providerId="ADAL" clId="{F9FFB3E8-DE2E-4685-B669-4E4FAF868C9E}" dt="2026-05-17T23:48:35.860" v="2" actId="1076"/>
          <ac:spMkLst>
            <pc:docMk/>
            <pc:sldMk cId="0" sldId="261"/>
            <ac:spMk id="36" creationId="{AE391603-E1C5-7EC4-7E15-3C1F0DB162B3}"/>
          </ac:spMkLst>
        </pc:spChg>
      </pc:sldChg>
      <pc:sldChg chg="addSp delSp modSp mod ord">
        <pc:chgData name="松川 岳久" userId="d79c3d20-a060-4dfd-b135-b1c4226336af" providerId="ADAL" clId="{F9FFB3E8-DE2E-4685-B669-4E4FAF868C9E}" dt="2026-05-22T02:04:28.431" v="524" actId="478"/>
        <pc:sldMkLst>
          <pc:docMk/>
          <pc:sldMk cId="0" sldId="262"/>
        </pc:sldMkLst>
        <pc:spChg chg="mod">
          <ac:chgData name="松川 岳久" userId="d79c3d20-a060-4dfd-b135-b1c4226336af" providerId="ADAL" clId="{F9FFB3E8-DE2E-4685-B669-4E4FAF868C9E}" dt="2026-05-22T01:25:28.272" v="69" actId="403"/>
          <ac:spMkLst>
            <pc:docMk/>
            <pc:sldMk cId="0" sldId="262"/>
            <ac:spMk id="6" creationId="{00000000-0000-0000-0000-000000000000}"/>
          </ac:spMkLst>
        </pc:spChg>
        <pc:spChg chg="mod">
          <ac:chgData name="松川 岳久" userId="d79c3d20-a060-4dfd-b135-b1c4226336af" providerId="ADAL" clId="{F9FFB3E8-DE2E-4685-B669-4E4FAF868C9E}" dt="2026-05-22T01:25:23.361" v="66" actId="403"/>
          <ac:spMkLst>
            <pc:docMk/>
            <pc:sldMk cId="0" sldId="262"/>
            <ac:spMk id="10" creationId="{00000000-0000-0000-0000-000000000000}"/>
          </ac:spMkLst>
        </pc:spChg>
      </pc:sldChg>
      <pc:sldChg chg="modSp mod">
        <pc:chgData name="松川 岳久" userId="d79c3d20-a060-4dfd-b135-b1c4226336af" providerId="ADAL" clId="{F9FFB3E8-DE2E-4685-B669-4E4FAF868C9E}" dt="2026-05-22T01:26:04.169" v="80" actId="1076"/>
        <pc:sldMkLst>
          <pc:docMk/>
          <pc:sldMk cId="0" sldId="263"/>
        </pc:sldMkLst>
        <pc:spChg chg="mod">
          <ac:chgData name="松川 岳久" userId="d79c3d20-a060-4dfd-b135-b1c4226336af" providerId="ADAL" clId="{F9FFB3E8-DE2E-4685-B669-4E4FAF868C9E}" dt="2026-05-22T01:25:48.465" v="72" actId="403"/>
          <ac:spMkLst>
            <pc:docMk/>
            <pc:sldMk cId="0" sldId="263"/>
            <ac:spMk id="2" creationId="{00000000-0000-0000-0000-000000000000}"/>
          </ac:spMkLst>
        </pc:spChg>
        <pc:spChg chg="mod">
          <ac:chgData name="松川 岳久" userId="d79c3d20-a060-4dfd-b135-b1c4226336af" providerId="ADAL" clId="{F9FFB3E8-DE2E-4685-B669-4E4FAF868C9E}" dt="2026-05-22T01:25:52.239" v="74" actId="403"/>
          <ac:spMkLst>
            <pc:docMk/>
            <pc:sldMk cId="0" sldId="263"/>
            <ac:spMk id="5" creationId="{00000000-0000-0000-0000-000000000000}"/>
          </ac:spMkLst>
        </pc:spChg>
        <pc:spChg chg="mod">
          <ac:chgData name="松川 岳久" userId="d79c3d20-a060-4dfd-b135-b1c4226336af" providerId="ADAL" clId="{F9FFB3E8-DE2E-4685-B669-4E4FAF868C9E}" dt="2026-05-22T01:26:04.169" v="80" actId="1076"/>
          <ac:spMkLst>
            <pc:docMk/>
            <pc:sldMk cId="0" sldId="263"/>
            <ac:spMk id="6" creationId="{00000000-0000-0000-0000-000000000000}"/>
          </ac:spMkLst>
        </pc:spChg>
      </pc:sldChg>
      <pc:sldChg chg="modSp mod">
        <pc:chgData name="松川 岳久" userId="d79c3d20-a060-4dfd-b135-b1c4226336af" providerId="ADAL" clId="{F9FFB3E8-DE2E-4685-B669-4E4FAF868C9E}" dt="2026-05-22T01:26:36.949" v="91" actId="403"/>
        <pc:sldMkLst>
          <pc:docMk/>
          <pc:sldMk cId="0" sldId="265"/>
        </pc:sldMkLst>
        <pc:spChg chg="mod">
          <ac:chgData name="松川 岳久" userId="d79c3d20-a060-4dfd-b135-b1c4226336af" providerId="ADAL" clId="{F9FFB3E8-DE2E-4685-B669-4E4FAF868C9E}" dt="2026-05-22T01:26:36.949" v="91" actId="403"/>
          <ac:spMkLst>
            <pc:docMk/>
            <pc:sldMk cId="0" sldId="265"/>
            <ac:spMk id="7" creationId="{00000000-0000-0000-0000-000000000000}"/>
          </ac:spMkLst>
        </pc:spChg>
        <pc:spChg chg="mod">
          <ac:chgData name="松川 岳久" userId="d79c3d20-a060-4dfd-b135-b1c4226336af" providerId="ADAL" clId="{F9FFB3E8-DE2E-4685-B669-4E4FAF868C9E}" dt="2026-05-22T01:26:32.602" v="89" actId="403"/>
          <ac:spMkLst>
            <pc:docMk/>
            <pc:sldMk cId="0" sldId="265"/>
            <ac:spMk id="8" creationId="{00000000-0000-0000-0000-000000000000}"/>
          </ac:spMkLst>
        </pc:spChg>
        <pc:graphicFrameChg chg="mod modGraphic">
          <ac:chgData name="松川 岳久" userId="d79c3d20-a060-4dfd-b135-b1c4226336af" providerId="ADAL" clId="{F9FFB3E8-DE2E-4685-B669-4E4FAF868C9E}" dt="2026-05-22T01:26:26.835" v="86" actId="14100"/>
          <ac:graphicFrameMkLst>
            <pc:docMk/>
            <pc:sldMk cId="0" sldId="265"/>
            <ac:graphicFrameMk id="11" creationId="{00000000-0000-0000-0000-000000000000}"/>
          </ac:graphicFrameMkLst>
        </pc:graphicFrameChg>
      </pc:sldChg>
      <pc:sldChg chg="delSp modSp mod">
        <pc:chgData name="松川 岳久" userId="d79c3d20-a060-4dfd-b135-b1c4226336af" providerId="ADAL" clId="{F9FFB3E8-DE2E-4685-B669-4E4FAF868C9E}" dt="2026-05-22T01:32:32.833" v="205" actId="1076"/>
        <pc:sldMkLst>
          <pc:docMk/>
          <pc:sldMk cId="0" sldId="266"/>
        </pc:sldMkLst>
        <pc:spChg chg="mod">
          <ac:chgData name="松川 岳久" userId="d79c3d20-a060-4dfd-b135-b1c4226336af" providerId="ADAL" clId="{F9FFB3E8-DE2E-4685-B669-4E4FAF868C9E}" dt="2026-05-22T01:32:32.833" v="205" actId="1076"/>
          <ac:spMkLst>
            <pc:docMk/>
            <pc:sldMk cId="0" sldId="266"/>
            <ac:spMk id="5" creationId="{00000000-0000-0000-0000-000000000000}"/>
          </ac:spMkLst>
        </pc:spChg>
        <pc:spChg chg="mod">
          <ac:chgData name="松川 岳久" userId="d79c3d20-a060-4dfd-b135-b1c4226336af" providerId="ADAL" clId="{F9FFB3E8-DE2E-4685-B669-4E4FAF868C9E}" dt="2026-05-22T01:26:52.404" v="97" actId="1076"/>
          <ac:spMkLst>
            <pc:docMk/>
            <pc:sldMk cId="0" sldId="266"/>
            <ac:spMk id="8" creationId="{00000000-0000-0000-0000-000000000000}"/>
          </ac:spMkLst>
        </pc:spChg>
        <pc:spChg chg="mod">
          <ac:chgData name="松川 岳久" userId="d79c3d20-a060-4dfd-b135-b1c4226336af" providerId="ADAL" clId="{F9FFB3E8-DE2E-4685-B669-4E4FAF868C9E}" dt="2026-05-22T01:26:55.951" v="98" actId="1076"/>
          <ac:spMkLst>
            <pc:docMk/>
            <pc:sldMk cId="0" sldId="266"/>
            <ac:spMk id="9" creationId="{00000000-0000-0000-0000-000000000000}"/>
          </ac:spMkLst>
        </pc:spChg>
        <pc:spChg chg="mod">
          <ac:chgData name="松川 岳久" userId="d79c3d20-a060-4dfd-b135-b1c4226336af" providerId="ADAL" clId="{F9FFB3E8-DE2E-4685-B669-4E4FAF868C9E}" dt="2026-05-22T01:27:08.721" v="110" actId="403"/>
          <ac:spMkLst>
            <pc:docMk/>
            <pc:sldMk cId="0" sldId="266"/>
            <ac:spMk id="10" creationId="{00000000-0000-0000-0000-000000000000}"/>
          </ac:spMkLst>
        </pc:spChg>
        <pc:spChg chg="mod">
          <ac:chgData name="松川 岳久" userId="d79c3d20-a060-4dfd-b135-b1c4226336af" providerId="ADAL" clId="{F9FFB3E8-DE2E-4685-B669-4E4FAF868C9E}" dt="2026-05-22T01:27:02.483" v="103" actId="403"/>
          <ac:spMkLst>
            <pc:docMk/>
            <pc:sldMk cId="0" sldId="266"/>
            <ac:spMk id="11" creationId="{00000000-0000-0000-0000-000000000000}"/>
          </ac:spMkLst>
        </pc:spChg>
        <pc:graphicFrameChg chg="mod modGraphic">
          <ac:chgData name="松川 岳久" userId="d79c3d20-a060-4dfd-b135-b1c4226336af" providerId="ADAL" clId="{F9FFB3E8-DE2E-4685-B669-4E4FAF868C9E}" dt="2026-05-22T01:32:29.379" v="204" actId="14100"/>
          <ac:graphicFrameMkLst>
            <pc:docMk/>
            <pc:sldMk cId="0" sldId="266"/>
            <ac:graphicFrameMk id="12" creationId="{00000000-0000-0000-0000-000000000000}"/>
          </ac:graphicFrameMkLst>
        </pc:graphicFrameChg>
        <pc:picChg chg="mod">
          <ac:chgData name="松川 岳久" userId="d79c3d20-a060-4dfd-b135-b1c4226336af" providerId="ADAL" clId="{F9FFB3E8-DE2E-4685-B669-4E4FAF868C9E}" dt="2026-05-22T01:27:26.505" v="116" actId="1076"/>
          <ac:picMkLst>
            <pc:docMk/>
            <pc:sldMk cId="0" sldId="266"/>
            <ac:picMk id="6" creationId="{00000000-0000-0000-0000-000000000000}"/>
          </ac:picMkLst>
        </pc:picChg>
      </pc:sldChg>
      <pc:sldChg chg="modSp mod">
        <pc:chgData name="松川 岳久" userId="d79c3d20-a060-4dfd-b135-b1c4226336af" providerId="ADAL" clId="{F9FFB3E8-DE2E-4685-B669-4E4FAF868C9E}" dt="2026-05-22T01:28:41.138" v="150" actId="1076"/>
        <pc:sldMkLst>
          <pc:docMk/>
          <pc:sldMk cId="0" sldId="267"/>
        </pc:sldMkLst>
        <pc:spChg chg="mod">
          <ac:chgData name="松川 岳久" userId="d79c3d20-a060-4dfd-b135-b1c4226336af" providerId="ADAL" clId="{F9FFB3E8-DE2E-4685-B669-4E4FAF868C9E}" dt="2026-05-22T01:28:41.138" v="150" actId="1076"/>
          <ac:spMkLst>
            <pc:docMk/>
            <pc:sldMk cId="0" sldId="267"/>
            <ac:spMk id="5" creationId="{00000000-0000-0000-0000-000000000000}"/>
          </ac:spMkLst>
        </pc:spChg>
        <pc:spChg chg="mod">
          <ac:chgData name="松川 岳久" userId="d79c3d20-a060-4dfd-b135-b1c4226336af" providerId="ADAL" clId="{F9FFB3E8-DE2E-4685-B669-4E4FAF868C9E}" dt="2026-05-22T01:27:54.163" v="124" actId="1076"/>
          <ac:spMkLst>
            <pc:docMk/>
            <pc:sldMk cId="0" sldId="267"/>
            <ac:spMk id="6" creationId="{00000000-0000-0000-0000-000000000000}"/>
          </ac:spMkLst>
        </pc:spChg>
        <pc:spChg chg="mod">
          <ac:chgData name="松川 岳久" userId="d79c3d20-a060-4dfd-b135-b1c4226336af" providerId="ADAL" clId="{F9FFB3E8-DE2E-4685-B669-4E4FAF868C9E}" dt="2026-05-22T01:27:58.301" v="125" actId="403"/>
          <ac:spMkLst>
            <pc:docMk/>
            <pc:sldMk cId="0" sldId="267"/>
            <ac:spMk id="7" creationId="{00000000-0000-0000-0000-000000000000}"/>
          </ac:spMkLst>
        </pc:spChg>
        <pc:spChg chg="mod">
          <ac:chgData name="松川 岳久" userId="d79c3d20-a060-4dfd-b135-b1c4226336af" providerId="ADAL" clId="{F9FFB3E8-DE2E-4685-B669-4E4FAF868C9E}" dt="2026-05-22T01:28:19.405" v="136" actId="1076"/>
          <ac:spMkLst>
            <pc:docMk/>
            <pc:sldMk cId="0" sldId="267"/>
            <ac:spMk id="9" creationId="{00000000-0000-0000-0000-000000000000}"/>
          </ac:spMkLst>
        </pc:spChg>
        <pc:spChg chg="mod">
          <ac:chgData name="松川 岳久" userId="d79c3d20-a060-4dfd-b135-b1c4226336af" providerId="ADAL" clId="{F9FFB3E8-DE2E-4685-B669-4E4FAF868C9E}" dt="2026-05-22T01:28:07.284" v="129" actId="1076"/>
          <ac:spMkLst>
            <pc:docMk/>
            <pc:sldMk cId="0" sldId="267"/>
            <ac:spMk id="10" creationId="{00000000-0000-0000-0000-000000000000}"/>
          </ac:spMkLst>
        </pc:spChg>
        <pc:spChg chg="mod">
          <ac:chgData name="松川 岳久" userId="d79c3d20-a060-4dfd-b135-b1c4226336af" providerId="ADAL" clId="{F9FFB3E8-DE2E-4685-B669-4E4FAF868C9E}" dt="2026-05-22T01:28:32.191" v="143" actId="403"/>
          <ac:spMkLst>
            <pc:docMk/>
            <pc:sldMk cId="0" sldId="267"/>
            <ac:spMk id="11" creationId="{00000000-0000-0000-0000-000000000000}"/>
          </ac:spMkLst>
        </pc:spChg>
        <pc:spChg chg="mod">
          <ac:chgData name="松川 岳久" userId="d79c3d20-a060-4dfd-b135-b1c4226336af" providerId="ADAL" clId="{F9FFB3E8-DE2E-4685-B669-4E4FAF868C9E}" dt="2026-05-22T01:28:28.584" v="141" actId="1076"/>
          <ac:spMkLst>
            <pc:docMk/>
            <pc:sldMk cId="0" sldId="267"/>
            <ac:spMk id="14" creationId="{00000000-0000-0000-0000-000000000000}"/>
          </ac:spMkLst>
        </pc:spChg>
        <pc:graphicFrameChg chg="modGraphic">
          <ac:chgData name="松川 岳久" userId="d79c3d20-a060-4dfd-b135-b1c4226336af" providerId="ADAL" clId="{F9FFB3E8-DE2E-4685-B669-4E4FAF868C9E}" dt="2026-05-22T01:27:50.736" v="123" actId="403"/>
          <ac:graphicFrameMkLst>
            <pc:docMk/>
            <pc:sldMk cId="0" sldId="267"/>
            <ac:graphicFrameMk id="13" creationId="{00000000-0000-0000-0000-000000000000}"/>
          </ac:graphicFrameMkLst>
        </pc:graphicFrameChg>
      </pc:sldChg>
      <pc:sldChg chg="delSp modSp mod">
        <pc:chgData name="松川 岳久" userId="d79c3d20-a060-4dfd-b135-b1c4226336af" providerId="ADAL" clId="{F9FFB3E8-DE2E-4685-B669-4E4FAF868C9E}" dt="2026-05-22T01:33:40.454" v="217" actId="403"/>
        <pc:sldMkLst>
          <pc:docMk/>
          <pc:sldMk cId="0" sldId="268"/>
        </pc:sldMkLst>
        <pc:spChg chg="mod">
          <ac:chgData name="松川 岳久" userId="d79c3d20-a060-4dfd-b135-b1c4226336af" providerId="ADAL" clId="{F9FFB3E8-DE2E-4685-B669-4E4FAF868C9E}" dt="2026-05-22T01:33:28.802" v="214" actId="179"/>
          <ac:spMkLst>
            <pc:docMk/>
            <pc:sldMk cId="0" sldId="268"/>
            <ac:spMk id="6" creationId="{00000000-0000-0000-0000-000000000000}"/>
          </ac:spMkLst>
        </pc:spChg>
        <pc:spChg chg="mod">
          <ac:chgData name="松川 岳久" userId="d79c3d20-a060-4dfd-b135-b1c4226336af" providerId="ADAL" clId="{F9FFB3E8-DE2E-4685-B669-4E4FAF868C9E}" dt="2026-05-22T01:33:40.454" v="217" actId="403"/>
          <ac:spMkLst>
            <pc:docMk/>
            <pc:sldMk cId="0" sldId="268"/>
            <ac:spMk id="10" creationId="{00000000-0000-0000-0000-000000000000}"/>
          </ac:spMkLst>
        </pc:spChg>
      </pc:sldChg>
      <pc:sldChg chg="modSp mod">
        <pc:chgData name="松川 岳久" userId="d79c3d20-a060-4dfd-b135-b1c4226336af" providerId="ADAL" clId="{F9FFB3E8-DE2E-4685-B669-4E4FAF868C9E}" dt="2026-05-22T01:41:29.054" v="270" actId="14100"/>
        <pc:sldMkLst>
          <pc:docMk/>
          <pc:sldMk cId="0" sldId="269"/>
        </pc:sldMkLst>
        <pc:spChg chg="mod">
          <ac:chgData name="松川 岳久" userId="d79c3d20-a060-4dfd-b135-b1c4226336af" providerId="ADAL" clId="{F9FFB3E8-DE2E-4685-B669-4E4FAF868C9E}" dt="2026-05-22T01:41:29.054" v="270" actId="14100"/>
          <ac:spMkLst>
            <pc:docMk/>
            <pc:sldMk cId="0" sldId="269"/>
            <ac:spMk id="12" creationId="{00000000-0000-0000-0000-000000000000}"/>
          </ac:spMkLst>
        </pc:spChg>
        <pc:spChg chg="mod">
          <ac:chgData name="松川 岳久" userId="d79c3d20-a060-4dfd-b135-b1c4226336af" providerId="ADAL" clId="{F9FFB3E8-DE2E-4685-B669-4E4FAF868C9E}" dt="2026-05-22T01:33:55.100" v="219" actId="403"/>
          <ac:spMkLst>
            <pc:docMk/>
            <pc:sldMk cId="0" sldId="269"/>
            <ac:spMk id="18" creationId="{00000000-0000-0000-0000-000000000000}"/>
          </ac:spMkLst>
        </pc:spChg>
        <pc:spChg chg="mod">
          <ac:chgData name="松川 岳久" userId="d79c3d20-a060-4dfd-b135-b1c4226336af" providerId="ADAL" clId="{F9FFB3E8-DE2E-4685-B669-4E4FAF868C9E}" dt="2026-05-22T01:34:01.816" v="223" actId="403"/>
          <ac:spMkLst>
            <pc:docMk/>
            <pc:sldMk cId="0" sldId="269"/>
            <ac:spMk id="20" creationId="{00000000-0000-0000-0000-000000000000}"/>
          </ac:spMkLst>
        </pc:spChg>
        <pc:spChg chg="mod">
          <ac:chgData name="松川 岳久" userId="d79c3d20-a060-4dfd-b135-b1c4226336af" providerId="ADAL" clId="{F9FFB3E8-DE2E-4685-B669-4E4FAF868C9E}" dt="2026-05-22T01:34:01.816" v="223" actId="403"/>
          <ac:spMkLst>
            <pc:docMk/>
            <pc:sldMk cId="0" sldId="269"/>
            <ac:spMk id="21" creationId="{00000000-0000-0000-0000-000000000000}"/>
          </ac:spMkLst>
        </pc:spChg>
      </pc:sldChg>
      <pc:sldChg chg="modSp mod">
        <pc:chgData name="松川 岳久" userId="d79c3d20-a060-4dfd-b135-b1c4226336af" providerId="ADAL" clId="{F9FFB3E8-DE2E-4685-B669-4E4FAF868C9E}" dt="2026-05-22T01:40:54.774" v="256" actId="403"/>
        <pc:sldMkLst>
          <pc:docMk/>
          <pc:sldMk cId="0" sldId="272"/>
        </pc:sldMkLst>
        <pc:spChg chg="mod">
          <ac:chgData name="松川 岳久" userId="d79c3d20-a060-4dfd-b135-b1c4226336af" providerId="ADAL" clId="{F9FFB3E8-DE2E-4685-B669-4E4FAF868C9E}" dt="2026-05-22T01:40:41.751" v="246" actId="403"/>
          <ac:spMkLst>
            <pc:docMk/>
            <pc:sldMk cId="0" sldId="272"/>
            <ac:spMk id="6" creationId="{00000000-0000-0000-0000-000000000000}"/>
          </ac:spMkLst>
        </pc:spChg>
        <pc:spChg chg="mod">
          <ac:chgData name="松川 岳久" userId="d79c3d20-a060-4dfd-b135-b1c4226336af" providerId="ADAL" clId="{F9FFB3E8-DE2E-4685-B669-4E4FAF868C9E}" dt="2026-05-22T01:40:41.751" v="246" actId="403"/>
          <ac:spMkLst>
            <pc:docMk/>
            <pc:sldMk cId="0" sldId="272"/>
            <ac:spMk id="7" creationId="{00000000-0000-0000-0000-000000000000}"/>
          </ac:spMkLst>
        </pc:spChg>
        <pc:spChg chg="mod">
          <ac:chgData name="松川 岳久" userId="d79c3d20-a060-4dfd-b135-b1c4226336af" providerId="ADAL" clId="{F9FFB3E8-DE2E-4685-B669-4E4FAF868C9E}" dt="2026-05-22T01:40:48.813" v="251" actId="403"/>
          <ac:spMkLst>
            <pc:docMk/>
            <pc:sldMk cId="0" sldId="272"/>
            <ac:spMk id="10" creationId="{00000000-0000-0000-0000-000000000000}"/>
          </ac:spMkLst>
        </pc:spChg>
        <pc:spChg chg="mod">
          <ac:chgData name="松川 岳久" userId="d79c3d20-a060-4dfd-b135-b1c4226336af" providerId="ADAL" clId="{F9FFB3E8-DE2E-4685-B669-4E4FAF868C9E}" dt="2026-05-22T01:40:48.813" v="251" actId="403"/>
          <ac:spMkLst>
            <pc:docMk/>
            <pc:sldMk cId="0" sldId="272"/>
            <ac:spMk id="11" creationId="{00000000-0000-0000-0000-000000000000}"/>
          </ac:spMkLst>
        </pc:spChg>
        <pc:spChg chg="mod">
          <ac:chgData name="松川 岳久" userId="d79c3d20-a060-4dfd-b135-b1c4226336af" providerId="ADAL" clId="{F9FFB3E8-DE2E-4685-B669-4E4FAF868C9E}" dt="2026-05-22T01:40:54.774" v="256" actId="403"/>
          <ac:spMkLst>
            <pc:docMk/>
            <pc:sldMk cId="0" sldId="272"/>
            <ac:spMk id="14" creationId="{00000000-0000-0000-0000-000000000000}"/>
          </ac:spMkLst>
        </pc:spChg>
        <pc:spChg chg="mod">
          <ac:chgData name="松川 岳久" userId="d79c3d20-a060-4dfd-b135-b1c4226336af" providerId="ADAL" clId="{F9FFB3E8-DE2E-4685-B669-4E4FAF868C9E}" dt="2026-05-22T01:40:54.774" v="256" actId="403"/>
          <ac:spMkLst>
            <pc:docMk/>
            <pc:sldMk cId="0" sldId="272"/>
            <ac:spMk id="15" creationId="{00000000-0000-0000-0000-000000000000}"/>
          </ac:spMkLst>
        </pc:spChg>
      </pc:sldChg>
      <pc:sldChg chg="addSp modSp mod">
        <pc:chgData name="松川 岳久" userId="d79c3d20-a060-4dfd-b135-b1c4226336af" providerId="ADAL" clId="{F9FFB3E8-DE2E-4685-B669-4E4FAF868C9E}" dt="2026-05-22T01:44:52.759" v="389" actId="1076"/>
        <pc:sldMkLst>
          <pc:docMk/>
          <pc:sldMk cId="0" sldId="273"/>
        </pc:sldMkLst>
        <pc:spChg chg="mod">
          <ac:chgData name="松川 岳久" userId="d79c3d20-a060-4dfd-b135-b1c4226336af" providerId="ADAL" clId="{F9FFB3E8-DE2E-4685-B669-4E4FAF868C9E}" dt="2026-05-22T01:43:00.196" v="294" actId="1076"/>
          <ac:spMkLst>
            <pc:docMk/>
            <pc:sldMk cId="0" sldId="273"/>
            <ac:spMk id="7" creationId="{00000000-0000-0000-0000-000000000000}"/>
          </ac:spMkLst>
        </pc:spChg>
        <pc:spChg chg="mod">
          <ac:chgData name="松川 岳久" userId="d79c3d20-a060-4dfd-b135-b1c4226336af" providerId="ADAL" clId="{F9FFB3E8-DE2E-4685-B669-4E4FAF868C9E}" dt="2026-05-22T01:42:52.607" v="291" actId="1076"/>
          <ac:spMkLst>
            <pc:docMk/>
            <pc:sldMk cId="0" sldId="273"/>
            <ac:spMk id="8" creationId="{00000000-0000-0000-0000-000000000000}"/>
          </ac:spMkLst>
        </pc:spChg>
        <pc:spChg chg="mod">
          <ac:chgData name="松川 岳久" userId="d79c3d20-a060-4dfd-b135-b1c4226336af" providerId="ADAL" clId="{F9FFB3E8-DE2E-4685-B669-4E4FAF868C9E}" dt="2026-05-22T01:42:16.586" v="280" actId="1076"/>
          <ac:spMkLst>
            <pc:docMk/>
            <pc:sldMk cId="0" sldId="273"/>
            <ac:spMk id="9" creationId="{00000000-0000-0000-0000-000000000000}"/>
          </ac:spMkLst>
        </pc:spChg>
        <pc:spChg chg="mod">
          <ac:chgData name="松川 岳久" userId="d79c3d20-a060-4dfd-b135-b1c4226336af" providerId="ADAL" clId="{F9FFB3E8-DE2E-4685-B669-4E4FAF868C9E}" dt="2026-05-22T01:42:16.586" v="280" actId="1076"/>
          <ac:spMkLst>
            <pc:docMk/>
            <pc:sldMk cId="0" sldId="273"/>
            <ac:spMk id="10" creationId="{00000000-0000-0000-0000-000000000000}"/>
          </ac:spMkLst>
        </pc:spChg>
        <pc:spChg chg="mod">
          <ac:chgData name="松川 岳久" userId="d79c3d20-a060-4dfd-b135-b1c4226336af" providerId="ADAL" clId="{F9FFB3E8-DE2E-4685-B669-4E4FAF868C9E}" dt="2026-05-22T01:42:16.586" v="280" actId="1076"/>
          <ac:spMkLst>
            <pc:docMk/>
            <pc:sldMk cId="0" sldId="273"/>
            <ac:spMk id="11" creationId="{00000000-0000-0000-0000-000000000000}"/>
          </ac:spMkLst>
        </pc:spChg>
        <pc:spChg chg="mod">
          <ac:chgData name="松川 岳久" userId="d79c3d20-a060-4dfd-b135-b1c4226336af" providerId="ADAL" clId="{F9FFB3E8-DE2E-4685-B669-4E4FAF868C9E}" dt="2026-05-22T01:42:16.586" v="280" actId="1076"/>
          <ac:spMkLst>
            <pc:docMk/>
            <pc:sldMk cId="0" sldId="273"/>
            <ac:spMk id="12" creationId="{00000000-0000-0000-0000-000000000000}"/>
          </ac:spMkLst>
        </pc:spChg>
        <pc:spChg chg="add mod">
          <ac:chgData name="松川 岳久" userId="d79c3d20-a060-4dfd-b135-b1c4226336af" providerId="ADAL" clId="{F9FFB3E8-DE2E-4685-B669-4E4FAF868C9E}" dt="2026-05-22T01:44:52.759" v="389" actId="1076"/>
          <ac:spMkLst>
            <pc:docMk/>
            <pc:sldMk cId="0" sldId="273"/>
            <ac:spMk id="15" creationId="{38442434-958B-0FE6-7760-66CD6A947FE6}"/>
          </ac:spMkLst>
        </pc:spChg>
        <pc:picChg chg="mod">
          <ac:chgData name="松川 岳久" userId="d79c3d20-a060-4dfd-b135-b1c4226336af" providerId="ADAL" clId="{F9FFB3E8-DE2E-4685-B669-4E4FAF868C9E}" dt="2026-05-22T01:44:18.925" v="302" actId="14100"/>
          <ac:picMkLst>
            <pc:docMk/>
            <pc:sldMk cId="0" sldId="273"/>
            <ac:picMk id="13" creationId="{00000000-0000-0000-0000-000000000000}"/>
          </ac:picMkLst>
        </pc:picChg>
        <pc:picChg chg="add mod">
          <ac:chgData name="松川 岳久" userId="d79c3d20-a060-4dfd-b135-b1c4226336af" providerId="ADAL" clId="{F9FFB3E8-DE2E-4685-B669-4E4FAF868C9E}" dt="2026-05-22T01:44:23.785" v="303" actId="208"/>
          <ac:picMkLst>
            <pc:docMk/>
            <pc:sldMk cId="0" sldId="273"/>
            <ac:picMk id="14" creationId="{483DF8A0-90AF-817D-FFA3-8C3643CFD573}"/>
          </ac:picMkLst>
        </pc:picChg>
      </pc:sldChg>
      <pc:sldChg chg="modSp mod">
        <pc:chgData name="松川 岳久" userId="d79c3d20-a060-4dfd-b135-b1c4226336af" providerId="ADAL" clId="{F9FFB3E8-DE2E-4685-B669-4E4FAF868C9E}" dt="2026-05-22T01:46:03.420" v="406" actId="1076"/>
        <pc:sldMkLst>
          <pc:docMk/>
          <pc:sldMk cId="0" sldId="274"/>
        </pc:sldMkLst>
        <pc:spChg chg="mod">
          <ac:chgData name="松川 岳久" userId="d79c3d20-a060-4dfd-b135-b1c4226336af" providerId="ADAL" clId="{F9FFB3E8-DE2E-4685-B669-4E4FAF868C9E}" dt="2026-05-22T01:46:03.420" v="406" actId="1076"/>
          <ac:spMkLst>
            <pc:docMk/>
            <pc:sldMk cId="0" sldId="274"/>
            <ac:spMk id="6" creationId="{00000000-0000-0000-0000-000000000000}"/>
          </ac:spMkLst>
        </pc:spChg>
        <pc:spChg chg="mod">
          <ac:chgData name="松川 岳久" userId="d79c3d20-a060-4dfd-b135-b1c4226336af" providerId="ADAL" clId="{F9FFB3E8-DE2E-4685-B669-4E4FAF868C9E}" dt="2026-05-22T01:45:31.762" v="394" actId="1076"/>
          <ac:spMkLst>
            <pc:docMk/>
            <pc:sldMk cId="0" sldId="274"/>
            <ac:spMk id="7" creationId="{00000000-0000-0000-0000-000000000000}"/>
          </ac:spMkLst>
        </pc:spChg>
        <pc:spChg chg="mod">
          <ac:chgData name="松川 岳久" userId="d79c3d20-a060-4dfd-b135-b1c4226336af" providerId="ADAL" clId="{F9FFB3E8-DE2E-4685-B669-4E4FAF868C9E}" dt="2026-05-22T01:45:31.762" v="394" actId="1076"/>
          <ac:spMkLst>
            <pc:docMk/>
            <pc:sldMk cId="0" sldId="274"/>
            <ac:spMk id="8" creationId="{00000000-0000-0000-0000-000000000000}"/>
          </ac:spMkLst>
        </pc:spChg>
        <pc:spChg chg="mod">
          <ac:chgData name="松川 岳久" userId="d79c3d20-a060-4dfd-b135-b1c4226336af" providerId="ADAL" clId="{F9FFB3E8-DE2E-4685-B669-4E4FAF868C9E}" dt="2026-05-22T01:45:38.196" v="398" actId="403"/>
          <ac:spMkLst>
            <pc:docMk/>
            <pc:sldMk cId="0" sldId="274"/>
            <ac:spMk id="9" creationId="{00000000-0000-0000-0000-000000000000}"/>
          </ac:spMkLst>
        </pc:spChg>
        <pc:spChg chg="mod">
          <ac:chgData name="松川 岳久" userId="d79c3d20-a060-4dfd-b135-b1c4226336af" providerId="ADAL" clId="{F9FFB3E8-DE2E-4685-B669-4E4FAF868C9E}" dt="2026-05-22T01:45:38.196" v="398" actId="403"/>
          <ac:spMkLst>
            <pc:docMk/>
            <pc:sldMk cId="0" sldId="274"/>
            <ac:spMk id="10" creationId="{00000000-0000-0000-0000-000000000000}"/>
          </ac:spMkLst>
        </pc:spChg>
        <pc:picChg chg="mod">
          <ac:chgData name="松川 岳久" userId="d79c3d20-a060-4dfd-b135-b1c4226336af" providerId="ADAL" clId="{F9FFB3E8-DE2E-4685-B669-4E4FAF868C9E}" dt="2026-05-22T01:45:17.875" v="391" actId="14100"/>
          <ac:picMkLst>
            <pc:docMk/>
            <pc:sldMk cId="0" sldId="274"/>
            <ac:picMk id="11" creationId="{00000000-0000-0000-0000-000000000000}"/>
          </ac:picMkLst>
        </pc:picChg>
      </pc:sldChg>
      <pc:sldChg chg="modSp mod">
        <pc:chgData name="松川 岳久" userId="d79c3d20-a060-4dfd-b135-b1c4226336af" providerId="ADAL" clId="{F9FFB3E8-DE2E-4685-B669-4E4FAF868C9E}" dt="2026-05-22T01:46:50.695" v="424" actId="14734"/>
        <pc:sldMkLst>
          <pc:docMk/>
          <pc:sldMk cId="0" sldId="275"/>
        </pc:sldMkLst>
        <pc:spChg chg="mod">
          <ac:chgData name="松川 岳久" userId="d79c3d20-a060-4dfd-b135-b1c4226336af" providerId="ADAL" clId="{F9FFB3E8-DE2E-4685-B669-4E4FAF868C9E}" dt="2026-05-22T01:46:10.181" v="409" actId="403"/>
          <ac:spMkLst>
            <pc:docMk/>
            <pc:sldMk cId="0" sldId="275"/>
            <ac:spMk id="5" creationId="{00000000-0000-0000-0000-000000000000}"/>
          </ac:spMkLst>
        </pc:spChg>
        <pc:spChg chg="mod">
          <ac:chgData name="松川 岳久" userId="d79c3d20-a060-4dfd-b135-b1c4226336af" providerId="ADAL" clId="{F9FFB3E8-DE2E-4685-B669-4E4FAF868C9E}" dt="2026-05-22T01:46:45.729" v="422" actId="1076"/>
          <ac:spMkLst>
            <pc:docMk/>
            <pc:sldMk cId="0" sldId="275"/>
            <ac:spMk id="7" creationId="{00000000-0000-0000-0000-000000000000}"/>
          </ac:spMkLst>
        </pc:spChg>
        <pc:spChg chg="mod">
          <ac:chgData name="松川 岳久" userId="d79c3d20-a060-4dfd-b135-b1c4226336af" providerId="ADAL" clId="{F9FFB3E8-DE2E-4685-B669-4E4FAF868C9E}" dt="2026-05-22T01:46:45.729" v="422" actId="1076"/>
          <ac:spMkLst>
            <pc:docMk/>
            <pc:sldMk cId="0" sldId="275"/>
            <ac:spMk id="8" creationId="{00000000-0000-0000-0000-000000000000}"/>
          </ac:spMkLst>
        </pc:spChg>
        <pc:spChg chg="mod">
          <ac:chgData name="松川 岳久" userId="d79c3d20-a060-4dfd-b135-b1c4226336af" providerId="ADAL" clId="{F9FFB3E8-DE2E-4685-B669-4E4FAF868C9E}" dt="2026-05-22T01:46:45.729" v="422" actId="1076"/>
          <ac:spMkLst>
            <pc:docMk/>
            <pc:sldMk cId="0" sldId="275"/>
            <ac:spMk id="9" creationId="{00000000-0000-0000-0000-000000000000}"/>
          </ac:spMkLst>
        </pc:spChg>
        <pc:spChg chg="mod">
          <ac:chgData name="松川 岳久" userId="d79c3d20-a060-4dfd-b135-b1c4226336af" providerId="ADAL" clId="{F9FFB3E8-DE2E-4685-B669-4E4FAF868C9E}" dt="2026-05-22T01:46:45.729" v="422" actId="1076"/>
          <ac:spMkLst>
            <pc:docMk/>
            <pc:sldMk cId="0" sldId="275"/>
            <ac:spMk id="10" creationId="{00000000-0000-0000-0000-000000000000}"/>
          </ac:spMkLst>
        </pc:spChg>
        <pc:graphicFrameChg chg="modGraphic">
          <ac:chgData name="松川 岳久" userId="d79c3d20-a060-4dfd-b135-b1c4226336af" providerId="ADAL" clId="{F9FFB3E8-DE2E-4685-B669-4E4FAF868C9E}" dt="2026-05-22T01:46:50.695" v="424" actId="14734"/>
          <ac:graphicFrameMkLst>
            <pc:docMk/>
            <pc:sldMk cId="0" sldId="275"/>
            <ac:graphicFrameMk id="21" creationId="{00000000-0000-0000-0000-000000000000}"/>
          </ac:graphicFrameMkLst>
        </pc:graphicFrameChg>
      </pc:sldChg>
      <pc:sldChg chg="modSp mod">
        <pc:chgData name="松川 岳久" userId="d79c3d20-a060-4dfd-b135-b1c4226336af" providerId="ADAL" clId="{F9FFB3E8-DE2E-4685-B669-4E4FAF868C9E}" dt="2026-05-22T02:05:47.578" v="531" actId="1076"/>
        <pc:sldMkLst>
          <pc:docMk/>
          <pc:sldMk cId="0" sldId="276"/>
        </pc:sldMkLst>
        <pc:spChg chg="mod">
          <ac:chgData name="松川 岳久" userId="d79c3d20-a060-4dfd-b135-b1c4226336af" providerId="ADAL" clId="{F9FFB3E8-DE2E-4685-B669-4E4FAF868C9E}" dt="2026-05-22T02:05:33.933" v="529" actId="14100"/>
          <ac:spMkLst>
            <pc:docMk/>
            <pc:sldMk cId="0" sldId="276"/>
            <ac:spMk id="4" creationId="{00000000-0000-0000-0000-000000000000}"/>
          </ac:spMkLst>
        </pc:spChg>
        <pc:spChg chg="mod">
          <ac:chgData name="松川 岳久" userId="d79c3d20-a060-4dfd-b135-b1c4226336af" providerId="ADAL" clId="{F9FFB3E8-DE2E-4685-B669-4E4FAF868C9E}" dt="2026-05-22T02:05:38.882" v="530" actId="1076"/>
          <ac:spMkLst>
            <pc:docMk/>
            <pc:sldMk cId="0" sldId="276"/>
            <ac:spMk id="5" creationId="{00000000-0000-0000-0000-000000000000}"/>
          </ac:spMkLst>
        </pc:spChg>
        <pc:spChg chg="mod">
          <ac:chgData name="松川 岳久" userId="d79c3d20-a060-4dfd-b135-b1c4226336af" providerId="ADAL" clId="{F9FFB3E8-DE2E-4685-B669-4E4FAF868C9E}" dt="2026-05-22T02:05:47.578" v="531" actId="1076"/>
          <ac:spMkLst>
            <pc:docMk/>
            <pc:sldMk cId="0" sldId="276"/>
            <ac:spMk id="6" creationId="{00000000-0000-0000-0000-000000000000}"/>
          </ac:spMkLst>
        </pc:spChg>
        <pc:spChg chg="mod">
          <ac:chgData name="松川 岳久" userId="d79c3d20-a060-4dfd-b135-b1c4226336af" providerId="ADAL" clId="{F9FFB3E8-DE2E-4685-B669-4E4FAF868C9E}" dt="2026-05-22T02:05:47.578" v="531" actId="1076"/>
          <ac:spMkLst>
            <pc:docMk/>
            <pc:sldMk cId="0" sldId="276"/>
            <ac:spMk id="7" creationId="{00000000-0000-0000-0000-000000000000}"/>
          </ac:spMkLst>
        </pc:spChg>
        <pc:spChg chg="mod">
          <ac:chgData name="松川 岳久" userId="d79c3d20-a060-4dfd-b135-b1c4226336af" providerId="ADAL" clId="{F9FFB3E8-DE2E-4685-B669-4E4FAF868C9E}" dt="2026-05-22T02:05:47.578" v="531" actId="1076"/>
          <ac:spMkLst>
            <pc:docMk/>
            <pc:sldMk cId="0" sldId="276"/>
            <ac:spMk id="8" creationId="{00000000-0000-0000-0000-000000000000}"/>
          </ac:spMkLst>
        </pc:spChg>
        <pc:spChg chg="mod">
          <ac:chgData name="松川 岳久" userId="d79c3d20-a060-4dfd-b135-b1c4226336af" providerId="ADAL" clId="{F9FFB3E8-DE2E-4685-B669-4E4FAF868C9E}" dt="2026-05-22T02:05:47.578" v="531" actId="1076"/>
          <ac:spMkLst>
            <pc:docMk/>
            <pc:sldMk cId="0" sldId="276"/>
            <ac:spMk id="9" creationId="{00000000-0000-0000-0000-000000000000}"/>
          </ac:spMkLst>
        </pc:spChg>
        <pc:spChg chg="mod">
          <ac:chgData name="松川 岳久" userId="d79c3d20-a060-4dfd-b135-b1c4226336af" providerId="ADAL" clId="{F9FFB3E8-DE2E-4685-B669-4E4FAF868C9E}" dt="2026-05-22T02:05:47.578" v="531" actId="1076"/>
          <ac:spMkLst>
            <pc:docMk/>
            <pc:sldMk cId="0" sldId="276"/>
            <ac:spMk id="10" creationId="{00000000-0000-0000-0000-000000000000}"/>
          </ac:spMkLst>
        </pc:spChg>
        <pc:spChg chg="mod">
          <ac:chgData name="松川 岳久" userId="d79c3d20-a060-4dfd-b135-b1c4226336af" providerId="ADAL" clId="{F9FFB3E8-DE2E-4685-B669-4E4FAF868C9E}" dt="2026-05-22T02:05:47.578" v="531" actId="1076"/>
          <ac:spMkLst>
            <pc:docMk/>
            <pc:sldMk cId="0" sldId="276"/>
            <ac:spMk id="11" creationId="{00000000-0000-0000-0000-000000000000}"/>
          </ac:spMkLst>
        </pc:spChg>
        <pc:spChg chg="mod">
          <ac:chgData name="松川 岳久" userId="d79c3d20-a060-4dfd-b135-b1c4226336af" providerId="ADAL" clId="{F9FFB3E8-DE2E-4685-B669-4E4FAF868C9E}" dt="2026-05-22T02:05:47.578" v="531" actId="1076"/>
          <ac:spMkLst>
            <pc:docMk/>
            <pc:sldMk cId="0" sldId="276"/>
            <ac:spMk id="12" creationId="{00000000-0000-0000-0000-000000000000}"/>
          </ac:spMkLst>
        </pc:spChg>
        <pc:spChg chg="mod">
          <ac:chgData name="松川 岳久" userId="d79c3d20-a060-4dfd-b135-b1c4226336af" providerId="ADAL" clId="{F9FFB3E8-DE2E-4685-B669-4E4FAF868C9E}" dt="2026-05-22T02:05:47.578" v="531" actId="1076"/>
          <ac:spMkLst>
            <pc:docMk/>
            <pc:sldMk cId="0" sldId="276"/>
            <ac:spMk id="13" creationId="{00000000-0000-0000-0000-000000000000}"/>
          </ac:spMkLst>
        </pc:spChg>
      </pc:sldChg>
      <pc:sldChg chg="modSp mod">
        <pc:chgData name="松川 岳久" userId="d79c3d20-a060-4dfd-b135-b1c4226336af" providerId="ADAL" clId="{F9FFB3E8-DE2E-4685-B669-4E4FAF868C9E}" dt="2026-06-01T01:48:14.787" v="4459" actId="1076"/>
        <pc:sldMkLst>
          <pc:docMk/>
          <pc:sldMk cId="0" sldId="277"/>
        </pc:sldMkLst>
        <pc:spChg chg="mod">
          <ac:chgData name="松川 岳久" userId="d79c3d20-a060-4dfd-b135-b1c4226336af" providerId="ADAL" clId="{F9FFB3E8-DE2E-4685-B669-4E4FAF868C9E}" dt="2026-05-22T01:48:25.725" v="464" actId="403"/>
          <ac:spMkLst>
            <pc:docMk/>
            <pc:sldMk cId="0" sldId="277"/>
            <ac:spMk id="4" creationId="{00000000-0000-0000-0000-000000000000}"/>
          </ac:spMkLst>
        </pc:spChg>
        <pc:spChg chg="mod">
          <ac:chgData name="松川 岳久" userId="d79c3d20-a060-4dfd-b135-b1c4226336af" providerId="ADAL" clId="{F9FFB3E8-DE2E-4685-B669-4E4FAF868C9E}" dt="2026-05-22T01:48:30.655" v="468" actId="403"/>
          <ac:spMkLst>
            <pc:docMk/>
            <pc:sldMk cId="0" sldId="277"/>
            <ac:spMk id="5" creationId="{00000000-0000-0000-0000-000000000000}"/>
          </ac:spMkLst>
        </pc:spChg>
        <pc:spChg chg="mod">
          <ac:chgData name="松川 岳久" userId="d79c3d20-a060-4dfd-b135-b1c4226336af" providerId="ADAL" clId="{F9FFB3E8-DE2E-4685-B669-4E4FAF868C9E}" dt="2026-05-22T01:48:43.288" v="475" actId="404"/>
          <ac:spMkLst>
            <pc:docMk/>
            <pc:sldMk cId="0" sldId="277"/>
            <ac:spMk id="6" creationId="{00000000-0000-0000-0000-000000000000}"/>
          </ac:spMkLst>
        </pc:spChg>
        <pc:spChg chg="mod">
          <ac:chgData name="松川 岳久" userId="d79c3d20-a060-4dfd-b135-b1c4226336af" providerId="ADAL" clId="{F9FFB3E8-DE2E-4685-B669-4E4FAF868C9E}" dt="2026-05-22T01:48:43.288" v="475" actId="404"/>
          <ac:spMkLst>
            <pc:docMk/>
            <pc:sldMk cId="0" sldId="277"/>
            <ac:spMk id="7" creationId="{00000000-0000-0000-0000-000000000000}"/>
          </ac:spMkLst>
        </pc:spChg>
        <pc:spChg chg="mod">
          <ac:chgData name="松川 岳久" userId="d79c3d20-a060-4dfd-b135-b1c4226336af" providerId="ADAL" clId="{F9FFB3E8-DE2E-4685-B669-4E4FAF868C9E}" dt="2026-05-22T01:48:43.288" v="475" actId="404"/>
          <ac:spMkLst>
            <pc:docMk/>
            <pc:sldMk cId="0" sldId="277"/>
            <ac:spMk id="8" creationId="{00000000-0000-0000-0000-000000000000}"/>
          </ac:spMkLst>
        </pc:spChg>
        <pc:spChg chg="mod">
          <ac:chgData name="松川 岳久" userId="d79c3d20-a060-4dfd-b135-b1c4226336af" providerId="ADAL" clId="{F9FFB3E8-DE2E-4685-B669-4E4FAF868C9E}" dt="2026-05-22T01:48:43.288" v="475" actId="404"/>
          <ac:spMkLst>
            <pc:docMk/>
            <pc:sldMk cId="0" sldId="277"/>
            <ac:spMk id="9" creationId="{00000000-0000-0000-0000-000000000000}"/>
          </ac:spMkLst>
        </pc:spChg>
        <pc:spChg chg="mod">
          <ac:chgData name="松川 岳久" userId="d79c3d20-a060-4dfd-b135-b1c4226336af" providerId="ADAL" clId="{F9FFB3E8-DE2E-4685-B669-4E4FAF868C9E}" dt="2026-06-01T01:48:14.787" v="4459" actId="1076"/>
          <ac:spMkLst>
            <pc:docMk/>
            <pc:sldMk cId="0" sldId="277"/>
            <ac:spMk id="10" creationId="{00000000-0000-0000-0000-000000000000}"/>
          </ac:spMkLst>
        </pc:spChg>
        <pc:spChg chg="mod">
          <ac:chgData name="松川 岳久" userId="d79c3d20-a060-4dfd-b135-b1c4226336af" providerId="ADAL" clId="{F9FFB3E8-DE2E-4685-B669-4E4FAF868C9E}" dt="2026-06-01T01:48:14.787" v="4459" actId="1076"/>
          <ac:spMkLst>
            <pc:docMk/>
            <pc:sldMk cId="0" sldId="277"/>
            <ac:spMk id="11" creationId="{00000000-0000-0000-0000-000000000000}"/>
          </ac:spMkLst>
        </pc:spChg>
        <pc:spChg chg="mod">
          <ac:chgData name="松川 岳久" userId="d79c3d20-a060-4dfd-b135-b1c4226336af" providerId="ADAL" clId="{F9FFB3E8-DE2E-4685-B669-4E4FAF868C9E}" dt="2026-06-01T01:48:14.787" v="4459" actId="1076"/>
          <ac:spMkLst>
            <pc:docMk/>
            <pc:sldMk cId="0" sldId="277"/>
            <ac:spMk id="12" creationId="{00000000-0000-0000-0000-000000000000}"/>
          </ac:spMkLst>
        </pc:spChg>
        <pc:spChg chg="mod">
          <ac:chgData name="松川 岳久" userId="d79c3d20-a060-4dfd-b135-b1c4226336af" providerId="ADAL" clId="{F9FFB3E8-DE2E-4685-B669-4E4FAF868C9E}" dt="2026-06-01T01:48:14.787" v="4459" actId="1076"/>
          <ac:spMkLst>
            <pc:docMk/>
            <pc:sldMk cId="0" sldId="277"/>
            <ac:spMk id="13" creationId="{00000000-0000-0000-0000-000000000000}"/>
          </ac:spMkLst>
        </pc:spChg>
      </pc:sldChg>
      <pc:sldChg chg="delSp modSp mod">
        <pc:chgData name="松川 岳久" userId="d79c3d20-a060-4dfd-b135-b1c4226336af" providerId="ADAL" clId="{F9FFB3E8-DE2E-4685-B669-4E4FAF868C9E}" dt="2026-05-22T02:45:06.170" v="847" actId="478"/>
        <pc:sldMkLst>
          <pc:docMk/>
          <pc:sldMk cId="0" sldId="280"/>
        </pc:sldMkLst>
        <pc:spChg chg="mod">
          <ac:chgData name="松川 岳久" userId="d79c3d20-a060-4dfd-b135-b1c4226336af" providerId="ADAL" clId="{F9FFB3E8-DE2E-4685-B669-4E4FAF868C9E}" dt="2026-05-22T02:44:12.700" v="837" actId="1076"/>
          <ac:spMkLst>
            <pc:docMk/>
            <pc:sldMk cId="0" sldId="280"/>
            <ac:spMk id="7" creationId="{00000000-0000-0000-0000-000000000000}"/>
          </ac:spMkLst>
        </pc:spChg>
        <pc:spChg chg="mod">
          <ac:chgData name="松川 岳久" userId="d79c3d20-a060-4dfd-b135-b1c4226336af" providerId="ADAL" clId="{F9FFB3E8-DE2E-4685-B669-4E4FAF868C9E}" dt="2026-05-22T02:43:41.129" v="802" actId="1076"/>
          <ac:spMkLst>
            <pc:docMk/>
            <pc:sldMk cId="0" sldId="280"/>
            <ac:spMk id="8" creationId="{00000000-0000-0000-0000-000000000000}"/>
          </ac:spMkLst>
        </pc:spChg>
        <pc:spChg chg="mod">
          <ac:chgData name="松川 岳久" userId="d79c3d20-a060-4dfd-b135-b1c4226336af" providerId="ADAL" clId="{F9FFB3E8-DE2E-4685-B669-4E4FAF868C9E}" dt="2026-05-22T02:43:41.129" v="802" actId="1076"/>
          <ac:spMkLst>
            <pc:docMk/>
            <pc:sldMk cId="0" sldId="280"/>
            <ac:spMk id="9" creationId="{00000000-0000-0000-0000-000000000000}"/>
          </ac:spMkLst>
        </pc:spChg>
        <pc:spChg chg="mod">
          <ac:chgData name="松川 岳久" userId="d79c3d20-a060-4dfd-b135-b1c4226336af" providerId="ADAL" clId="{F9FFB3E8-DE2E-4685-B669-4E4FAF868C9E}" dt="2026-05-22T02:43:41.129" v="802" actId="1076"/>
          <ac:spMkLst>
            <pc:docMk/>
            <pc:sldMk cId="0" sldId="280"/>
            <ac:spMk id="10" creationId="{00000000-0000-0000-0000-000000000000}"/>
          </ac:spMkLst>
        </pc:spChg>
        <pc:spChg chg="mod">
          <ac:chgData name="松川 岳久" userId="d79c3d20-a060-4dfd-b135-b1c4226336af" providerId="ADAL" clId="{F9FFB3E8-DE2E-4685-B669-4E4FAF868C9E}" dt="2026-05-22T02:43:41.129" v="802" actId="1076"/>
          <ac:spMkLst>
            <pc:docMk/>
            <pc:sldMk cId="0" sldId="280"/>
            <ac:spMk id="11" creationId="{00000000-0000-0000-0000-000000000000}"/>
          </ac:spMkLst>
        </pc:spChg>
        <pc:picChg chg="mod">
          <ac:chgData name="松川 岳久" userId="d79c3d20-a060-4dfd-b135-b1c4226336af" providerId="ADAL" clId="{F9FFB3E8-DE2E-4685-B669-4E4FAF868C9E}" dt="2026-05-22T02:44:14.457" v="838" actId="1076"/>
          <ac:picMkLst>
            <pc:docMk/>
            <pc:sldMk cId="0" sldId="280"/>
            <ac:picMk id="5" creationId="{00000000-0000-0000-0000-000000000000}"/>
          </ac:picMkLst>
        </pc:picChg>
      </pc:sldChg>
      <pc:sldChg chg="addSp modSp mod">
        <pc:chgData name="松川 岳久" userId="d79c3d20-a060-4dfd-b135-b1c4226336af" providerId="ADAL" clId="{F9FFB3E8-DE2E-4685-B669-4E4FAF868C9E}" dt="2026-05-22T02:54:52.103" v="949" actId="14100"/>
        <pc:sldMkLst>
          <pc:docMk/>
          <pc:sldMk cId="0" sldId="281"/>
        </pc:sldMkLst>
        <pc:spChg chg="mod">
          <ac:chgData name="松川 岳久" userId="d79c3d20-a060-4dfd-b135-b1c4226336af" providerId="ADAL" clId="{F9FFB3E8-DE2E-4685-B669-4E4FAF868C9E}" dt="2026-05-22T02:54:14.545" v="942" actId="14100"/>
          <ac:spMkLst>
            <pc:docMk/>
            <pc:sldMk cId="0" sldId="281"/>
            <ac:spMk id="5" creationId="{00000000-0000-0000-0000-000000000000}"/>
          </ac:spMkLst>
        </pc:spChg>
        <pc:spChg chg="mod">
          <ac:chgData name="松川 岳久" userId="d79c3d20-a060-4dfd-b135-b1c4226336af" providerId="ADAL" clId="{F9FFB3E8-DE2E-4685-B669-4E4FAF868C9E}" dt="2026-05-22T02:44:48.568" v="846" actId="403"/>
          <ac:spMkLst>
            <pc:docMk/>
            <pc:sldMk cId="0" sldId="281"/>
            <ac:spMk id="6" creationId="{00000000-0000-0000-0000-000000000000}"/>
          </ac:spMkLst>
        </pc:spChg>
        <pc:spChg chg="mod">
          <ac:chgData name="松川 岳久" userId="d79c3d20-a060-4dfd-b135-b1c4226336af" providerId="ADAL" clId="{F9FFB3E8-DE2E-4685-B669-4E4FAF868C9E}" dt="2026-05-22T02:44:48.568" v="846" actId="403"/>
          <ac:spMkLst>
            <pc:docMk/>
            <pc:sldMk cId="0" sldId="281"/>
            <ac:spMk id="7" creationId="{00000000-0000-0000-0000-000000000000}"/>
          </ac:spMkLst>
        </pc:spChg>
        <pc:spChg chg="mod">
          <ac:chgData name="松川 岳久" userId="d79c3d20-a060-4dfd-b135-b1c4226336af" providerId="ADAL" clId="{F9FFB3E8-DE2E-4685-B669-4E4FAF868C9E}" dt="2026-05-22T02:54:52.103" v="949" actId="14100"/>
          <ac:spMkLst>
            <pc:docMk/>
            <pc:sldMk cId="0" sldId="281"/>
            <ac:spMk id="8" creationId="{00000000-0000-0000-0000-000000000000}"/>
          </ac:spMkLst>
        </pc:spChg>
        <pc:graphicFrameChg chg="modGraphic">
          <ac:chgData name="松川 岳久" userId="d79c3d20-a060-4dfd-b135-b1c4226336af" providerId="ADAL" clId="{F9FFB3E8-DE2E-4685-B669-4E4FAF868C9E}" dt="2026-05-22T02:44:25.836" v="843" actId="404"/>
          <ac:graphicFrameMkLst>
            <pc:docMk/>
            <pc:sldMk cId="0" sldId="281"/>
            <ac:graphicFrameMk id="27" creationId="{00000000-0000-0000-0000-000000000000}"/>
          </ac:graphicFrameMkLst>
        </pc:graphicFrameChg>
        <pc:picChg chg="add mod">
          <ac:chgData name="松川 岳久" userId="d79c3d20-a060-4dfd-b135-b1c4226336af" providerId="ADAL" clId="{F9FFB3E8-DE2E-4685-B669-4E4FAF868C9E}" dt="2026-05-22T02:54:39.712" v="948" actId="27614"/>
          <ac:picMkLst>
            <pc:docMk/>
            <pc:sldMk cId="0" sldId="281"/>
            <ac:picMk id="9" creationId="{B87DF377-4888-C61D-6E14-70AFF1B44275}"/>
          </ac:picMkLst>
        </pc:picChg>
      </pc:sldChg>
      <pc:sldChg chg="modSp mod">
        <pc:chgData name="松川 岳久" userId="d79c3d20-a060-4dfd-b135-b1c4226336af" providerId="ADAL" clId="{F9FFB3E8-DE2E-4685-B669-4E4FAF868C9E}" dt="2026-05-22T02:46:03.103" v="863" actId="403"/>
        <pc:sldMkLst>
          <pc:docMk/>
          <pc:sldMk cId="0" sldId="283"/>
        </pc:sldMkLst>
        <pc:spChg chg="mod">
          <ac:chgData name="松川 岳久" userId="d79c3d20-a060-4dfd-b135-b1c4226336af" providerId="ADAL" clId="{F9FFB3E8-DE2E-4685-B669-4E4FAF868C9E}" dt="2026-05-22T02:45:50.628" v="855" actId="403"/>
          <ac:spMkLst>
            <pc:docMk/>
            <pc:sldMk cId="0" sldId="283"/>
            <ac:spMk id="6" creationId="{00000000-0000-0000-0000-000000000000}"/>
          </ac:spMkLst>
        </pc:spChg>
        <pc:spChg chg="mod">
          <ac:chgData name="松川 岳久" userId="d79c3d20-a060-4dfd-b135-b1c4226336af" providerId="ADAL" clId="{F9FFB3E8-DE2E-4685-B669-4E4FAF868C9E}" dt="2026-05-22T02:45:50.628" v="855" actId="403"/>
          <ac:spMkLst>
            <pc:docMk/>
            <pc:sldMk cId="0" sldId="283"/>
            <ac:spMk id="7" creationId="{00000000-0000-0000-0000-000000000000}"/>
          </ac:spMkLst>
        </pc:spChg>
        <pc:spChg chg="mod">
          <ac:chgData name="松川 岳久" userId="d79c3d20-a060-4dfd-b135-b1c4226336af" providerId="ADAL" clId="{F9FFB3E8-DE2E-4685-B669-4E4FAF868C9E}" dt="2026-05-22T02:45:57.569" v="859" actId="403"/>
          <ac:spMkLst>
            <pc:docMk/>
            <pc:sldMk cId="0" sldId="283"/>
            <ac:spMk id="10" creationId="{00000000-0000-0000-0000-000000000000}"/>
          </ac:spMkLst>
        </pc:spChg>
        <pc:spChg chg="mod">
          <ac:chgData name="松川 岳久" userId="d79c3d20-a060-4dfd-b135-b1c4226336af" providerId="ADAL" clId="{F9FFB3E8-DE2E-4685-B669-4E4FAF868C9E}" dt="2026-05-22T02:45:57.569" v="859" actId="403"/>
          <ac:spMkLst>
            <pc:docMk/>
            <pc:sldMk cId="0" sldId="283"/>
            <ac:spMk id="11" creationId="{00000000-0000-0000-0000-000000000000}"/>
          </ac:spMkLst>
        </pc:spChg>
        <pc:spChg chg="mod">
          <ac:chgData name="松川 岳久" userId="d79c3d20-a060-4dfd-b135-b1c4226336af" providerId="ADAL" clId="{F9FFB3E8-DE2E-4685-B669-4E4FAF868C9E}" dt="2026-05-22T02:46:03.103" v="863" actId="403"/>
          <ac:spMkLst>
            <pc:docMk/>
            <pc:sldMk cId="0" sldId="283"/>
            <ac:spMk id="14" creationId="{00000000-0000-0000-0000-000000000000}"/>
          </ac:spMkLst>
        </pc:spChg>
        <pc:spChg chg="mod">
          <ac:chgData name="松川 岳久" userId="d79c3d20-a060-4dfd-b135-b1c4226336af" providerId="ADAL" clId="{F9FFB3E8-DE2E-4685-B669-4E4FAF868C9E}" dt="2026-05-22T02:46:03.103" v="863" actId="403"/>
          <ac:spMkLst>
            <pc:docMk/>
            <pc:sldMk cId="0" sldId="283"/>
            <ac:spMk id="15" creationId="{00000000-0000-0000-0000-000000000000}"/>
          </ac:spMkLst>
        </pc:spChg>
      </pc:sldChg>
      <pc:sldChg chg="modSp mod">
        <pc:chgData name="松川 岳久" userId="d79c3d20-a060-4dfd-b135-b1c4226336af" providerId="ADAL" clId="{F9FFB3E8-DE2E-4685-B669-4E4FAF868C9E}" dt="2026-05-22T02:46:55.640" v="881" actId="1076"/>
        <pc:sldMkLst>
          <pc:docMk/>
          <pc:sldMk cId="0" sldId="285"/>
        </pc:sldMkLst>
        <pc:spChg chg="mod">
          <ac:chgData name="松川 岳久" userId="d79c3d20-a060-4dfd-b135-b1c4226336af" providerId="ADAL" clId="{F9FFB3E8-DE2E-4685-B669-4E4FAF868C9E}" dt="2026-05-22T02:46:53.289" v="880" actId="1076"/>
          <ac:spMkLst>
            <pc:docMk/>
            <pc:sldMk cId="0" sldId="285"/>
            <ac:spMk id="7" creationId="{00000000-0000-0000-0000-000000000000}"/>
          </ac:spMkLst>
        </pc:spChg>
        <pc:spChg chg="mod">
          <ac:chgData name="松川 岳久" userId="d79c3d20-a060-4dfd-b135-b1c4226336af" providerId="ADAL" clId="{F9FFB3E8-DE2E-4685-B669-4E4FAF868C9E}" dt="2026-05-22T02:46:55.640" v="881" actId="1076"/>
          <ac:spMkLst>
            <pc:docMk/>
            <pc:sldMk cId="0" sldId="285"/>
            <ac:spMk id="8" creationId="{00000000-0000-0000-0000-000000000000}"/>
          </ac:spMkLst>
        </pc:spChg>
        <pc:spChg chg="mod">
          <ac:chgData name="松川 岳久" userId="d79c3d20-a060-4dfd-b135-b1c4226336af" providerId="ADAL" clId="{F9FFB3E8-DE2E-4685-B669-4E4FAF868C9E}" dt="2026-05-22T02:46:32.492" v="869" actId="1076"/>
          <ac:spMkLst>
            <pc:docMk/>
            <pc:sldMk cId="0" sldId="285"/>
            <ac:spMk id="9" creationId="{00000000-0000-0000-0000-000000000000}"/>
          </ac:spMkLst>
        </pc:spChg>
        <pc:spChg chg="mod">
          <ac:chgData name="松川 岳久" userId="d79c3d20-a060-4dfd-b135-b1c4226336af" providerId="ADAL" clId="{F9FFB3E8-DE2E-4685-B669-4E4FAF868C9E}" dt="2026-05-22T02:46:32.492" v="869" actId="1076"/>
          <ac:spMkLst>
            <pc:docMk/>
            <pc:sldMk cId="0" sldId="285"/>
            <ac:spMk id="10" creationId="{00000000-0000-0000-0000-000000000000}"/>
          </ac:spMkLst>
        </pc:spChg>
        <pc:spChg chg="mod">
          <ac:chgData name="松川 岳久" userId="d79c3d20-a060-4dfd-b135-b1c4226336af" providerId="ADAL" clId="{F9FFB3E8-DE2E-4685-B669-4E4FAF868C9E}" dt="2026-05-22T02:46:32.492" v="869" actId="1076"/>
          <ac:spMkLst>
            <pc:docMk/>
            <pc:sldMk cId="0" sldId="285"/>
            <ac:spMk id="11" creationId="{00000000-0000-0000-0000-000000000000}"/>
          </ac:spMkLst>
        </pc:spChg>
        <pc:spChg chg="mod">
          <ac:chgData name="松川 岳久" userId="d79c3d20-a060-4dfd-b135-b1c4226336af" providerId="ADAL" clId="{F9FFB3E8-DE2E-4685-B669-4E4FAF868C9E}" dt="2026-05-22T02:46:32.492" v="869" actId="1076"/>
          <ac:spMkLst>
            <pc:docMk/>
            <pc:sldMk cId="0" sldId="285"/>
            <ac:spMk id="12" creationId="{00000000-0000-0000-0000-000000000000}"/>
          </ac:spMkLst>
        </pc:spChg>
      </pc:sldChg>
      <pc:sldChg chg="delSp modSp mod">
        <pc:chgData name="松川 岳久" userId="d79c3d20-a060-4dfd-b135-b1c4226336af" providerId="ADAL" clId="{F9FFB3E8-DE2E-4685-B669-4E4FAF868C9E}" dt="2026-05-22T02:52:29.595" v="941" actId="403"/>
        <pc:sldMkLst>
          <pc:docMk/>
          <pc:sldMk cId="0" sldId="286"/>
        </pc:sldMkLst>
        <pc:spChg chg="mod">
          <ac:chgData name="松川 岳久" userId="d79c3d20-a060-4dfd-b135-b1c4226336af" providerId="ADAL" clId="{F9FFB3E8-DE2E-4685-B669-4E4FAF868C9E}" dt="2026-05-22T02:52:29.595" v="941" actId="403"/>
          <ac:spMkLst>
            <pc:docMk/>
            <pc:sldMk cId="0" sldId="286"/>
            <ac:spMk id="7" creationId="{00000000-0000-0000-0000-000000000000}"/>
          </ac:spMkLst>
        </pc:spChg>
        <pc:spChg chg="mod">
          <ac:chgData name="松川 岳久" userId="d79c3d20-a060-4dfd-b135-b1c4226336af" providerId="ADAL" clId="{F9FFB3E8-DE2E-4685-B669-4E4FAF868C9E}" dt="2026-05-22T02:47:17.586" v="887" actId="1076"/>
          <ac:spMkLst>
            <pc:docMk/>
            <pc:sldMk cId="0" sldId="286"/>
            <ac:spMk id="8" creationId="{00000000-0000-0000-0000-000000000000}"/>
          </ac:spMkLst>
        </pc:spChg>
        <pc:spChg chg="mod">
          <ac:chgData name="松川 岳久" userId="d79c3d20-a060-4dfd-b135-b1c4226336af" providerId="ADAL" clId="{F9FFB3E8-DE2E-4685-B669-4E4FAF868C9E}" dt="2026-05-22T02:47:17.586" v="887" actId="1076"/>
          <ac:spMkLst>
            <pc:docMk/>
            <pc:sldMk cId="0" sldId="286"/>
            <ac:spMk id="9" creationId="{00000000-0000-0000-0000-000000000000}"/>
          </ac:spMkLst>
        </pc:spChg>
        <pc:spChg chg="mod">
          <ac:chgData name="松川 岳久" userId="d79c3d20-a060-4dfd-b135-b1c4226336af" providerId="ADAL" clId="{F9FFB3E8-DE2E-4685-B669-4E4FAF868C9E}" dt="2026-05-22T02:47:17.586" v="887" actId="1076"/>
          <ac:spMkLst>
            <pc:docMk/>
            <pc:sldMk cId="0" sldId="286"/>
            <ac:spMk id="10" creationId="{00000000-0000-0000-0000-000000000000}"/>
          </ac:spMkLst>
        </pc:spChg>
        <pc:spChg chg="mod">
          <ac:chgData name="松川 岳久" userId="d79c3d20-a060-4dfd-b135-b1c4226336af" providerId="ADAL" clId="{F9FFB3E8-DE2E-4685-B669-4E4FAF868C9E}" dt="2026-05-22T02:47:17.586" v="887" actId="1076"/>
          <ac:spMkLst>
            <pc:docMk/>
            <pc:sldMk cId="0" sldId="286"/>
            <ac:spMk id="11" creationId="{00000000-0000-0000-0000-000000000000}"/>
          </ac:spMkLst>
        </pc:spChg>
        <pc:picChg chg="mod">
          <ac:chgData name="松川 岳久" userId="d79c3d20-a060-4dfd-b135-b1c4226336af" providerId="ADAL" clId="{F9FFB3E8-DE2E-4685-B669-4E4FAF868C9E}" dt="2026-05-22T02:47:34.766" v="892" actId="14100"/>
          <ac:picMkLst>
            <pc:docMk/>
            <pc:sldMk cId="0" sldId="286"/>
            <ac:picMk id="5" creationId="{00000000-0000-0000-0000-000000000000}"/>
          </ac:picMkLst>
        </pc:picChg>
      </pc:sldChg>
      <pc:sldChg chg="addSp modSp mod">
        <pc:chgData name="松川 岳久" userId="d79c3d20-a060-4dfd-b135-b1c4226336af" providerId="ADAL" clId="{F9FFB3E8-DE2E-4685-B669-4E4FAF868C9E}" dt="2026-05-22T02:59:23.236" v="1023"/>
        <pc:sldMkLst>
          <pc:docMk/>
          <pc:sldMk cId="0" sldId="287"/>
        </pc:sldMkLst>
        <pc:spChg chg="mod">
          <ac:chgData name="松川 岳久" userId="d79c3d20-a060-4dfd-b135-b1c4226336af" providerId="ADAL" clId="{F9FFB3E8-DE2E-4685-B669-4E4FAF868C9E}" dt="2026-05-22T02:48:15.336" v="896" actId="403"/>
          <ac:spMkLst>
            <pc:docMk/>
            <pc:sldMk cId="0" sldId="287"/>
            <ac:spMk id="5" creationId="{00000000-0000-0000-0000-000000000000}"/>
          </ac:spMkLst>
        </pc:spChg>
        <pc:spChg chg="mod">
          <ac:chgData name="松川 岳久" userId="d79c3d20-a060-4dfd-b135-b1c4226336af" providerId="ADAL" clId="{F9FFB3E8-DE2E-4685-B669-4E4FAF868C9E}" dt="2026-05-22T02:48:29.961" v="902" actId="14100"/>
          <ac:spMkLst>
            <pc:docMk/>
            <pc:sldMk cId="0" sldId="287"/>
            <ac:spMk id="8" creationId="{00000000-0000-0000-0000-000000000000}"/>
          </ac:spMkLst>
        </pc:spChg>
        <pc:spChg chg="mod">
          <ac:chgData name="松川 岳久" userId="d79c3d20-a060-4dfd-b135-b1c4226336af" providerId="ADAL" clId="{F9FFB3E8-DE2E-4685-B669-4E4FAF868C9E}" dt="2026-05-22T02:48:15.336" v="896" actId="403"/>
          <ac:spMkLst>
            <pc:docMk/>
            <pc:sldMk cId="0" sldId="287"/>
            <ac:spMk id="9" creationId="{00000000-0000-0000-0000-000000000000}"/>
          </ac:spMkLst>
        </pc:spChg>
        <pc:spChg chg="mod">
          <ac:chgData name="松川 岳久" userId="d79c3d20-a060-4dfd-b135-b1c4226336af" providerId="ADAL" clId="{F9FFB3E8-DE2E-4685-B669-4E4FAF868C9E}" dt="2026-05-22T02:48:15.336" v="896" actId="403"/>
          <ac:spMkLst>
            <pc:docMk/>
            <pc:sldMk cId="0" sldId="287"/>
            <ac:spMk id="10" creationId="{00000000-0000-0000-0000-000000000000}"/>
          </ac:spMkLst>
        </pc:spChg>
        <pc:spChg chg="mod">
          <ac:chgData name="松川 岳久" userId="d79c3d20-a060-4dfd-b135-b1c4226336af" providerId="ADAL" clId="{F9FFB3E8-DE2E-4685-B669-4E4FAF868C9E}" dt="2026-05-22T02:48:15.336" v="896" actId="403"/>
          <ac:spMkLst>
            <pc:docMk/>
            <pc:sldMk cId="0" sldId="287"/>
            <ac:spMk id="11" creationId="{00000000-0000-0000-0000-000000000000}"/>
          </ac:spMkLst>
        </pc:spChg>
        <pc:spChg chg="mod">
          <ac:chgData name="松川 岳久" userId="d79c3d20-a060-4dfd-b135-b1c4226336af" providerId="ADAL" clId="{F9FFB3E8-DE2E-4685-B669-4E4FAF868C9E}" dt="2026-05-22T02:48:15.336" v="896" actId="403"/>
          <ac:spMkLst>
            <pc:docMk/>
            <pc:sldMk cId="0" sldId="287"/>
            <ac:spMk id="12" creationId="{00000000-0000-0000-0000-000000000000}"/>
          </ac:spMkLst>
        </pc:spChg>
        <pc:spChg chg="mod">
          <ac:chgData name="松川 岳久" userId="d79c3d20-a060-4dfd-b135-b1c4226336af" providerId="ADAL" clId="{F9FFB3E8-DE2E-4685-B669-4E4FAF868C9E}" dt="2026-05-22T02:48:15.336" v="896" actId="403"/>
          <ac:spMkLst>
            <pc:docMk/>
            <pc:sldMk cId="0" sldId="287"/>
            <ac:spMk id="14" creationId="{00000000-0000-0000-0000-000000000000}"/>
          </ac:spMkLst>
        </pc:spChg>
        <pc:spChg chg="mod">
          <ac:chgData name="松川 岳久" userId="d79c3d20-a060-4dfd-b135-b1c4226336af" providerId="ADAL" clId="{F9FFB3E8-DE2E-4685-B669-4E4FAF868C9E}" dt="2026-05-22T02:48:15.336" v="896" actId="403"/>
          <ac:spMkLst>
            <pc:docMk/>
            <pc:sldMk cId="0" sldId="287"/>
            <ac:spMk id="15" creationId="{00000000-0000-0000-0000-000000000000}"/>
          </ac:spMkLst>
        </pc:spChg>
        <pc:spChg chg="mod">
          <ac:chgData name="松川 岳久" userId="d79c3d20-a060-4dfd-b135-b1c4226336af" providerId="ADAL" clId="{F9FFB3E8-DE2E-4685-B669-4E4FAF868C9E}" dt="2026-05-22T02:48:15.336" v="896" actId="403"/>
          <ac:spMkLst>
            <pc:docMk/>
            <pc:sldMk cId="0" sldId="287"/>
            <ac:spMk id="16" creationId="{00000000-0000-0000-0000-000000000000}"/>
          </ac:spMkLst>
        </pc:spChg>
        <pc:spChg chg="mod">
          <ac:chgData name="松川 岳久" userId="d79c3d20-a060-4dfd-b135-b1c4226336af" providerId="ADAL" clId="{F9FFB3E8-DE2E-4685-B669-4E4FAF868C9E}" dt="2026-05-22T02:56:18.646" v="956" actId="14100"/>
          <ac:spMkLst>
            <pc:docMk/>
            <pc:sldMk cId="0" sldId="287"/>
            <ac:spMk id="17" creationId="{00000000-0000-0000-0000-000000000000}"/>
          </ac:spMkLst>
        </pc:spChg>
        <pc:spChg chg="mod">
          <ac:chgData name="松川 岳久" userId="d79c3d20-a060-4dfd-b135-b1c4226336af" providerId="ADAL" clId="{F9FFB3E8-DE2E-4685-B669-4E4FAF868C9E}" dt="2026-05-22T02:56:25.903" v="957" actId="14100"/>
          <ac:spMkLst>
            <pc:docMk/>
            <pc:sldMk cId="0" sldId="287"/>
            <ac:spMk id="18" creationId="{00000000-0000-0000-0000-000000000000}"/>
          </ac:spMkLst>
        </pc:spChg>
        <pc:spChg chg="mod">
          <ac:chgData name="松川 岳久" userId="d79c3d20-a060-4dfd-b135-b1c4226336af" providerId="ADAL" clId="{F9FFB3E8-DE2E-4685-B669-4E4FAF868C9E}" dt="2026-05-22T02:48:15.336" v="896" actId="403"/>
          <ac:spMkLst>
            <pc:docMk/>
            <pc:sldMk cId="0" sldId="287"/>
            <ac:spMk id="19" creationId="{00000000-0000-0000-0000-000000000000}"/>
          </ac:spMkLst>
        </pc:spChg>
        <pc:spChg chg="mod">
          <ac:chgData name="松川 岳久" userId="d79c3d20-a060-4dfd-b135-b1c4226336af" providerId="ADAL" clId="{F9FFB3E8-DE2E-4685-B669-4E4FAF868C9E}" dt="2026-05-22T02:59:23.236" v="1023"/>
          <ac:spMkLst>
            <pc:docMk/>
            <pc:sldMk cId="0" sldId="287"/>
            <ac:spMk id="20" creationId="{00000000-0000-0000-0000-000000000000}"/>
          </ac:spMkLst>
        </pc:spChg>
        <pc:spChg chg="add mod">
          <ac:chgData name="松川 岳久" userId="d79c3d20-a060-4dfd-b135-b1c4226336af" providerId="ADAL" clId="{F9FFB3E8-DE2E-4685-B669-4E4FAF868C9E}" dt="2026-05-22T02:57:18.804" v="972" actId="1076"/>
          <ac:spMkLst>
            <pc:docMk/>
            <pc:sldMk cId="0" sldId="287"/>
            <ac:spMk id="23" creationId="{D86B37C4-CBCC-A9D1-29F3-E100BFA5F7C0}"/>
          </ac:spMkLst>
        </pc:spChg>
        <pc:spChg chg="add mod">
          <ac:chgData name="松川 岳久" userId="d79c3d20-a060-4dfd-b135-b1c4226336af" providerId="ADAL" clId="{F9FFB3E8-DE2E-4685-B669-4E4FAF868C9E}" dt="2026-05-22T02:58:01.286" v="980" actId="404"/>
          <ac:spMkLst>
            <pc:docMk/>
            <pc:sldMk cId="0" sldId="287"/>
            <ac:spMk id="25" creationId="{5CB8EE20-9C45-E0DF-2D04-C945A0EAAE1E}"/>
          </ac:spMkLst>
        </pc:spChg>
        <pc:spChg chg="add mod">
          <ac:chgData name="松川 岳久" userId="d79c3d20-a060-4dfd-b135-b1c4226336af" providerId="ADAL" clId="{F9FFB3E8-DE2E-4685-B669-4E4FAF868C9E}" dt="2026-05-22T02:59:01.620" v="1012" actId="1076"/>
          <ac:spMkLst>
            <pc:docMk/>
            <pc:sldMk cId="0" sldId="287"/>
            <ac:spMk id="28" creationId="{624D85B5-F42E-5CA6-686E-BE1ABC741847}"/>
          </ac:spMkLst>
        </pc:spChg>
        <pc:picChg chg="add mod">
          <ac:chgData name="松川 岳久" userId="d79c3d20-a060-4dfd-b135-b1c4226336af" providerId="ADAL" clId="{F9FFB3E8-DE2E-4685-B669-4E4FAF868C9E}" dt="2026-05-22T02:57:28.137" v="973" actId="1076"/>
          <ac:picMkLst>
            <pc:docMk/>
            <pc:sldMk cId="0" sldId="287"/>
            <ac:picMk id="21" creationId="{73077292-59ED-9F5D-F210-4FB141EF44B6}"/>
          </ac:picMkLst>
        </pc:picChg>
        <pc:cxnChg chg="add mod">
          <ac:chgData name="松川 岳久" userId="d79c3d20-a060-4dfd-b135-b1c4226336af" providerId="ADAL" clId="{F9FFB3E8-DE2E-4685-B669-4E4FAF868C9E}" dt="2026-05-22T02:58:21.104" v="982" actId="693"/>
          <ac:cxnSpMkLst>
            <pc:docMk/>
            <pc:sldMk cId="0" sldId="287"/>
            <ac:cxnSpMk id="27" creationId="{2D37DA19-7FCF-CC25-7F8F-420808970D70}"/>
          </ac:cxnSpMkLst>
        </pc:cxnChg>
      </pc:sldChg>
      <pc:sldChg chg="modSp mod">
        <pc:chgData name="松川 岳久" userId="d79c3d20-a060-4dfd-b135-b1c4226336af" providerId="ADAL" clId="{F9FFB3E8-DE2E-4685-B669-4E4FAF868C9E}" dt="2026-05-22T02:52:18.411" v="939"/>
        <pc:sldMkLst>
          <pc:docMk/>
          <pc:sldMk cId="0" sldId="288"/>
        </pc:sldMkLst>
        <pc:spChg chg="mod">
          <ac:chgData name="松川 岳久" userId="d79c3d20-a060-4dfd-b135-b1c4226336af" providerId="ADAL" clId="{F9FFB3E8-DE2E-4685-B669-4E4FAF868C9E}" dt="2026-05-22T02:51:26.911" v="905" actId="14100"/>
          <ac:spMkLst>
            <pc:docMk/>
            <pc:sldMk cId="0" sldId="288"/>
            <ac:spMk id="2" creationId="{00000000-0000-0000-0000-000000000000}"/>
          </ac:spMkLst>
        </pc:spChg>
        <pc:spChg chg="mod">
          <ac:chgData name="松川 岳久" userId="d79c3d20-a060-4dfd-b135-b1c4226336af" providerId="ADAL" clId="{F9FFB3E8-DE2E-4685-B669-4E4FAF868C9E}" dt="2026-05-22T02:51:35.588" v="909" actId="403"/>
          <ac:spMkLst>
            <pc:docMk/>
            <pc:sldMk cId="0" sldId="288"/>
            <ac:spMk id="15" creationId="{00000000-0000-0000-0000-000000000000}"/>
          </ac:spMkLst>
        </pc:spChg>
        <pc:spChg chg="mod">
          <ac:chgData name="松川 岳久" userId="d79c3d20-a060-4dfd-b135-b1c4226336af" providerId="ADAL" clId="{F9FFB3E8-DE2E-4685-B669-4E4FAF868C9E}" dt="2026-05-22T02:51:39.461" v="913" actId="403"/>
          <ac:spMkLst>
            <pc:docMk/>
            <pc:sldMk cId="0" sldId="288"/>
            <ac:spMk id="17" creationId="{00000000-0000-0000-0000-000000000000}"/>
          </ac:spMkLst>
        </pc:spChg>
        <pc:spChg chg="mod">
          <ac:chgData name="松川 岳久" userId="d79c3d20-a060-4dfd-b135-b1c4226336af" providerId="ADAL" clId="{F9FFB3E8-DE2E-4685-B669-4E4FAF868C9E}" dt="2026-05-22T02:51:50.345" v="915" actId="403"/>
          <ac:spMkLst>
            <pc:docMk/>
            <pc:sldMk cId="0" sldId="288"/>
            <ac:spMk id="18" creationId="{00000000-0000-0000-0000-000000000000}"/>
          </ac:spMkLst>
        </pc:spChg>
        <pc:spChg chg="mod">
          <ac:chgData name="松川 岳久" userId="d79c3d20-a060-4dfd-b135-b1c4226336af" providerId="ADAL" clId="{F9FFB3E8-DE2E-4685-B669-4E4FAF868C9E}" dt="2026-05-22T02:51:50.345" v="915" actId="403"/>
          <ac:spMkLst>
            <pc:docMk/>
            <pc:sldMk cId="0" sldId="288"/>
            <ac:spMk id="19" creationId="{00000000-0000-0000-0000-000000000000}"/>
          </ac:spMkLst>
        </pc:spChg>
        <pc:spChg chg="mod">
          <ac:chgData name="松川 岳久" userId="d79c3d20-a060-4dfd-b135-b1c4226336af" providerId="ADAL" clId="{F9FFB3E8-DE2E-4685-B669-4E4FAF868C9E}" dt="2026-05-22T02:52:02.960" v="925" actId="1036"/>
          <ac:spMkLst>
            <pc:docMk/>
            <pc:sldMk cId="0" sldId="288"/>
            <ac:spMk id="20" creationId="{00000000-0000-0000-0000-000000000000}"/>
          </ac:spMkLst>
        </pc:spChg>
        <pc:spChg chg="mod">
          <ac:chgData name="松川 岳久" userId="d79c3d20-a060-4dfd-b135-b1c4226336af" providerId="ADAL" clId="{F9FFB3E8-DE2E-4685-B669-4E4FAF868C9E}" dt="2026-05-22T02:52:18.411" v="939"/>
          <ac:spMkLst>
            <pc:docMk/>
            <pc:sldMk cId="0" sldId="288"/>
            <ac:spMk id="21" creationId="{00000000-0000-0000-0000-000000000000}"/>
          </ac:spMkLst>
        </pc:spChg>
      </pc:sldChg>
      <pc:sldChg chg="modSp mod">
        <pc:chgData name="松川 岳久" userId="d79c3d20-a060-4dfd-b135-b1c4226336af" providerId="ADAL" clId="{F9FFB3E8-DE2E-4685-B669-4E4FAF868C9E}" dt="2026-05-22T03:01:13.161" v="1050" actId="1076"/>
        <pc:sldMkLst>
          <pc:docMk/>
          <pc:sldMk cId="0" sldId="289"/>
        </pc:sldMkLst>
        <pc:spChg chg="mod">
          <ac:chgData name="松川 岳久" userId="d79c3d20-a060-4dfd-b135-b1c4226336af" providerId="ADAL" clId="{F9FFB3E8-DE2E-4685-B669-4E4FAF868C9E}" dt="2026-05-22T02:59:39.455" v="1027" actId="403"/>
          <ac:spMkLst>
            <pc:docMk/>
            <pc:sldMk cId="0" sldId="289"/>
            <ac:spMk id="3" creationId="{00000000-0000-0000-0000-000000000000}"/>
          </ac:spMkLst>
        </pc:spChg>
        <pc:spChg chg="mod">
          <ac:chgData name="松川 岳久" userId="d79c3d20-a060-4dfd-b135-b1c4226336af" providerId="ADAL" clId="{F9FFB3E8-DE2E-4685-B669-4E4FAF868C9E}" dt="2026-05-22T03:00:09.963" v="1034" actId="1076"/>
          <ac:spMkLst>
            <pc:docMk/>
            <pc:sldMk cId="0" sldId="289"/>
            <ac:spMk id="5" creationId="{00000000-0000-0000-0000-000000000000}"/>
          </ac:spMkLst>
        </pc:spChg>
        <pc:spChg chg="mod">
          <ac:chgData name="松川 岳久" userId="d79c3d20-a060-4dfd-b135-b1c4226336af" providerId="ADAL" clId="{F9FFB3E8-DE2E-4685-B669-4E4FAF868C9E}" dt="2026-05-22T03:00:09.963" v="1034" actId="1076"/>
          <ac:spMkLst>
            <pc:docMk/>
            <pc:sldMk cId="0" sldId="289"/>
            <ac:spMk id="6" creationId="{00000000-0000-0000-0000-000000000000}"/>
          </ac:spMkLst>
        </pc:spChg>
        <pc:spChg chg="mod">
          <ac:chgData name="松川 岳久" userId="d79c3d20-a060-4dfd-b135-b1c4226336af" providerId="ADAL" clId="{F9FFB3E8-DE2E-4685-B669-4E4FAF868C9E}" dt="2026-05-22T03:00:47.644" v="1043" actId="403"/>
          <ac:spMkLst>
            <pc:docMk/>
            <pc:sldMk cId="0" sldId="289"/>
            <ac:spMk id="7" creationId="{00000000-0000-0000-0000-000000000000}"/>
          </ac:spMkLst>
        </pc:spChg>
        <pc:spChg chg="mod">
          <ac:chgData name="松川 岳久" userId="d79c3d20-a060-4dfd-b135-b1c4226336af" providerId="ADAL" clId="{F9FFB3E8-DE2E-4685-B669-4E4FAF868C9E}" dt="2026-05-22T03:00:51.953" v="1044" actId="20577"/>
          <ac:spMkLst>
            <pc:docMk/>
            <pc:sldMk cId="0" sldId="289"/>
            <ac:spMk id="8" creationId="{00000000-0000-0000-0000-000000000000}"/>
          </ac:spMkLst>
        </pc:spChg>
        <pc:spChg chg="mod">
          <ac:chgData name="松川 岳久" userId="d79c3d20-a060-4dfd-b135-b1c4226336af" providerId="ADAL" clId="{F9FFB3E8-DE2E-4685-B669-4E4FAF868C9E}" dt="2026-05-22T03:00:30.018" v="1039" actId="1076"/>
          <ac:spMkLst>
            <pc:docMk/>
            <pc:sldMk cId="0" sldId="289"/>
            <ac:spMk id="9" creationId="{00000000-0000-0000-0000-000000000000}"/>
          </ac:spMkLst>
        </pc:spChg>
        <pc:spChg chg="mod">
          <ac:chgData name="松川 岳久" userId="d79c3d20-a060-4dfd-b135-b1c4226336af" providerId="ADAL" clId="{F9FFB3E8-DE2E-4685-B669-4E4FAF868C9E}" dt="2026-05-22T03:00:21.554" v="1036" actId="1076"/>
          <ac:spMkLst>
            <pc:docMk/>
            <pc:sldMk cId="0" sldId="289"/>
            <ac:spMk id="10" creationId="{00000000-0000-0000-0000-000000000000}"/>
          </ac:spMkLst>
        </pc:spChg>
        <pc:spChg chg="mod">
          <ac:chgData name="松川 岳久" userId="d79c3d20-a060-4dfd-b135-b1c4226336af" providerId="ADAL" clId="{F9FFB3E8-DE2E-4685-B669-4E4FAF868C9E}" dt="2026-05-22T03:01:13.161" v="1050" actId="1076"/>
          <ac:spMkLst>
            <pc:docMk/>
            <pc:sldMk cId="0" sldId="289"/>
            <ac:spMk id="11" creationId="{00000000-0000-0000-0000-000000000000}"/>
          </ac:spMkLst>
        </pc:spChg>
        <pc:spChg chg="mod">
          <ac:chgData name="松川 岳久" userId="d79c3d20-a060-4dfd-b135-b1c4226336af" providerId="ADAL" clId="{F9FFB3E8-DE2E-4685-B669-4E4FAF868C9E}" dt="2026-05-22T03:01:09.961" v="1049" actId="1076"/>
          <ac:spMkLst>
            <pc:docMk/>
            <pc:sldMk cId="0" sldId="289"/>
            <ac:spMk id="12" creationId="{00000000-0000-0000-0000-000000000000}"/>
          </ac:spMkLst>
        </pc:spChg>
        <pc:graphicFrameChg chg="mod modGraphic">
          <ac:chgData name="松川 岳久" userId="d79c3d20-a060-4dfd-b135-b1c4226336af" providerId="ADAL" clId="{F9FFB3E8-DE2E-4685-B669-4E4FAF868C9E}" dt="2026-05-22T03:00:33.814" v="1040" actId="14100"/>
          <ac:graphicFrameMkLst>
            <pc:docMk/>
            <pc:sldMk cId="0" sldId="289"/>
            <ac:graphicFrameMk id="35" creationId="{00000000-0000-0000-0000-000000000000}"/>
          </ac:graphicFrameMkLst>
        </pc:graphicFrameChg>
      </pc:sldChg>
      <pc:sldChg chg="addSp modSp mod">
        <pc:chgData name="松川 岳久" userId="d79c3d20-a060-4dfd-b135-b1c4226336af" providerId="ADAL" clId="{F9FFB3E8-DE2E-4685-B669-4E4FAF868C9E}" dt="2026-05-27T05:40:58.760" v="4042" actId="1076"/>
        <pc:sldMkLst>
          <pc:docMk/>
          <pc:sldMk cId="0" sldId="290"/>
        </pc:sldMkLst>
        <pc:spChg chg="mod">
          <ac:chgData name="松川 岳久" userId="d79c3d20-a060-4dfd-b135-b1c4226336af" providerId="ADAL" clId="{F9FFB3E8-DE2E-4685-B669-4E4FAF868C9E}" dt="2026-05-22T03:02:09.929" v="1054" actId="403"/>
          <ac:spMkLst>
            <pc:docMk/>
            <pc:sldMk cId="0" sldId="290"/>
            <ac:spMk id="4" creationId="{00000000-0000-0000-0000-000000000000}"/>
          </ac:spMkLst>
        </pc:spChg>
        <pc:spChg chg="mod">
          <ac:chgData name="松川 岳久" userId="d79c3d20-a060-4dfd-b135-b1c4226336af" providerId="ADAL" clId="{F9FFB3E8-DE2E-4685-B669-4E4FAF868C9E}" dt="2026-05-22T03:02:57.819" v="1087"/>
          <ac:spMkLst>
            <pc:docMk/>
            <pc:sldMk cId="0" sldId="290"/>
            <ac:spMk id="5" creationId="{00000000-0000-0000-0000-000000000000}"/>
          </ac:spMkLst>
        </pc:spChg>
        <pc:spChg chg="mod">
          <ac:chgData name="松川 岳久" userId="d79c3d20-a060-4dfd-b135-b1c4226336af" providerId="ADAL" clId="{F9FFB3E8-DE2E-4685-B669-4E4FAF868C9E}" dt="2026-05-22T03:02:54.320" v="1071" actId="1076"/>
          <ac:spMkLst>
            <pc:docMk/>
            <pc:sldMk cId="0" sldId="290"/>
            <ac:spMk id="6" creationId="{00000000-0000-0000-0000-000000000000}"/>
          </ac:spMkLst>
        </pc:spChg>
        <pc:spChg chg="mod">
          <ac:chgData name="松川 岳久" userId="d79c3d20-a060-4dfd-b135-b1c4226336af" providerId="ADAL" clId="{F9FFB3E8-DE2E-4685-B669-4E4FAF868C9E}" dt="2026-05-22T03:02:54.320" v="1071" actId="1076"/>
          <ac:spMkLst>
            <pc:docMk/>
            <pc:sldMk cId="0" sldId="290"/>
            <ac:spMk id="7" creationId="{00000000-0000-0000-0000-000000000000}"/>
          </ac:spMkLst>
        </pc:spChg>
        <pc:spChg chg="mod">
          <ac:chgData name="松川 岳久" userId="d79c3d20-a060-4dfd-b135-b1c4226336af" providerId="ADAL" clId="{F9FFB3E8-DE2E-4685-B669-4E4FAF868C9E}" dt="2026-05-22T03:02:54.320" v="1071" actId="1076"/>
          <ac:spMkLst>
            <pc:docMk/>
            <pc:sldMk cId="0" sldId="290"/>
            <ac:spMk id="8" creationId="{00000000-0000-0000-0000-000000000000}"/>
          </ac:spMkLst>
        </pc:spChg>
        <pc:spChg chg="mod">
          <ac:chgData name="松川 岳久" userId="d79c3d20-a060-4dfd-b135-b1c4226336af" providerId="ADAL" clId="{F9FFB3E8-DE2E-4685-B669-4E4FAF868C9E}" dt="2026-05-22T03:02:54.320" v="1071" actId="1076"/>
          <ac:spMkLst>
            <pc:docMk/>
            <pc:sldMk cId="0" sldId="290"/>
            <ac:spMk id="9" creationId="{00000000-0000-0000-0000-000000000000}"/>
          </ac:spMkLst>
        </pc:spChg>
        <pc:spChg chg="add mod">
          <ac:chgData name="松川 岳久" userId="d79c3d20-a060-4dfd-b135-b1c4226336af" providerId="ADAL" clId="{F9FFB3E8-DE2E-4685-B669-4E4FAF868C9E}" dt="2026-05-22T03:05:03.961" v="1193" actId="1076"/>
          <ac:spMkLst>
            <pc:docMk/>
            <pc:sldMk cId="0" sldId="290"/>
            <ac:spMk id="12" creationId="{E28C6B2F-5BA7-C0F9-7D10-1F3D987DB9A9}"/>
          </ac:spMkLst>
        </pc:spChg>
        <pc:spChg chg="add mod">
          <ac:chgData name="松川 岳久" userId="d79c3d20-a060-4dfd-b135-b1c4226336af" providerId="ADAL" clId="{F9FFB3E8-DE2E-4685-B669-4E4FAF868C9E}" dt="2026-05-27T05:40:58.760" v="4042" actId="1076"/>
          <ac:spMkLst>
            <pc:docMk/>
            <pc:sldMk cId="0" sldId="290"/>
            <ac:spMk id="13" creationId="{09BC67EA-C72F-EECB-216F-0933289CF13C}"/>
          </ac:spMkLst>
        </pc:spChg>
        <pc:graphicFrameChg chg="mod modGraphic">
          <ac:chgData name="松川 岳久" userId="d79c3d20-a060-4dfd-b135-b1c4226336af" providerId="ADAL" clId="{F9FFB3E8-DE2E-4685-B669-4E4FAF868C9E}" dt="2026-05-22T03:02:48.028" v="1070" actId="14100"/>
          <ac:graphicFrameMkLst>
            <pc:docMk/>
            <pc:sldMk cId="0" sldId="290"/>
            <ac:graphicFrameMk id="36" creationId="{00000000-0000-0000-0000-000000000000}"/>
          </ac:graphicFrameMkLst>
        </pc:graphicFrameChg>
        <pc:picChg chg="add mod">
          <ac:chgData name="松川 岳久" userId="d79c3d20-a060-4dfd-b135-b1c4226336af" providerId="ADAL" clId="{F9FFB3E8-DE2E-4685-B669-4E4FAF868C9E}" dt="2026-05-22T03:04:34.564" v="1092" actId="1076"/>
          <ac:picMkLst>
            <pc:docMk/>
            <pc:sldMk cId="0" sldId="290"/>
            <ac:picMk id="11" creationId="{4396BA11-8279-3C31-59F7-E19C30979163}"/>
          </ac:picMkLst>
        </pc:picChg>
        <pc:picChg chg="add mod">
          <ac:chgData name="松川 岳久" userId="d79c3d20-a060-4dfd-b135-b1c4226336af" providerId="ADAL" clId="{F9FFB3E8-DE2E-4685-B669-4E4FAF868C9E}" dt="2026-05-22T03:05:55.661" v="1199" actId="1076"/>
          <ac:picMkLst>
            <pc:docMk/>
            <pc:sldMk cId="0" sldId="290"/>
            <ac:picMk id="14" creationId="{CDF56835-2850-F9A4-5835-5DCCB24A5B62}"/>
          </ac:picMkLst>
        </pc:picChg>
      </pc:sldChg>
      <pc:sldChg chg="modSp mod">
        <pc:chgData name="松川 岳久" userId="d79c3d20-a060-4dfd-b135-b1c4226336af" providerId="ADAL" clId="{F9FFB3E8-DE2E-4685-B669-4E4FAF868C9E}" dt="2026-05-27T05:41:21.469" v="4048" actId="20577"/>
        <pc:sldMkLst>
          <pc:docMk/>
          <pc:sldMk cId="0" sldId="291"/>
        </pc:sldMkLst>
        <pc:spChg chg="mod">
          <ac:chgData name="松川 岳久" userId="d79c3d20-a060-4dfd-b135-b1c4226336af" providerId="ADAL" clId="{F9FFB3E8-DE2E-4685-B669-4E4FAF868C9E}" dt="2026-05-22T03:08:10.841" v="1214" actId="403"/>
          <ac:spMkLst>
            <pc:docMk/>
            <pc:sldMk cId="0" sldId="291"/>
            <ac:spMk id="8" creationId="{00000000-0000-0000-0000-000000000000}"/>
          </ac:spMkLst>
        </pc:spChg>
        <pc:spChg chg="mod">
          <ac:chgData name="松川 岳久" userId="d79c3d20-a060-4dfd-b135-b1c4226336af" providerId="ADAL" clId="{F9FFB3E8-DE2E-4685-B669-4E4FAF868C9E}" dt="2026-05-27T05:41:21.469" v="4048" actId="20577"/>
          <ac:spMkLst>
            <pc:docMk/>
            <pc:sldMk cId="0" sldId="291"/>
            <ac:spMk id="9" creationId="{00000000-0000-0000-0000-000000000000}"/>
          </ac:spMkLst>
        </pc:spChg>
        <pc:graphicFrameChg chg="mod modGraphic">
          <ac:chgData name="松川 岳久" userId="d79c3d20-a060-4dfd-b135-b1c4226336af" providerId="ADAL" clId="{F9FFB3E8-DE2E-4685-B669-4E4FAF868C9E}" dt="2026-05-22T03:08:02.030" v="1210" actId="14100"/>
          <ac:graphicFrameMkLst>
            <pc:docMk/>
            <pc:sldMk cId="0" sldId="291"/>
            <ac:graphicFrameMk id="37" creationId="{00000000-0000-0000-0000-000000000000}"/>
          </ac:graphicFrameMkLst>
        </pc:graphicFrameChg>
      </pc:sldChg>
      <pc:sldChg chg="addSp delSp modSp mod">
        <pc:chgData name="松川 岳久" userId="d79c3d20-a060-4dfd-b135-b1c4226336af" providerId="ADAL" clId="{F9FFB3E8-DE2E-4685-B669-4E4FAF868C9E}" dt="2026-05-27T05:38:53.394" v="4001" actId="27614"/>
        <pc:sldMkLst>
          <pc:docMk/>
          <pc:sldMk cId="0" sldId="292"/>
        </pc:sldMkLst>
        <pc:spChg chg="mod">
          <ac:chgData name="松川 岳久" userId="d79c3d20-a060-4dfd-b135-b1c4226336af" providerId="ADAL" clId="{F9FFB3E8-DE2E-4685-B669-4E4FAF868C9E}" dt="2026-05-22T03:08:34.753" v="1220" actId="403"/>
          <ac:spMkLst>
            <pc:docMk/>
            <pc:sldMk cId="0" sldId="292"/>
            <ac:spMk id="9" creationId="{00000000-0000-0000-0000-000000000000}"/>
          </ac:spMkLst>
        </pc:spChg>
        <pc:spChg chg="mod">
          <ac:chgData name="松川 岳久" userId="d79c3d20-a060-4dfd-b135-b1c4226336af" providerId="ADAL" clId="{F9FFB3E8-DE2E-4685-B669-4E4FAF868C9E}" dt="2026-05-22T03:08:34.753" v="1220" actId="403"/>
          <ac:spMkLst>
            <pc:docMk/>
            <pc:sldMk cId="0" sldId="292"/>
            <ac:spMk id="10" creationId="{00000000-0000-0000-0000-000000000000}"/>
          </ac:spMkLst>
        </pc:spChg>
        <pc:spChg chg="mod">
          <ac:chgData name="松川 岳久" userId="d79c3d20-a060-4dfd-b135-b1c4226336af" providerId="ADAL" clId="{F9FFB3E8-DE2E-4685-B669-4E4FAF868C9E}" dt="2026-05-22T03:08:34.753" v="1220" actId="403"/>
          <ac:spMkLst>
            <pc:docMk/>
            <pc:sldMk cId="0" sldId="292"/>
            <ac:spMk id="11" creationId="{00000000-0000-0000-0000-000000000000}"/>
          </ac:spMkLst>
        </pc:spChg>
        <pc:spChg chg="mod">
          <ac:chgData name="松川 岳久" userId="d79c3d20-a060-4dfd-b135-b1c4226336af" providerId="ADAL" clId="{F9FFB3E8-DE2E-4685-B669-4E4FAF868C9E}" dt="2026-05-22T03:15:54.877" v="1350"/>
          <ac:spMkLst>
            <pc:docMk/>
            <pc:sldMk cId="0" sldId="292"/>
            <ac:spMk id="12" creationId="{00000000-0000-0000-0000-000000000000}"/>
          </ac:spMkLst>
        </pc:spChg>
        <pc:spChg chg="add mod">
          <ac:chgData name="松川 岳久" userId="d79c3d20-a060-4dfd-b135-b1c4226336af" providerId="ADAL" clId="{F9FFB3E8-DE2E-4685-B669-4E4FAF868C9E}" dt="2026-05-27T05:37:59.301" v="3992" actId="1076"/>
          <ac:spMkLst>
            <pc:docMk/>
            <pc:sldMk cId="0" sldId="292"/>
            <ac:spMk id="13" creationId="{DB83737B-106A-729B-DF5C-F0F4D5ADC3A1}"/>
          </ac:spMkLst>
        </pc:spChg>
        <pc:graphicFrameChg chg="mod modGraphic">
          <ac:chgData name="松川 岳久" userId="d79c3d20-a060-4dfd-b135-b1c4226336af" providerId="ADAL" clId="{F9FFB3E8-DE2E-4685-B669-4E4FAF868C9E}" dt="2026-05-22T03:15:45.652" v="1330"/>
          <ac:graphicFrameMkLst>
            <pc:docMk/>
            <pc:sldMk cId="0" sldId="292"/>
            <ac:graphicFrameMk id="38" creationId="{00000000-0000-0000-0000-000000000000}"/>
          </ac:graphicFrameMkLst>
        </pc:graphicFrameChg>
        <pc:picChg chg="add mod">
          <ac:chgData name="松川 岳久" userId="d79c3d20-a060-4dfd-b135-b1c4226336af" providerId="ADAL" clId="{F9FFB3E8-DE2E-4685-B669-4E4FAF868C9E}" dt="2026-05-27T05:38:53.394" v="4001" actId="27614"/>
          <ac:picMkLst>
            <pc:docMk/>
            <pc:sldMk cId="0" sldId="292"/>
            <ac:picMk id="15" creationId="{EC5FBFC9-003E-D1E6-A293-3BA962AF04B3}"/>
          </ac:picMkLst>
        </pc:picChg>
      </pc:sldChg>
      <pc:sldChg chg="modSp mod">
        <pc:chgData name="松川 岳久" userId="d79c3d20-a060-4dfd-b135-b1c4226336af" providerId="ADAL" clId="{F9FFB3E8-DE2E-4685-B669-4E4FAF868C9E}" dt="2026-05-22T04:10:35.290" v="1358" actId="122"/>
        <pc:sldMkLst>
          <pc:docMk/>
          <pc:sldMk cId="0" sldId="293"/>
        </pc:sldMkLst>
        <pc:graphicFrameChg chg="mod modGraphic">
          <ac:chgData name="松川 岳久" userId="d79c3d20-a060-4dfd-b135-b1c4226336af" providerId="ADAL" clId="{F9FFB3E8-DE2E-4685-B669-4E4FAF868C9E}" dt="2026-05-22T04:10:35.290" v="1358" actId="122"/>
          <ac:graphicFrameMkLst>
            <pc:docMk/>
            <pc:sldMk cId="0" sldId="293"/>
            <ac:graphicFrameMk id="39" creationId="{00000000-0000-0000-0000-000000000000}"/>
          </ac:graphicFrameMkLst>
        </pc:graphicFrameChg>
      </pc:sldChg>
      <pc:sldChg chg="modSp mod">
        <pc:chgData name="松川 岳久" userId="d79c3d20-a060-4dfd-b135-b1c4226336af" providerId="ADAL" clId="{F9FFB3E8-DE2E-4685-B669-4E4FAF868C9E}" dt="2026-05-27T05:42:23.702" v="4049" actId="14100"/>
        <pc:sldMkLst>
          <pc:docMk/>
          <pc:sldMk cId="0" sldId="295"/>
        </pc:sldMkLst>
        <pc:spChg chg="mod">
          <ac:chgData name="松川 岳久" userId="d79c3d20-a060-4dfd-b135-b1c4226336af" providerId="ADAL" clId="{F9FFB3E8-DE2E-4685-B669-4E4FAF868C9E}" dt="2026-05-22T04:20:34.307" v="1462" actId="403"/>
          <ac:spMkLst>
            <pc:docMk/>
            <pc:sldMk cId="0" sldId="295"/>
            <ac:spMk id="6" creationId="{00000000-0000-0000-0000-000000000000}"/>
          </ac:spMkLst>
        </pc:spChg>
        <pc:spChg chg="mod">
          <ac:chgData name="松川 岳久" userId="d79c3d20-a060-4dfd-b135-b1c4226336af" providerId="ADAL" clId="{F9FFB3E8-DE2E-4685-B669-4E4FAF868C9E}" dt="2026-05-27T05:42:23.702" v="4049" actId="14100"/>
          <ac:spMkLst>
            <pc:docMk/>
            <pc:sldMk cId="0" sldId="295"/>
            <ac:spMk id="7" creationId="{00000000-0000-0000-0000-000000000000}"/>
          </ac:spMkLst>
        </pc:spChg>
        <pc:spChg chg="mod">
          <ac:chgData name="松川 岳久" userId="d79c3d20-a060-4dfd-b135-b1c4226336af" providerId="ADAL" clId="{F9FFB3E8-DE2E-4685-B669-4E4FAF868C9E}" dt="2026-05-22T04:20:41.066" v="1467" actId="403"/>
          <ac:spMkLst>
            <pc:docMk/>
            <pc:sldMk cId="0" sldId="295"/>
            <ac:spMk id="8" creationId="{00000000-0000-0000-0000-000000000000}"/>
          </ac:spMkLst>
        </pc:spChg>
        <pc:spChg chg="mod">
          <ac:chgData name="松川 岳久" userId="d79c3d20-a060-4dfd-b135-b1c4226336af" providerId="ADAL" clId="{F9FFB3E8-DE2E-4685-B669-4E4FAF868C9E}" dt="2026-05-22T04:20:41.066" v="1467" actId="403"/>
          <ac:spMkLst>
            <pc:docMk/>
            <pc:sldMk cId="0" sldId="295"/>
            <ac:spMk id="10" creationId="{00000000-0000-0000-0000-000000000000}"/>
          </ac:spMkLst>
        </pc:spChg>
        <pc:spChg chg="mod">
          <ac:chgData name="松川 岳久" userId="d79c3d20-a060-4dfd-b135-b1c4226336af" providerId="ADAL" clId="{F9FFB3E8-DE2E-4685-B669-4E4FAF868C9E}" dt="2026-05-22T04:20:41.066" v="1467" actId="403"/>
          <ac:spMkLst>
            <pc:docMk/>
            <pc:sldMk cId="0" sldId="295"/>
            <ac:spMk id="11" creationId="{00000000-0000-0000-0000-000000000000}"/>
          </ac:spMkLst>
        </pc:spChg>
        <pc:spChg chg="mod">
          <ac:chgData name="松川 岳久" userId="d79c3d20-a060-4dfd-b135-b1c4226336af" providerId="ADAL" clId="{F9FFB3E8-DE2E-4685-B669-4E4FAF868C9E}" dt="2026-05-22T04:20:47.235" v="1472" actId="403"/>
          <ac:spMkLst>
            <pc:docMk/>
            <pc:sldMk cId="0" sldId="295"/>
            <ac:spMk id="12" creationId="{00000000-0000-0000-0000-000000000000}"/>
          </ac:spMkLst>
        </pc:spChg>
        <pc:spChg chg="mod">
          <ac:chgData name="松川 岳久" userId="d79c3d20-a060-4dfd-b135-b1c4226336af" providerId="ADAL" clId="{F9FFB3E8-DE2E-4685-B669-4E4FAF868C9E}" dt="2026-05-22T04:20:47.235" v="1472" actId="403"/>
          <ac:spMkLst>
            <pc:docMk/>
            <pc:sldMk cId="0" sldId="295"/>
            <ac:spMk id="14" creationId="{00000000-0000-0000-0000-000000000000}"/>
          </ac:spMkLst>
        </pc:spChg>
        <pc:spChg chg="mod">
          <ac:chgData name="松川 岳久" userId="d79c3d20-a060-4dfd-b135-b1c4226336af" providerId="ADAL" clId="{F9FFB3E8-DE2E-4685-B669-4E4FAF868C9E}" dt="2026-05-22T04:20:47.235" v="1472" actId="403"/>
          <ac:spMkLst>
            <pc:docMk/>
            <pc:sldMk cId="0" sldId="295"/>
            <ac:spMk id="15" creationId="{00000000-0000-0000-0000-000000000000}"/>
          </ac:spMkLst>
        </pc:spChg>
      </pc:sldChg>
      <pc:sldChg chg="modSp mod">
        <pc:chgData name="松川 岳久" userId="d79c3d20-a060-4dfd-b135-b1c4226336af" providerId="ADAL" clId="{F9FFB3E8-DE2E-4685-B669-4E4FAF868C9E}" dt="2026-05-22T04:22:05.073" v="1489" actId="403"/>
        <pc:sldMkLst>
          <pc:docMk/>
          <pc:sldMk cId="0" sldId="297"/>
        </pc:sldMkLst>
        <pc:spChg chg="mod">
          <ac:chgData name="松川 岳久" userId="d79c3d20-a060-4dfd-b135-b1c4226336af" providerId="ADAL" clId="{F9FFB3E8-DE2E-4685-B669-4E4FAF868C9E}" dt="2026-05-22T04:21:42.217" v="1477" actId="403"/>
          <ac:spMkLst>
            <pc:docMk/>
            <pc:sldMk cId="0" sldId="297"/>
            <ac:spMk id="6" creationId="{00000000-0000-0000-0000-000000000000}"/>
          </ac:spMkLst>
        </pc:spChg>
        <pc:spChg chg="mod">
          <ac:chgData name="松川 岳久" userId="d79c3d20-a060-4dfd-b135-b1c4226336af" providerId="ADAL" clId="{F9FFB3E8-DE2E-4685-B669-4E4FAF868C9E}" dt="2026-05-22T04:21:42.217" v="1477" actId="403"/>
          <ac:spMkLst>
            <pc:docMk/>
            <pc:sldMk cId="0" sldId="297"/>
            <ac:spMk id="7" creationId="{00000000-0000-0000-0000-000000000000}"/>
          </ac:spMkLst>
        </pc:spChg>
        <pc:spChg chg="mod">
          <ac:chgData name="松川 岳久" userId="d79c3d20-a060-4dfd-b135-b1c4226336af" providerId="ADAL" clId="{F9FFB3E8-DE2E-4685-B669-4E4FAF868C9E}" dt="2026-05-22T04:21:47.340" v="1479" actId="403"/>
          <ac:spMkLst>
            <pc:docMk/>
            <pc:sldMk cId="0" sldId="297"/>
            <ac:spMk id="8" creationId="{00000000-0000-0000-0000-000000000000}"/>
          </ac:spMkLst>
        </pc:spChg>
        <pc:spChg chg="mod">
          <ac:chgData name="松川 岳久" userId="d79c3d20-a060-4dfd-b135-b1c4226336af" providerId="ADAL" clId="{F9FFB3E8-DE2E-4685-B669-4E4FAF868C9E}" dt="2026-05-22T04:21:51.318" v="1481" actId="403"/>
          <ac:spMkLst>
            <pc:docMk/>
            <pc:sldMk cId="0" sldId="297"/>
            <ac:spMk id="10" creationId="{00000000-0000-0000-0000-000000000000}"/>
          </ac:spMkLst>
        </pc:spChg>
        <pc:spChg chg="mod">
          <ac:chgData name="松川 岳久" userId="d79c3d20-a060-4dfd-b135-b1c4226336af" providerId="ADAL" clId="{F9FFB3E8-DE2E-4685-B669-4E4FAF868C9E}" dt="2026-05-22T04:21:51.318" v="1481" actId="403"/>
          <ac:spMkLst>
            <pc:docMk/>
            <pc:sldMk cId="0" sldId="297"/>
            <ac:spMk id="11" creationId="{00000000-0000-0000-0000-000000000000}"/>
          </ac:spMkLst>
        </pc:spChg>
        <pc:spChg chg="mod">
          <ac:chgData name="松川 岳久" userId="d79c3d20-a060-4dfd-b135-b1c4226336af" providerId="ADAL" clId="{F9FFB3E8-DE2E-4685-B669-4E4FAF868C9E}" dt="2026-05-22T04:21:59.574" v="1484" actId="403"/>
          <ac:spMkLst>
            <pc:docMk/>
            <pc:sldMk cId="0" sldId="297"/>
            <ac:spMk id="12" creationId="{00000000-0000-0000-0000-000000000000}"/>
          </ac:spMkLst>
        </pc:spChg>
        <pc:spChg chg="mod">
          <ac:chgData name="松川 岳久" userId="d79c3d20-a060-4dfd-b135-b1c4226336af" providerId="ADAL" clId="{F9FFB3E8-DE2E-4685-B669-4E4FAF868C9E}" dt="2026-05-22T04:22:05.073" v="1489" actId="403"/>
          <ac:spMkLst>
            <pc:docMk/>
            <pc:sldMk cId="0" sldId="297"/>
            <ac:spMk id="15" creationId="{00000000-0000-0000-0000-000000000000}"/>
          </ac:spMkLst>
        </pc:spChg>
        <pc:spChg chg="mod">
          <ac:chgData name="松川 岳久" userId="d79c3d20-a060-4dfd-b135-b1c4226336af" providerId="ADAL" clId="{F9FFB3E8-DE2E-4685-B669-4E4FAF868C9E}" dt="2026-05-22T04:22:05.073" v="1489" actId="403"/>
          <ac:spMkLst>
            <pc:docMk/>
            <pc:sldMk cId="0" sldId="297"/>
            <ac:spMk id="16" creationId="{00000000-0000-0000-0000-000000000000}"/>
          </ac:spMkLst>
        </pc:spChg>
      </pc:sldChg>
      <pc:sldChg chg="modSp mod">
        <pc:chgData name="松川 岳久" userId="d79c3d20-a060-4dfd-b135-b1c4226336af" providerId="ADAL" clId="{F9FFB3E8-DE2E-4685-B669-4E4FAF868C9E}" dt="2026-06-01T06:00:33.101" v="5204" actId="20577"/>
        <pc:sldMkLst>
          <pc:docMk/>
          <pc:sldMk cId="0" sldId="298"/>
        </pc:sldMkLst>
        <pc:spChg chg="mod">
          <ac:chgData name="松川 岳久" userId="d79c3d20-a060-4dfd-b135-b1c4226336af" providerId="ADAL" clId="{F9FFB3E8-DE2E-4685-B669-4E4FAF868C9E}" dt="2026-05-22T04:22:28.348" v="1490" actId="1076"/>
          <ac:spMkLst>
            <pc:docMk/>
            <pc:sldMk cId="0" sldId="298"/>
            <ac:spMk id="5" creationId="{00000000-0000-0000-0000-000000000000}"/>
          </ac:spMkLst>
        </pc:spChg>
        <pc:spChg chg="mod">
          <ac:chgData name="松川 岳久" userId="d79c3d20-a060-4dfd-b135-b1c4226336af" providerId="ADAL" clId="{F9FFB3E8-DE2E-4685-B669-4E4FAF868C9E}" dt="2026-05-22T04:22:28.348" v="1490" actId="1076"/>
          <ac:spMkLst>
            <pc:docMk/>
            <pc:sldMk cId="0" sldId="298"/>
            <ac:spMk id="6" creationId="{00000000-0000-0000-0000-000000000000}"/>
          </ac:spMkLst>
        </pc:spChg>
        <pc:spChg chg="mod">
          <ac:chgData name="松川 岳久" userId="d79c3d20-a060-4dfd-b135-b1c4226336af" providerId="ADAL" clId="{F9FFB3E8-DE2E-4685-B669-4E4FAF868C9E}" dt="2026-05-22T04:22:28.348" v="1490" actId="1076"/>
          <ac:spMkLst>
            <pc:docMk/>
            <pc:sldMk cId="0" sldId="298"/>
            <ac:spMk id="7" creationId="{00000000-0000-0000-0000-000000000000}"/>
          </ac:spMkLst>
        </pc:spChg>
        <pc:spChg chg="mod">
          <ac:chgData name="松川 岳久" userId="d79c3d20-a060-4dfd-b135-b1c4226336af" providerId="ADAL" clId="{F9FFB3E8-DE2E-4685-B669-4E4FAF868C9E}" dt="2026-05-22T04:22:28.348" v="1490" actId="1076"/>
          <ac:spMkLst>
            <pc:docMk/>
            <pc:sldMk cId="0" sldId="298"/>
            <ac:spMk id="8" creationId="{00000000-0000-0000-0000-000000000000}"/>
          </ac:spMkLst>
        </pc:spChg>
        <pc:graphicFrameChg chg="mod modGraphic">
          <ac:chgData name="松川 岳久" userId="d79c3d20-a060-4dfd-b135-b1c4226336af" providerId="ADAL" clId="{F9FFB3E8-DE2E-4685-B669-4E4FAF868C9E}" dt="2026-06-01T06:00:33.101" v="5204" actId="20577"/>
          <ac:graphicFrameMkLst>
            <pc:docMk/>
            <pc:sldMk cId="0" sldId="298"/>
            <ac:graphicFrameMk id="44" creationId="{00000000-0000-0000-0000-000000000000}"/>
          </ac:graphicFrameMkLst>
        </pc:graphicFrameChg>
      </pc:sldChg>
      <pc:sldChg chg="delSp modSp mod">
        <pc:chgData name="松川 岳久" userId="d79c3d20-a060-4dfd-b135-b1c4226336af" providerId="ADAL" clId="{F9FFB3E8-DE2E-4685-B669-4E4FAF868C9E}" dt="2026-05-27T05:59:54.327" v="4067" actId="14100"/>
        <pc:sldMkLst>
          <pc:docMk/>
          <pc:sldMk cId="0" sldId="299"/>
        </pc:sldMkLst>
        <pc:spChg chg="mod">
          <ac:chgData name="松川 岳久" userId="d79c3d20-a060-4dfd-b135-b1c4226336af" providerId="ADAL" clId="{F9FFB3E8-DE2E-4685-B669-4E4FAF868C9E}" dt="2026-05-22T04:23:32.684" v="1509" actId="1076"/>
          <ac:spMkLst>
            <pc:docMk/>
            <pc:sldMk cId="0" sldId="299"/>
            <ac:spMk id="6" creationId="{00000000-0000-0000-0000-000000000000}"/>
          </ac:spMkLst>
        </pc:spChg>
        <pc:spChg chg="mod">
          <ac:chgData name="松川 岳久" userId="d79c3d20-a060-4dfd-b135-b1c4226336af" providerId="ADAL" clId="{F9FFB3E8-DE2E-4685-B669-4E4FAF868C9E}" dt="2026-05-27T05:59:54.327" v="4067" actId="14100"/>
          <ac:spMkLst>
            <pc:docMk/>
            <pc:sldMk cId="0" sldId="299"/>
            <ac:spMk id="7" creationId="{00000000-0000-0000-0000-000000000000}"/>
          </ac:spMkLst>
        </pc:spChg>
        <pc:spChg chg="mod">
          <ac:chgData name="松川 岳久" userId="d79c3d20-a060-4dfd-b135-b1c4226336af" providerId="ADAL" clId="{F9FFB3E8-DE2E-4685-B669-4E4FAF868C9E}" dt="2026-05-22T04:23:17.404" v="1506" actId="1076"/>
          <ac:spMkLst>
            <pc:docMk/>
            <pc:sldMk cId="0" sldId="299"/>
            <ac:spMk id="8" creationId="{00000000-0000-0000-0000-000000000000}"/>
          </ac:spMkLst>
        </pc:spChg>
        <pc:spChg chg="mod">
          <ac:chgData name="松川 岳久" userId="d79c3d20-a060-4dfd-b135-b1c4226336af" providerId="ADAL" clId="{F9FFB3E8-DE2E-4685-B669-4E4FAF868C9E}" dt="2026-05-22T04:23:17.404" v="1506" actId="1076"/>
          <ac:spMkLst>
            <pc:docMk/>
            <pc:sldMk cId="0" sldId="299"/>
            <ac:spMk id="9" creationId="{00000000-0000-0000-0000-000000000000}"/>
          </ac:spMkLst>
        </pc:spChg>
        <pc:spChg chg="mod">
          <ac:chgData name="松川 岳久" userId="d79c3d20-a060-4dfd-b135-b1c4226336af" providerId="ADAL" clId="{F9FFB3E8-DE2E-4685-B669-4E4FAF868C9E}" dt="2026-05-22T04:23:17.404" v="1506" actId="1076"/>
          <ac:spMkLst>
            <pc:docMk/>
            <pc:sldMk cId="0" sldId="299"/>
            <ac:spMk id="10" creationId="{00000000-0000-0000-0000-000000000000}"/>
          </ac:spMkLst>
        </pc:spChg>
        <pc:spChg chg="mod">
          <ac:chgData name="松川 岳久" userId="d79c3d20-a060-4dfd-b135-b1c4226336af" providerId="ADAL" clId="{F9FFB3E8-DE2E-4685-B669-4E4FAF868C9E}" dt="2026-05-22T04:23:17.404" v="1506" actId="1076"/>
          <ac:spMkLst>
            <pc:docMk/>
            <pc:sldMk cId="0" sldId="299"/>
            <ac:spMk id="11" creationId="{00000000-0000-0000-0000-000000000000}"/>
          </ac:spMkLst>
        </pc:spChg>
        <pc:picChg chg="mod">
          <ac:chgData name="松川 岳久" userId="d79c3d20-a060-4dfd-b135-b1c4226336af" providerId="ADAL" clId="{F9FFB3E8-DE2E-4685-B669-4E4FAF868C9E}" dt="2026-05-22T04:23:27.632" v="1508" actId="14100"/>
          <ac:picMkLst>
            <pc:docMk/>
            <pc:sldMk cId="0" sldId="299"/>
            <ac:picMk id="4" creationId="{00000000-0000-0000-0000-000000000000}"/>
          </ac:picMkLst>
        </pc:picChg>
      </pc:sldChg>
      <pc:sldChg chg="modSp mod">
        <pc:chgData name="松川 岳久" userId="d79c3d20-a060-4dfd-b135-b1c4226336af" providerId="ADAL" clId="{F9FFB3E8-DE2E-4685-B669-4E4FAF868C9E}" dt="2026-05-27T06:00:43.119" v="4073"/>
        <pc:sldMkLst>
          <pc:docMk/>
          <pc:sldMk cId="0" sldId="300"/>
        </pc:sldMkLst>
        <pc:spChg chg="mod">
          <ac:chgData name="松川 岳久" userId="d79c3d20-a060-4dfd-b135-b1c4226336af" providerId="ADAL" clId="{F9FFB3E8-DE2E-4685-B669-4E4FAF868C9E}" dt="2026-05-22T04:25:23.873" v="1531" actId="20577"/>
          <ac:spMkLst>
            <pc:docMk/>
            <pc:sldMk cId="0" sldId="300"/>
            <ac:spMk id="2" creationId="{00000000-0000-0000-0000-000000000000}"/>
          </ac:spMkLst>
        </pc:spChg>
        <pc:spChg chg="mod">
          <ac:chgData name="松川 岳久" userId="d79c3d20-a060-4dfd-b135-b1c4226336af" providerId="ADAL" clId="{F9FFB3E8-DE2E-4685-B669-4E4FAF868C9E}" dt="2026-05-22T04:24:09.147" v="1515" actId="403"/>
          <ac:spMkLst>
            <pc:docMk/>
            <pc:sldMk cId="0" sldId="300"/>
            <ac:spMk id="5" creationId="{00000000-0000-0000-0000-000000000000}"/>
          </ac:spMkLst>
        </pc:spChg>
        <pc:spChg chg="mod">
          <ac:chgData name="松川 岳久" userId="d79c3d20-a060-4dfd-b135-b1c4226336af" providerId="ADAL" clId="{F9FFB3E8-DE2E-4685-B669-4E4FAF868C9E}" dt="2026-05-22T04:24:15.856" v="1519" actId="403"/>
          <ac:spMkLst>
            <pc:docMk/>
            <pc:sldMk cId="0" sldId="300"/>
            <ac:spMk id="6" creationId="{00000000-0000-0000-0000-000000000000}"/>
          </ac:spMkLst>
        </pc:spChg>
        <pc:spChg chg="mod">
          <ac:chgData name="松川 岳久" userId="d79c3d20-a060-4dfd-b135-b1c4226336af" providerId="ADAL" clId="{F9FFB3E8-DE2E-4685-B669-4E4FAF868C9E}" dt="2026-05-22T04:24:15.856" v="1519" actId="403"/>
          <ac:spMkLst>
            <pc:docMk/>
            <pc:sldMk cId="0" sldId="300"/>
            <ac:spMk id="7" creationId="{00000000-0000-0000-0000-000000000000}"/>
          </ac:spMkLst>
        </pc:spChg>
        <pc:spChg chg="mod">
          <ac:chgData name="松川 岳久" userId="d79c3d20-a060-4dfd-b135-b1c4226336af" providerId="ADAL" clId="{F9FFB3E8-DE2E-4685-B669-4E4FAF868C9E}" dt="2026-05-22T04:24:15.856" v="1519" actId="403"/>
          <ac:spMkLst>
            <pc:docMk/>
            <pc:sldMk cId="0" sldId="300"/>
            <ac:spMk id="8" creationId="{00000000-0000-0000-0000-000000000000}"/>
          </ac:spMkLst>
        </pc:spChg>
        <pc:spChg chg="mod">
          <ac:chgData name="松川 岳久" userId="d79c3d20-a060-4dfd-b135-b1c4226336af" providerId="ADAL" clId="{F9FFB3E8-DE2E-4685-B669-4E4FAF868C9E}" dt="2026-05-22T04:26:25.415" v="1569"/>
          <ac:spMkLst>
            <pc:docMk/>
            <pc:sldMk cId="0" sldId="300"/>
            <ac:spMk id="9" creationId="{00000000-0000-0000-0000-000000000000}"/>
          </ac:spMkLst>
        </pc:spChg>
        <pc:spChg chg="mod">
          <ac:chgData name="松川 岳久" userId="d79c3d20-a060-4dfd-b135-b1c4226336af" providerId="ADAL" clId="{F9FFB3E8-DE2E-4685-B669-4E4FAF868C9E}" dt="2026-05-22T04:24:15.856" v="1519" actId="403"/>
          <ac:spMkLst>
            <pc:docMk/>
            <pc:sldMk cId="0" sldId="300"/>
            <ac:spMk id="10" creationId="{00000000-0000-0000-0000-000000000000}"/>
          </ac:spMkLst>
        </pc:spChg>
        <pc:spChg chg="mod">
          <ac:chgData name="松川 岳久" userId="d79c3d20-a060-4dfd-b135-b1c4226336af" providerId="ADAL" clId="{F9FFB3E8-DE2E-4685-B669-4E4FAF868C9E}" dt="2026-05-22T04:24:15.856" v="1519" actId="403"/>
          <ac:spMkLst>
            <pc:docMk/>
            <pc:sldMk cId="0" sldId="300"/>
            <ac:spMk id="11" creationId="{00000000-0000-0000-0000-000000000000}"/>
          </ac:spMkLst>
        </pc:spChg>
        <pc:spChg chg="mod">
          <ac:chgData name="松川 岳久" userId="d79c3d20-a060-4dfd-b135-b1c4226336af" providerId="ADAL" clId="{F9FFB3E8-DE2E-4685-B669-4E4FAF868C9E}" dt="2026-05-22T04:24:15.856" v="1519" actId="403"/>
          <ac:spMkLst>
            <pc:docMk/>
            <pc:sldMk cId="0" sldId="300"/>
            <ac:spMk id="13" creationId="{00000000-0000-0000-0000-000000000000}"/>
          </ac:spMkLst>
        </pc:spChg>
        <pc:spChg chg="mod">
          <ac:chgData name="松川 岳久" userId="d79c3d20-a060-4dfd-b135-b1c4226336af" providerId="ADAL" clId="{F9FFB3E8-DE2E-4685-B669-4E4FAF868C9E}" dt="2026-05-22T04:24:15.856" v="1519" actId="403"/>
          <ac:spMkLst>
            <pc:docMk/>
            <pc:sldMk cId="0" sldId="300"/>
            <ac:spMk id="15" creationId="{00000000-0000-0000-0000-000000000000}"/>
          </ac:spMkLst>
        </pc:spChg>
        <pc:spChg chg="mod">
          <ac:chgData name="松川 岳久" userId="d79c3d20-a060-4dfd-b135-b1c4226336af" providerId="ADAL" clId="{F9FFB3E8-DE2E-4685-B669-4E4FAF868C9E}" dt="2026-05-22T04:24:15.856" v="1519" actId="403"/>
          <ac:spMkLst>
            <pc:docMk/>
            <pc:sldMk cId="0" sldId="300"/>
            <ac:spMk id="16" creationId="{00000000-0000-0000-0000-000000000000}"/>
          </ac:spMkLst>
        </pc:spChg>
        <pc:spChg chg="mod">
          <ac:chgData name="松川 岳久" userId="d79c3d20-a060-4dfd-b135-b1c4226336af" providerId="ADAL" clId="{F9FFB3E8-DE2E-4685-B669-4E4FAF868C9E}" dt="2026-05-27T06:00:43.119" v="4073"/>
          <ac:spMkLst>
            <pc:docMk/>
            <pc:sldMk cId="0" sldId="300"/>
            <ac:spMk id="17" creationId="{00000000-0000-0000-0000-000000000000}"/>
          </ac:spMkLst>
        </pc:spChg>
      </pc:sldChg>
      <pc:sldChg chg="addSp delSp modSp mod">
        <pc:chgData name="松川 岳久" userId="d79c3d20-a060-4dfd-b135-b1c4226336af" providerId="ADAL" clId="{F9FFB3E8-DE2E-4685-B669-4E4FAF868C9E}" dt="2026-05-27T05:57:22.593" v="4053" actId="207"/>
        <pc:sldMkLst>
          <pc:docMk/>
          <pc:sldMk cId="0" sldId="301"/>
        </pc:sldMkLst>
        <pc:spChg chg="mod">
          <ac:chgData name="松川 岳久" userId="d79c3d20-a060-4dfd-b135-b1c4226336af" providerId="ADAL" clId="{F9FFB3E8-DE2E-4685-B669-4E4FAF868C9E}" dt="2026-05-22T04:27:46.995" v="1587" actId="1076"/>
          <ac:spMkLst>
            <pc:docMk/>
            <pc:sldMk cId="0" sldId="301"/>
            <ac:spMk id="7" creationId="{00000000-0000-0000-0000-000000000000}"/>
          </ac:spMkLst>
        </pc:spChg>
        <pc:spChg chg="mod">
          <ac:chgData name="松川 岳久" userId="d79c3d20-a060-4dfd-b135-b1c4226336af" providerId="ADAL" clId="{F9FFB3E8-DE2E-4685-B669-4E4FAF868C9E}" dt="2026-05-22T04:27:46.995" v="1587" actId="1076"/>
          <ac:spMkLst>
            <pc:docMk/>
            <pc:sldMk cId="0" sldId="301"/>
            <ac:spMk id="8" creationId="{00000000-0000-0000-0000-000000000000}"/>
          </ac:spMkLst>
        </pc:spChg>
        <pc:spChg chg="mod">
          <ac:chgData name="松川 岳久" userId="d79c3d20-a060-4dfd-b135-b1c4226336af" providerId="ADAL" clId="{F9FFB3E8-DE2E-4685-B669-4E4FAF868C9E}" dt="2026-05-27T05:57:22.593" v="4053" actId="207"/>
          <ac:spMkLst>
            <pc:docMk/>
            <pc:sldMk cId="0" sldId="301"/>
            <ac:spMk id="9" creationId="{00000000-0000-0000-0000-000000000000}"/>
          </ac:spMkLst>
        </pc:spChg>
        <pc:spChg chg="mod">
          <ac:chgData name="松川 岳久" userId="d79c3d20-a060-4dfd-b135-b1c4226336af" providerId="ADAL" clId="{F9FFB3E8-DE2E-4685-B669-4E4FAF868C9E}" dt="2026-05-22T04:27:46.995" v="1587" actId="1076"/>
          <ac:spMkLst>
            <pc:docMk/>
            <pc:sldMk cId="0" sldId="301"/>
            <ac:spMk id="10" creationId="{00000000-0000-0000-0000-000000000000}"/>
          </ac:spMkLst>
        </pc:spChg>
        <pc:spChg chg="mod">
          <ac:chgData name="松川 岳久" userId="d79c3d20-a060-4dfd-b135-b1c4226336af" providerId="ADAL" clId="{F9FFB3E8-DE2E-4685-B669-4E4FAF868C9E}" dt="2026-05-22T04:31:37.784" v="1708" actId="1076"/>
          <ac:spMkLst>
            <pc:docMk/>
            <pc:sldMk cId="0" sldId="301"/>
            <ac:spMk id="11" creationId="{00000000-0000-0000-0000-000000000000}"/>
          </ac:spMkLst>
        </pc:spChg>
        <pc:spChg chg="add mod">
          <ac:chgData name="松川 岳久" userId="d79c3d20-a060-4dfd-b135-b1c4226336af" providerId="ADAL" clId="{F9FFB3E8-DE2E-4685-B669-4E4FAF868C9E}" dt="2026-05-22T04:31:54.716" v="1711" actId="1076"/>
          <ac:spMkLst>
            <pc:docMk/>
            <pc:sldMk cId="0" sldId="301"/>
            <ac:spMk id="13" creationId="{F8CC9826-3DBB-3F5D-1ED7-309A7801D69F}"/>
          </ac:spMkLst>
        </pc:spChg>
        <pc:spChg chg="add mod">
          <ac:chgData name="松川 岳久" userId="d79c3d20-a060-4dfd-b135-b1c4226336af" providerId="ADAL" clId="{F9FFB3E8-DE2E-4685-B669-4E4FAF868C9E}" dt="2026-05-22T04:31:11.142" v="1671" actId="1076"/>
          <ac:spMkLst>
            <pc:docMk/>
            <pc:sldMk cId="0" sldId="301"/>
            <ac:spMk id="16" creationId="{132A213A-E4F5-CFD8-F2B2-C24238623F0C}"/>
          </ac:spMkLst>
        </pc:spChg>
        <pc:spChg chg="add mod">
          <ac:chgData name="松川 岳久" userId="d79c3d20-a060-4dfd-b135-b1c4226336af" providerId="ADAL" clId="{F9FFB3E8-DE2E-4685-B669-4E4FAF868C9E}" dt="2026-05-22T04:31:11.142" v="1671" actId="1076"/>
          <ac:spMkLst>
            <pc:docMk/>
            <pc:sldMk cId="0" sldId="301"/>
            <ac:spMk id="18" creationId="{F47B3A01-1175-E1E6-82E2-03BDB8CE3FFC}"/>
          </ac:spMkLst>
        </pc:spChg>
        <pc:spChg chg="add mod">
          <ac:chgData name="松川 岳久" userId="d79c3d20-a060-4dfd-b135-b1c4226336af" providerId="ADAL" clId="{F9FFB3E8-DE2E-4685-B669-4E4FAF868C9E}" dt="2026-05-22T04:31:54.716" v="1711" actId="1076"/>
          <ac:spMkLst>
            <pc:docMk/>
            <pc:sldMk cId="0" sldId="301"/>
            <ac:spMk id="19" creationId="{F8ADE690-DFAF-C419-0BB1-500D789A0F3C}"/>
          </ac:spMkLst>
        </pc:spChg>
        <pc:spChg chg="add mod">
          <ac:chgData name="松川 岳久" userId="d79c3d20-a060-4dfd-b135-b1c4226336af" providerId="ADAL" clId="{F9FFB3E8-DE2E-4685-B669-4E4FAF868C9E}" dt="2026-05-22T04:31:32.908" v="1707" actId="1076"/>
          <ac:spMkLst>
            <pc:docMk/>
            <pc:sldMk cId="0" sldId="301"/>
            <ac:spMk id="21" creationId="{CD15D818-A1AE-C5A3-5D63-370AF4268A8B}"/>
          </ac:spMkLst>
        </pc:spChg>
        <pc:spChg chg="add mod">
          <ac:chgData name="松川 岳久" userId="d79c3d20-a060-4dfd-b135-b1c4226336af" providerId="ADAL" clId="{F9FFB3E8-DE2E-4685-B669-4E4FAF868C9E}" dt="2026-05-22T04:31:23.768" v="1700"/>
          <ac:spMkLst>
            <pc:docMk/>
            <pc:sldMk cId="0" sldId="301"/>
            <ac:spMk id="22" creationId="{DBAF80FC-000B-798C-EA17-74600B7407BC}"/>
          </ac:spMkLst>
        </pc:spChg>
        <pc:picChg chg="mod">
          <ac:chgData name="松川 岳久" userId="d79c3d20-a060-4dfd-b135-b1c4226336af" providerId="ADAL" clId="{F9FFB3E8-DE2E-4685-B669-4E4FAF868C9E}" dt="2026-05-22T04:31:45.720" v="1710" actId="1076"/>
          <ac:picMkLst>
            <pc:docMk/>
            <pc:sldMk cId="0" sldId="301"/>
            <ac:picMk id="5" creationId="{00000000-0000-0000-0000-000000000000}"/>
          </ac:picMkLst>
        </pc:picChg>
        <pc:picChg chg="add mod">
          <ac:chgData name="松川 岳久" userId="d79c3d20-a060-4dfd-b135-b1c4226336af" providerId="ADAL" clId="{F9FFB3E8-DE2E-4685-B669-4E4FAF868C9E}" dt="2026-05-22T04:31:54.716" v="1711" actId="1076"/>
          <ac:picMkLst>
            <pc:docMk/>
            <pc:sldMk cId="0" sldId="301"/>
            <ac:picMk id="12" creationId="{3B93A248-3AF4-8B3E-E576-8351F185C78B}"/>
          </ac:picMkLst>
        </pc:picChg>
        <pc:picChg chg="add mod">
          <ac:chgData name="松川 岳久" userId="d79c3d20-a060-4dfd-b135-b1c4226336af" providerId="ADAL" clId="{F9FFB3E8-DE2E-4685-B669-4E4FAF868C9E}" dt="2026-05-22T04:31:11.142" v="1671" actId="1076"/>
          <ac:picMkLst>
            <pc:docMk/>
            <pc:sldMk cId="0" sldId="301"/>
            <ac:picMk id="14" creationId="{C014A05E-9E26-0B7C-E05D-1E93D9D193EE}"/>
          </ac:picMkLst>
        </pc:picChg>
        <pc:picChg chg="add mod">
          <ac:chgData name="松川 岳久" userId="d79c3d20-a060-4dfd-b135-b1c4226336af" providerId="ADAL" clId="{F9FFB3E8-DE2E-4685-B669-4E4FAF868C9E}" dt="2026-05-22T04:31:12.424" v="1672" actId="1076"/>
          <ac:picMkLst>
            <pc:docMk/>
            <pc:sldMk cId="0" sldId="301"/>
            <ac:picMk id="20" creationId="{F7253AAE-01D4-C4A1-9469-C9B5B0823604}"/>
          </ac:picMkLst>
        </pc:picChg>
      </pc:sldChg>
      <pc:sldChg chg="delSp modSp mod">
        <pc:chgData name="松川 岳久" userId="d79c3d20-a060-4dfd-b135-b1c4226336af" providerId="ADAL" clId="{F9FFB3E8-DE2E-4685-B669-4E4FAF868C9E}" dt="2026-06-01T03:34:32.051" v="4780" actId="1076"/>
        <pc:sldMkLst>
          <pc:docMk/>
          <pc:sldMk cId="0" sldId="302"/>
        </pc:sldMkLst>
        <pc:spChg chg="mod">
          <ac:chgData name="松川 岳久" userId="d79c3d20-a060-4dfd-b135-b1c4226336af" providerId="ADAL" clId="{F9FFB3E8-DE2E-4685-B669-4E4FAF868C9E}" dt="2026-06-01T01:54:46.459" v="4495" actId="947"/>
          <ac:spMkLst>
            <pc:docMk/>
            <pc:sldMk cId="0" sldId="302"/>
            <ac:spMk id="2" creationId="{00000000-0000-0000-0000-000000000000}"/>
          </ac:spMkLst>
        </pc:spChg>
        <pc:spChg chg="mod">
          <ac:chgData name="松川 岳久" userId="d79c3d20-a060-4dfd-b135-b1c4226336af" providerId="ADAL" clId="{F9FFB3E8-DE2E-4685-B669-4E4FAF868C9E}" dt="2026-05-27T05:58:38.477" v="4062" actId="947"/>
          <ac:spMkLst>
            <pc:docMk/>
            <pc:sldMk cId="0" sldId="302"/>
            <ac:spMk id="7" creationId="{00000000-0000-0000-0000-000000000000}"/>
          </ac:spMkLst>
        </pc:spChg>
        <pc:spChg chg="mod">
          <ac:chgData name="松川 岳久" userId="d79c3d20-a060-4dfd-b135-b1c4226336af" providerId="ADAL" clId="{F9FFB3E8-DE2E-4685-B669-4E4FAF868C9E}" dt="2026-05-22T04:32:55.805" v="1731" actId="1076"/>
          <ac:spMkLst>
            <pc:docMk/>
            <pc:sldMk cId="0" sldId="302"/>
            <ac:spMk id="8" creationId="{00000000-0000-0000-0000-000000000000}"/>
          </ac:spMkLst>
        </pc:spChg>
        <pc:spChg chg="mod">
          <ac:chgData name="松川 岳久" userId="d79c3d20-a060-4dfd-b135-b1c4226336af" providerId="ADAL" clId="{F9FFB3E8-DE2E-4685-B669-4E4FAF868C9E}" dt="2026-05-22T04:32:55.805" v="1731" actId="1076"/>
          <ac:spMkLst>
            <pc:docMk/>
            <pc:sldMk cId="0" sldId="302"/>
            <ac:spMk id="9" creationId="{00000000-0000-0000-0000-000000000000}"/>
          </ac:spMkLst>
        </pc:spChg>
        <pc:spChg chg="mod">
          <ac:chgData name="松川 岳久" userId="d79c3d20-a060-4dfd-b135-b1c4226336af" providerId="ADAL" clId="{F9FFB3E8-DE2E-4685-B669-4E4FAF868C9E}" dt="2026-05-22T04:32:55.805" v="1731" actId="1076"/>
          <ac:spMkLst>
            <pc:docMk/>
            <pc:sldMk cId="0" sldId="302"/>
            <ac:spMk id="10" creationId="{00000000-0000-0000-0000-000000000000}"/>
          </ac:spMkLst>
        </pc:spChg>
        <pc:spChg chg="mod">
          <ac:chgData name="松川 岳久" userId="d79c3d20-a060-4dfd-b135-b1c4226336af" providerId="ADAL" clId="{F9FFB3E8-DE2E-4685-B669-4E4FAF868C9E}" dt="2026-05-27T05:58:47.813" v="4063" actId="947"/>
          <ac:spMkLst>
            <pc:docMk/>
            <pc:sldMk cId="0" sldId="302"/>
            <ac:spMk id="11" creationId="{00000000-0000-0000-0000-000000000000}"/>
          </ac:spMkLst>
        </pc:spChg>
        <pc:spChg chg="mod">
          <ac:chgData name="松川 岳久" userId="d79c3d20-a060-4dfd-b135-b1c4226336af" providerId="ADAL" clId="{F9FFB3E8-DE2E-4685-B669-4E4FAF868C9E}" dt="2026-06-01T03:34:32.051" v="4780" actId="1076"/>
          <ac:spMkLst>
            <pc:docMk/>
            <pc:sldMk cId="0" sldId="302"/>
            <ac:spMk id="12" creationId="{00000000-0000-0000-0000-000000000000}"/>
          </ac:spMkLst>
        </pc:spChg>
        <pc:spChg chg="mod">
          <ac:chgData name="松川 岳久" userId="d79c3d20-a060-4dfd-b135-b1c4226336af" providerId="ADAL" clId="{F9FFB3E8-DE2E-4685-B669-4E4FAF868C9E}" dt="2026-05-22T04:33:34.365" v="1750" actId="14100"/>
          <ac:spMkLst>
            <pc:docMk/>
            <pc:sldMk cId="0" sldId="302"/>
            <ac:spMk id="13" creationId="{00000000-0000-0000-0000-000000000000}"/>
          </ac:spMkLst>
        </pc:spChg>
        <pc:spChg chg="mod">
          <ac:chgData name="松川 岳久" userId="d79c3d20-a060-4dfd-b135-b1c4226336af" providerId="ADAL" clId="{F9FFB3E8-DE2E-4685-B669-4E4FAF868C9E}" dt="2026-05-22T04:33:41.237" v="1752" actId="1076"/>
          <ac:spMkLst>
            <pc:docMk/>
            <pc:sldMk cId="0" sldId="302"/>
            <ac:spMk id="14" creationId="{00000000-0000-0000-0000-000000000000}"/>
          </ac:spMkLst>
        </pc:spChg>
        <pc:spChg chg="mod">
          <ac:chgData name="松川 岳久" userId="d79c3d20-a060-4dfd-b135-b1c4226336af" providerId="ADAL" clId="{F9FFB3E8-DE2E-4685-B669-4E4FAF868C9E}" dt="2026-05-22T04:33:37.350" v="1751" actId="14100"/>
          <ac:spMkLst>
            <pc:docMk/>
            <pc:sldMk cId="0" sldId="302"/>
            <ac:spMk id="15" creationId="{00000000-0000-0000-0000-000000000000}"/>
          </ac:spMkLst>
        </pc:spChg>
        <pc:spChg chg="mod">
          <ac:chgData name="松川 岳久" userId="d79c3d20-a060-4dfd-b135-b1c4226336af" providerId="ADAL" clId="{F9FFB3E8-DE2E-4685-B669-4E4FAF868C9E}" dt="2026-05-27T06:01:45.976" v="4078" actId="947"/>
          <ac:spMkLst>
            <pc:docMk/>
            <pc:sldMk cId="0" sldId="302"/>
            <ac:spMk id="16" creationId="{00000000-0000-0000-0000-000000000000}"/>
          </ac:spMkLst>
        </pc:spChg>
        <pc:picChg chg="mod">
          <ac:chgData name="松川 岳久" userId="d79c3d20-a060-4dfd-b135-b1c4226336af" providerId="ADAL" clId="{F9FFB3E8-DE2E-4685-B669-4E4FAF868C9E}" dt="2026-05-22T04:32:10.383" v="1714" actId="14100"/>
          <ac:picMkLst>
            <pc:docMk/>
            <pc:sldMk cId="0" sldId="302"/>
            <ac:picMk id="5" creationId="{00000000-0000-0000-0000-000000000000}"/>
          </ac:picMkLst>
        </pc:picChg>
      </pc:sldChg>
      <pc:sldChg chg="modSp mod">
        <pc:chgData name="松川 岳久" userId="d79c3d20-a060-4dfd-b135-b1c4226336af" providerId="ADAL" clId="{F9FFB3E8-DE2E-4685-B669-4E4FAF868C9E}" dt="2026-05-22T04:36:43.982" v="1841" actId="403"/>
        <pc:sldMkLst>
          <pc:docMk/>
          <pc:sldMk cId="0" sldId="303"/>
        </pc:sldMkLst>
        <pc:spChg chg="mod">
          <ac:chgData name="松川 岳久" userId="d79c3d20-a060-4dfd-b135-b1c4226336af" providerId="ADAL" clId="{F9FFB3E8-DE2E-4685-B669-4E4FAF868C9E}" dt="2026-05-22T04:35:54.514" v="1822" actId="20577"/>
          <ac:spMkLst>
            <pc:docMk/>
            <pc:sldMk cId="0" sldId="303"/>
            <ac:spMk id="7" creationId="{00000000-0000-0000-0000-000000000000}"/>
          </ac:spMkLst>
        </pc:spChg>
        <pc:spChg chg="mod">
          <ac:chgData name="松川 岳久" userId="d79c3d20-a060-4dfd-b135-b1c4226336af" providerId="ADAL" clId="{F9FFB3E8-DE2E-4685-B669-4E4FAF868C9E}" dt="2026-05-22T04:36:13.649" v="1828" actId="14100"/>
          <ac:spMkLst>
            <pc:docMk/>
            <pc:sldMk cId="0" sldId="303"/>
            <ac:spMk id="8" creationId="{00000000-0000-0000-0000-000000000000}"/>
          </ac:spMkLst>
        </pc:spChg>
        <pc:spChg chg="mod">
          <ac:chgData name="松川 岳久" userId="d79c3d20-a060-4dfd-b135-b1c4226336af" providerId="ADAL" clId="{F9FFB3E8-DE2E-4685-B669-4E4FAF868C9E}" dt="2026-05-22T04:36:13.649" v="1828" actId="14100"/>
          <ac:spMkLst>
            <pc:docMk/>
            <pc:sldMk cId="0" sldId="303"/>
            <ac:spMk id="9" creationId="{00000000-0000-0000-0000-000000000000}"/>
          </ac:spMkLst>
        </pc:spChg>
        <pc:spChg chg="mod">
          <ac:chgData name="松川 岳久" userId="d79c3d20-a060-4dfd-b135-b1c4226336af" providerId="ADAL" clId="{F9FFB3E8-DE2E-4685-B669-4E4FAF868C9E}" dt="2026-05-22T04:36:22.792" v="1830" actId="1076"/>
          <ac:spMkLst>
            <pc:docMk/>
            <pc:sldMk cId="0" sldId="303"/>
            <ac:spMk id="10" creationId="{00000000-0000-0000-0000-000000000000}"/>
          </ac:spMkLst>
        </pc:spChg>
        <pc:spChg chg="mod">
          <ac:chgData name="松川 岳久" userId="d79c3d20-a060-4dfd-b135-b1c4226336af" providerId="ADAL" clId="{F9FFB3E8-DE2E-4685-B669-4E4FAF868C9E}" dt="2026-05-22T04:36:32.746" v="1832" actId="14100"/>
          <ac:spMkLst>
            <pc:docMk/>
            <pc:sldMk cId="0" sldId="303"/>
            <ac:spMk id="11" creationId="{00000000-0000-0000-0000-000000000000}"/>
          </ac:spMkLst>
        </pc:spChg>
        <pc:spChg chg="mod">
          <ac:chgData name="松川 岳久" userId="d79c3d20-a060-4dfd-b135-b1c4226336af" providerId="ADAL" clId="{F9FFB3E8-DE2E-4685-B669-4E4FAF868C9E}" dt="2026-05-22T04:36:43.982" v="1841" actId="403"/>
          <ac:spMkLst>
            <pc:docMk/>
            <pc:sldMk cId="0" sldId="303"/>
            <ac:spMk id="12" creationId="{00000000-0000-0000-0000-000000000000}"/>
          </ac:spMkLst>
        </pc:spChg>
        <pc:spChg chg="mod">
          <ac:chgData name="松川 岳久" userId="d79c3d20-a060-4dfd-b135-b1c4226336af" providerId="ADAL" clId="{F9FFB3E8-DE2E-4685-B669-4E4FAF868C9E}" dt="2026-05-22T04:36:39.034" v="1836" actId="403"/>
          <ac:spMkLst>
            <pc:docMk/>
            <pc:sldMk cId="0" sldId="303"/>
            <ac:spMk id="13" creationId="{00000000-0000-0000-0000-000000000000}"/>
          </ac:spMkLst>
        </pc:spChg>
      </pc:sldChg>
      <pc:sldChg chg="modSp mod">
        <pc:chgData name="松川 岳久" userId="d79c3d20-a060-4dfd-b135-b1c4226336af" providerId="ADAL" clId="{F9FFB3E8-DE2E-4685-B669-4E4FAF868C9E}" dt="2026-05-22T04:43:06.884" v="1899" actId="403"/>
        <pc:sldMkLst>
          <pc:docMk/>
          <pc:sldMk cId="0" sldId="305"/>
        </pc:sldMkLst>
        <pc:spChg chg="mod">
          <ac:chgData name="松川 岳久" userId="d79c3d20-a060-4dfd-b135-b1c4226336af" providerId="ADAL" clId="{F9FFB3E8-DE2E-4685-B669-4E4FAF868C9E}" dt="2026-05-22T04:43:06.884" v="1899" actId="403"/>
          <ac:spMkLst>
            <pc:docMk/>
            <pc:sldMk cId="0" sldId="305"/>
            <ac:spMk id="7" creationId="{00000000-0000-0000-0000-000000000000}"/>
          </ac:spMkLst>
        </pc:spChg>
        <pc:spChg chg="mod">
          <ac:chgData name="松川 岳久" userId="d79c3d20-a060-4dfd-b135-b1c4226336af" providerId="ADAL" clId="{F9FFB3E8-DE2E-4685-B669-4E4FAF868C9E}" dt="2026-05-22T04:43:06.884" v="1899" actId="403"/>
          <ac:spMkLst>
            <pc:docMk/>
            <pc:sldMk cId="0" sldId="305"/>
            <ac:spMk id="8" creationId="{00000000-0000-0000-0000-000000000000}"/>
          </ac:spMkLst>
        </pc:spChg>
        <pc:spChg chg="mod">
          <ac:chgData name="松川 岳久" userId="d79c3d20-a060-4dfd-b135-b1c4226336af" providerId="ADAL" clId="{F9FFB3E8-DE2E-4685-B669-4E4FAF868C9E}" dt="2026-05-22T04:43:06.884" v="1899" actId="403"/>
          <ac:spMkLst>
            <pc:docMk/>
            <pc:sldMk cId="0" sldId="305"/>
            <ac:spMk id="9" creationId="{00000000-0000-0000-0000-000000000000}"/>
          </ac:spMkLst>
        </pc:spChg>
        <pc:spChg chg="mod">
          <ac:chgData name="松川 岳久" userId="d79c3d20-a060-4dfd-b135-b1c4226336af" providerId="ADAL" clId="{F9FFB3E8-DE2E-4685-B669-4E4FAF868C9E}" dt="2026-05-22T04:43:06.884" v="1899" actId="403"/>
          <ac:spMkLst>
            <pc:docMk/>
            <pc:sldMk cId="0" sldId="305"/>
            <ac:spMk id="13" creationId="{00000000-0000-0000-0000-000000000000}"/>
          </ac:spMkLst>
        </pc:spChg>
        <pc:spChg chg="mod">
          <ac:chgData name="松川 岳久" userId="d79c3d20-a060-4dfd-b135-b1c4226336af" providerId="ADAL" clId="{F9FFB3E8-DE2E-4685-B669-4E4FAF868C9E}" dt="2026-05-22T04:43:06.884" v="1899" actId="403"/>
          <ac:spMkLst>
            <pc:docMk/>
            <pc:sldMk cId="0" sldId="305"/>
            <ac:spMk id="14" creationId="{00000000-0000-0000-0000-000000000000}"/>
          </ac:spMkLst>
        </pc:spChg>
        <pc:spChg chg="mod">
          <ac:chgData name="松川 岳久" userId="d79c3d20-a060-4dfd-b135-b1c4226336af" providerId="ADAL" clId="{F9FFB3E8-DE2E-4685-B669-4E4FAF868C9E}" dt="2026-05-22T04:43:06.884" v="1899" actId="403"/>
          <ac:spMkLst>
            <pc:docMk/>
            <pc:sldMk cId="0" sldId="305"/>
            <ac:spMk id="15" creationId="{00000000-0000-0000-0000-000000000000}"/>
          </ac:spMkLst>
        </pc:spChg>
        <pc:spChg chg="mod">
          <ac:chgData name="松川 岳久" userId="d79c3d20-a060-4dfd-b135-b1c4226336af" providerId="ADAL" clId="{F9FFB3E8-DE2E-4685-B669-4E4FAF868C9E}" dt="2026-05-22T04:43:06.884" v="1899" actId="403"/>
          <ac:spMkLst>
            <pc:docMk/>
            <pc:sldMk cId="0" sldId="305"/>
            <ac:spMk id="16" creationId="{00000000-0000-0000-0000-000000000000}"/>
          </ac:spMkLst>
        </pc:spChg>
        <pc:spChg chg="mod">
          <ac:chgData name="松川 岳久" userId="d79c3d20-a060-4dfd-b135-b1c4226336af" providerId="ADAL" clId="{F9FFB3E8-DE2E-4685-B669-4E4FAF868C9E}" dt="2026-05-22T04:43:06.884" v="1899" actId="403"/>
          <ac:spMkLst>
            <pc:docMk/>
            <pc:sldMk cId="0" sldId="305"/>
            <ac:spMk id="17" creationId="{00000000-0000-0000-0000-000000000000}"/>
          </ac:spMkLst>
        </pc:spChg>
        <pc:spChg chg="mod">
          <ac:chgData name="松川 岳久" userId="d79c3d20-a060-4dfd-b135-b1c4226336af" providerId="ADAL" clId="{F9FFB3E8-DE2E-4685-B669-4E4FAF868C9E}" dt="2026-05-22T04:43:06.884" v="1899" actId="403"/>
          <ac:spMkLst>
            <pc:docMk/>
            <pc:sldMk cId="0" sldId="305"/>
            <ac:spMk id="18" creationId="{00000000-0000-0000-0000-000000000000}"/>
          </ac:spMkLst>
        </pc:spChg>
        <pc:spChg chg="mod">
          <ac:chgData name="松川 岳久" userId="d79c3d20-a060-4dfd-b135-b1c4226336af" providerId="ADAL" clId="{F9FFB3E8-DE2E-4685-B669-4E4FAF868C9E}" dt="2026-05-22T04:43:06.884" v="1899" actId="403"/>
          <ac:spMkLst>
            <pc:docMk/>
            <pc:sldMk cId="0" sldId="305"/>
            <ac:spMk id="19" creationId="{00000000-0000-0000-0000-000000000000}"/>
          </ac:spMkLst>
        </pc:spChg>
      </pc:sldChg>
      <pc:sldChg chg="addSp modSp mod">
        <pc:chgData name="松川 岳久" userId="d79c3d20-a060-4dfd-b135-b1c4226336af" providerId="ADAL" clId="{F9FFB3E8-DE2E-4685-B669-4E4FAF868C9E}" dt="2026-05-22T05:08:24.299" v="2430" actId="113"/>
        <pc:sldMkLst>
          <pc:docMk/>
          <pc:sldMk cId="0" sldId="306"/>
        </pc:sldMkLst>
        <pc:spChg chg="mod">
          <ac:chgData name="松川 岳久" userId="d79c3d20-a060-4dfd-b135-b1c4226336af" providerId="ADAL" clId="{F9FFB3E8-DE2E-4685-B669-4E4FAF868C9E}" dt="2026-05-22T05:07:52.959" v="2426" actId="1076"/>
          <ac:spMkLst>
            <pc:docMk/>
            <pc:sldMk cId="0" sldId="306"/>
            <ac:spMk id="8" creationId="{00000000-0000-0000-0000-000000000000}"/>
          </ac:spMkLst>
        </pc:spChg>
        <pc:graphicFrameChg chg="mod modGraphic">
          <ac:chgData name="松川 岳久" userId="d79c3d20-a060-4dfd-b135-b1c4226336af" providerId="ADAL" clId="{F9FFB3E8-DE2E-4685-B669-4E4FAF868C9E}" dt="2026-05-22T05:08:24.299" v="2430" actId="113"/>
          <ac:graphicFrameMkLst>
            <pc:docMk/>
            <pc:sldMk cId="0" sldId="306"/>
            <ac:graphicFrameMk id="52" creationId="{00000000-0000-0000-0000-000000000000}"/>
          </ac:graphicFrameMkLst>
        </pc:graphicFrameChg>
        <pc:picChg chg="add mod">
          <ac:chgData name="松川 岳久" userId="d79c3d20-a060-4dfd-b135-b1c4226336af" providerId="ADAL" clId="{F9FFB3E8-DE2E-4685-B669-4E4FAF868C9E}" dt="2026-05-22T05:05:13.644" v="2324" actId="1076"/>
          <ac:picMkLst>
            <pc:docMk/>
            <pc:sldMk cId="0" sldId="306"/>
            <ac:picMk id="5" creationId="{A75F8781-9E81-952E-B962-696B002048FF}"/>
          </ac:picMkLst>
        </pc:picChg>
      </pc:sldChg>
      <pc:sldChg chg="modSp mod">
        <pc:chgData name="松川 岳久" userId="d79c3d20-a060-4dfd-b135-b1c4226336af" providerId="ADAL" clId="{F9FFB3E8-DE2E-4685-B669-4E4FAF868C9E}" dt="2026-05-22T05:09:27.111" v="2471"/>
        <pc:sldMkLst>
          <pc:docMk/>
          <pc:sldMk cId="0" sldId="307"/>
        </pc:sldMkLst>
        <pc:spChg chg="mod">
          <ac:chgData name="松川 岳久" userId="d79c3d20-a060-4dfd-b135-b1c4226336af" providerId="ADAL" clId="{F9FFB3E8-DE2E-4685-B669-4E4FAF868C9E}" dt="2026-05-22T05:09:27.111" v="2471"/>
          <ac:spMkLst>
            <pc:docMk/>
            <pc:sldMk cId="0" sldId="307"/>
            <ac:spMk id="7" creationId="{00000000-0000-0000-0000-000000000000}"/>
          </ac:spMkLst>
        </pc:spChg>
        <pc:spChg chg="mod">
          <ac:chgData name="松川 岳久" userId="d79c3d20-a060-4dfd-b135-b1c4226336af" providerId="ADAL" clId="{F9FFB3E8-DE2E-4685-B669-4E4FAF868C9E}" dt="2026-05-22T05:09:01.123" v="2440" actId="1076"/>
          <ac:spMkLst>
            <pc:docMk/>
            <pc:sldMk cId="0" sldId="307"/>
            <ac:spMk id="8" creationId="{00000000-0000-0000-0000-000000000000}"/>
          </ac:spMkLst>
        </pc:spChg>
        <pc:spChg chg="mod">
          <ac:chgData name="松川 岳久" userId="d79c3d20-a060-4dfd-b135-b1c4226336af" providerId="ADAL" clId="{F9FFB3E8-DE2E-4685-B669-4E4FAF868C9E}" dt="2026-05-22T05:09:06.608" v="2441" actId="1076"/>
          <ac:spMkLst>
            <pc:docMk/>
            <pc:sldMk cId="0" sldId="307"/>
            <ac:spMk id="9" creationId="{00000000-0000-0000-0000-000000000000}"/>
          </ac:spMkLst>
        </pc:spChg>
        <pc:spChg chg="mod">
          <ac:chgData name="松川 岳久" userId="d79c3d20-a060-4dfd-b135-b1c4226336af" providerId="ADAL" clId="{F9FFB3E8-DE2E-4685-B669-4E4FAF868C9E}" dt="2026-05-22T05:09:01.123" v="2440" actId="1076"/>
          <ac:spMkLst>
            <pc:docMk/>
            <pc:sldMk cId="0" sldId="307"/>
            <ac:spMk id="10" creationId="{00000000-0000-0000-0000-000000000000}"/>
          </ac:spMkLst>
        </pc:spChg>
        <pc:spChg chg="mod">
          <ac:chgData name="松川 岳久" userId="d79c3d20-a060-4dfd-b135-b1c4226336af" providerId="ADAL" clId="{F9FFB3E8-DE2E-4685-B669-4E4FAF868C9E}" dt="2026-05-22T05:09:01.123" v="2440" actId="1076"/>
          <ac:spMkLst>
            <pc:docMk/>
            <pc:sldMk cId="0" sldId="307"/>
            <ac:spMk id="11" creationId="{00000000-0000-0000-0000-000000000000}"/>
          </ac:spMkLst>
        </pc:spChg>
      </pc:sldChg>
      <pc:sldChg chg="delSp modSp mod">
        <pc:chgData name="松川 岳久" userId="d79c3d20-a060-4dfd-b135-b1c4226336af" providerId="ADAL" clId="{F9FFB3E8-DE2E-4685-B669-4E4FAF868C9E}" dt="2026-06-01T03:36:17.505" v="4783" actId="947"/>
        <pc:sldMkLst>
          <pc:docMk/>
          <pc:sldMk cId="0" sldId="314"/>
        </pc:sldMkLst>
        <pc:spChg chg="mod">
          <ac:chgData name="松川 岳久" userId="d79c3d20-a060-4dfd-b135-b1c4226336af" providerId="ADAL" clId="{F9FFB3E8-DE2E-4685-B669-4E4FAF868C9E}" dt="2026-05-22T04:52:58.131" v="1948" actId="403"/>
          <ac:spMkLst>
            <pc:docMk/>
            <pc:sldMk cId="0" sldId="314"/>
            <ac:spMk id="3" creationId="{00000000-0000-0000-0000-000000000000}"/>
          </ac:spMkLst>
        </pc:spChg>
        <pc:spChg chg="mod">
          <ac:chgData name="松川 岳久" userId="d79c3d20-a060-4dfd-b135-b1c4226336af" providerId="ADAL" clId="{F9FFB3E8-DE2E-4685-B669-4E4FAF868C9E}" dt="2026-05-22T04:52:58.131" v="1948" actId="403"/>
          <ac:spMkLst>
            <pc:docMk/>
            <pc:sldMk cId="0" sldId="314"/>
            <ac:spMk id="4" creationId="{00000000-0000-0000-0000-000000000000}"/>
          </ac:spMkLst>
        </pc:spChg>
        <pc:spChg chg="mod">
          <ac:chgData name="松川 岳久" userId="d79c3d20-a060-4dfd-b135-b1c4226336af" providerId="ADAL" clId="{F9FFB3E8-DE2E-4685-B669-4E4FAF868C9E}" dt="2026-05-22T04:52:58.131" v="1948" actId="403"/>
          <ac:spMkLst>
            <pc:docMk/>
            <pc:sldMk cId="0" sldId="314"/>
            <ac:spMk id="5" creationId="{00000000-0000-0000-0000-000000000000}"/>
          </ac:spMkLst>
        </pc:spChg>
        <pc:spChg chg="mod">
          <ac:chgData name="松川 岳久" userId="d79c3d20-a060-4dfd-b135-b1c4226336af" providerId="ADAL" clId="{F9FFB3E8-DE2E-4685-B669-4E4FAF868C9E}" dt="2026-05-22T04:52:58.131" v="1948" actId="403"/>
          <ac:spMkLst>
            <pc:docMk/>
            <pc:sldMk cId="0" sldId="314"/>
            <ac:spMk id="6" creationId="{00000000-0000-0000-0000-000000000000}"/>
          </ac:spMkLst>
        </pc:spChg>
        <pc:spChg chg="mod">
          <ac:chgData name="松川 岳久" userId="d79c3d20-a060-4dfd-b135-b1c4226336af" providerId="ADAL" clId="{F9FFB3E8-DE2E-4685-B669-4E4FAF868C9E}" dt="2026-06-01T03:36:17.505" v="4783" actId="947"/>
          <ac:spMkLst>
            <pc:docMk/>
            <pc:sldMk cId="0" sldId="314"/>
            <ac:spMk id="7" creationId="{00000000-0000-0000-0000-000000000000}"/>
          </ac:spMkLst>
        </pc:spChg>
        <pc:spChg chg="mod">
          <ac:chgData name="松川 岳久" userId="d79c3d20-a060-4dfd-b135-b1c4226336af" providerId="ADAL" clId="{F9FFB3E8-DE2E-4685-B669-4E4FAF868C9E}" dt="2026-05-22T04:52:58.131" v="1948" actId="403"/>
          <ac:spMkLst>
            <pc:docMk/>
            <pc:sldMk cId="0" sldId="314"/>
            <ac:spMk id="10" creationId="{00000000-0000-0000-0000-000000000000}"/>
          </ac:spMkLst>
        </pc:spChg>
        <pc:spChg chg="mod">
          <ac:chgData name="松川 岳久" userId="d79c3d20-a060-4dfd-b135-b1c4226336af" providerId="ADAL" clId="{F9FFB3E8-DE2E-4685-B669-4E4FAF868C9E}" dt="2026-05-22T04:52:58.131" v="1948" actId="403"/>
          <ac:spMkLst>
            <pc:docMk/>
            <pc:sldMk cId="0" sldId="314"/>
            <ac:spMk id="11" creationId="{00000000-0000-0000-0000-000000000000}"/>
          </ac:spMkLst>
        </pc:spChg>
        <pc:spChg chg="mod">
          <ac:chgData name="松川 岳久" userId="d79c3d20-a060-4dfd-b135-b1c4226336af" providerId="ADAL" clId="{F9FFB3E8-DE2E-4685-B669-4E4FAF868C9E}" dt="2026-05-22T05:12:37.257" v="2587"/>
          <ac:spMkLst>
            <pc:docMk/>
            <pc:sldMk cId="0" sldId="314"/>
            <ac:spMk id="14" creationId="{00000000-0000-0000-0000-000000000000}"/>
          </ac:spMkLst>
        </pc:spChg>
        <pc:spChg chg="mod">
          <ac:chgData name="松川 岳久" userId="d79c3d20-a060-4dfd-b135-b1c4226336af" providerId="ADAL" clId="{F9FFB3E8-DE2E-4685-B669-4E4FAF868C9E}" dt="2026-05-22T05:13:38.664" v="2808" actId="20577"/>
          <ac:spMkLst>
            <pc:docMk/>
            <pc:sldMk cId="0" sldId="314"/>
            <ac:spMk id="15" creationId="{00000000-0000-0000-0000-000000000000}"/>
          </ac:spMkLst>
        </pc:spChg>
      </pc:sldChg>
      <pc:sldChg chg="addSp delSp modSp mod ord">
        <pc:chgData name="松川 岳久" userId="d79c3d20-a060-4dfd-b135-b1c4226336af" providerId="ADAL" clId="{F9FFB3E8-DE2E-4685-B669-4E4FAF868C9E}" dt="2026-05-22T06:54:07.855" v="3305" actId="20577"/>
        <pc:sldMkLst>
          <pc:docMk/>
          <pc:sldMk cId="0" sldId="317"/>
        </pc:sldMkLst>
        <pc:spChg chg="add mod">
          <ac:chgData name="松川 岳久" userId="d79c3d20-a060-4dfd-b135-b1c4226336af" providerId="ADAL" clId="{F9FFB3E8-DE2E-4685-B669-4E4FAF868C9E}" dt="2026-05-22T05:36:51.859" v="3030" actId="1076"/>
          <ac:spMkLst>
            <pc:docMk/>
            <pc:sldMk cId="0" sldId="317"/>
            <ac:spMk id="15" creationId="{B59E9B1E-A9D8-507D-B806-0A447AC1A7A3}"/>
          </ac:spMkLst>
        </pc:spChg>
        <pc:spChg chg="add mod">
          <ac:chgData name="松川 岳久" userId="d79c3d20-a060-4dfd-b135-b1c4226336af" providerId="ADAL" clId="{F9FFB3E8-DE2E-4685-B669-4E4FAF868C9E}" dt="2026-05-22T06:54:05.747" v="3304" actId="403"/>
          <ac:spMkLst>
            <pc:docMk/>
            <pc:sldMk cId="0" sldId="317"/>
            <ac:spMk id="18" creationId="{BDAF756A-E016-7A32-B520-A31DEDD618CC}"/>
          </ac:spMkLst>
        </pc:spChg>
        <pc:spChg chg="add mod">
          <ac:chgData name="松川 岳久" userId="d79c3d20-a060-4dfd-b135-b1c4226336af" providerId="ADAL" clId="{F9FFB3E8-DE2E-4685-B669-4E4FAF868C9E}" dt="2026-05-22T06:53:58.823" v="3300" actId="14100"/>
          <ac:spMkLst>
            <pc:docMk/>
            <pc:sldMk cId="0" sldId="317"/>
            <ac:spMk id="19" creationId="{12818B7E-ED67-4E67-B09E-B542FA400219}"/>
          </ac:spMkLst>
        </pc:spChg>
        <pc:spChg chg="add mod">
          <ac:chgData name="松川 岳久" userId="d79c3d20-a060-4dfd-b135-b1c4226336af" providerId="ADAL" clId="{F9FFB3E8-DE2E-4685-B669-4E4FAF868C9E}" dt="2026-05-22T06:54:05.747" v="3304" actId="403"/>
          <ac:spMkLst>
            <pc:docMk/>
            <pc:sldMk cId="0" sldId="317"/>
            <ac:spMk id="20" creationId="{6FD725D2-9DB8-6CCF-BEFB-A951EA075BBF}"/>
          </ac:spMkLst>
        </pc:spChg>
        <pc:spChg chg="add mod">
          <ac:chgData name="松川 岳久" userId="d79c3d20-a060-4dfd-b135-b1c4226336af" providerId="ADAL" clId="{F9FFB3E8-DE2E-4685-B669-4E4FAF868C9E}" dt="2026-05-22T06:54:07.855" v="3305" actId="20577"/>
          <ac:spMkLst>
            <pc:docMk/>
            <pc:sldMk cId="0" sldId="317"/>
            <ac:spMk id="21" creationId="{7A276BE7-B095-0B6A-88F3-2ED95F1BA115}"/>
          </ac:spMkLst>
        </pc:spChg>
        <pc:picChg chg="add mod">
          <ac:chgData name="松川 岳久" userId="d79c3d20-a060-4dfd-b135-b1c4226336af" providerId="ADAL" clId="{F9FFB3E8-DE2E-4685-B669-4E4FAF868C9E}" dt="2026-05-22T05:37:20.623" v="3035" actId="962"/>
          <ac:picMkLst>
            <pc:docMk/>
            <pc:sldMk cId="0" sldId="317"/>
            <ac:picMk id="17" creationId="{08305A0D-1A29-212E-61B7-956F7EEA1549}"/>
          </ac:picMkLst>
        </pc:picChg>
      </pc:sldChg>
      <pc:sldChg chg="addSp modSp mod">
        <pc:chgData name="松川 岳久" userId="d79c3d20-a060-4dfd-b135-b1c4226336af" providerId="ADAL" clId="{F9FFB3E8-DE2E-4685-B669-4E4FAF868C9E}" dt="2026-05-22T07:22:56.406" v="3639" actId="1076"/>
        <pc:sldMkLst>
          <pc:docMk/>
          <pc:sldMk cId="0" sldId="318"/>
        </pc:sldMkLst>
        <pc:spChg chg="mod">
          <ac:chgData name="松川 岳久" userId="d79c3d20-a060-4dfd-b135-b1c4226336af" providerId="ADAL" clId="{F9FFB3E8-DE2E-4685-B669-4E4FAF868C9E}" dt="2026-05-22T07:11:07.380" v="3498"/>
          <ac:spMkLst>
            <pc:docMk/>
            <pc:sldMk cId="0" sldId="318"/>
            <ac:spMk id="2" creationId="{00000000-0000-0000-0000-000000000000}"/>
          </ac:spMkLst>
        </pc:spChg>
        <pc:spChg chg="add mod">
          <ac:chgData name="松川 岳久" userId="d79c3d20-a060-4dfd-b135-b1c4226336af" providerId="ADAL" clId="{F9FFB3E8-DE2E-4685-B669-4E4FAF868C9E}" dt="2026-05-22T07:22:56.406" v="3639" actId="1076"/>
          <ac:spMkLst>
            <pc:docMk/>
            <pc:sldMk cId="0" sldId="318"/>
            <ac:spMk id="5" creationId="{E17C8029-B820-04E6-6551-B0E4618B4A13}"/>
          </ac:spMkLst>
        </pc:spChg>
        <pc:spChg chg="mod">
          <ac:chgData name="松川 岳久" userId="d79c3d20-a060-4dfd-b135-b1c4226336af" providerId="ADAL" clId="{F9FFB3E8-DE2E-4685-B669-4E4FAF868C9E}" dt="2026-05-22T07:19:54.465" v="3558" actId="1076"/>
          <ac:spMkLst>
            <pc:docMk/>
            <pc:sldMk cId="0" sldId="318"/>
            <ac:spMk id="6" creationId="{00000000-0000-0000-0000-000000000000}"/>
          </ac:spMkLst>
        </pc:spChg>
        <pc:spChg chg="mod">
          <ac:chgData name="松川 岳久" userId="d79c3d20-a060-4dfd-b135-b1c4226336af" providerId="ADAL" clId="{F9FFB3E8-DE2E-4685-B669-4E4FAF868C9E}" dt="2026-05-22T07:19:54.465" v="3558" actId="1076"/>
          <ac:spMkLst>
            <pc:docMk/>
            <pc:sldMk cId="0" sldId="318"/>
            <ac:spMk id="7" creationId="{00000000-0000-0000-0000-000000000000}"/>
          </ac:spMkLst>
        </pc:spChg>
        <pc:spChg chg="mod">
          <ac:chgData name="松川 岳久" userId="d79c3d20-a060-4dfd-b135-b1c4226336af" providerId="ADAL" clId="{F9FFB3E8-DE2E-4685-B669-4E4FAF868C9E}" dt="2026-05-22T07:19:54.465" v="3558" actId="1076"/>
          <ac:spMkLst>
            <pc:docMk/>
            <pc:sldMk cId="0" sldId="318"/>
            <ac:spMk id="8" creationId="{00000000-0000-0000-0000-000000000000}"/>
          </ac:spMkLst>
        </pc:spChg>
        <pc:spChg chg="mod">
          <ac:chgData name="松川 岳久" userId="d79c3d20-a060-4dfd-b135-b1c4226336af" providerId="ADAL" clId="{F9FFB3E8-DE2E-4685-B669-4E4FAF868C9E}" dt="2026-05-22T07:19:54.465" v="3558" actId="1076"/>
          <ac:spMkLst>
            <pc:docMk/>
            <pc:sldMk cId="0" sldId="318"/>
            <ac:spMk id="9" creationId="{00000000-0000-0000-0000-000000000000}"/>
          </ac:spMkLst>
        </pc:spChg>
        <pc:spChg chg="add mod">
          <ac:chgData name="松川 岳久" userId="d79c3d20-a060-4dfd-b135-b1c4226336af" providerId="ADAL" clId="{F9FFB3E8-DE2E-4685-B669-4E4FAF868C9E}" dt="2026-05-22T07:22:50.306" v="3638"/>
          <ac:spMkLst>
            <pc:docMk/>
            <pc:sldMk cId="0" sldId="318"/>
            <ac:spMk id="11" creationId="{626311F4-639C-ECCE-264B-E2611B7B7FB6}"/>
          </ac:spMkLst>
        </pc:spChg>
        <pc:graphicFrameChg chg="mod modGraphic">
          <ac:chgData name="松川 岳久" userId="d79c3d20-a060-4dfd-b135-b1c4226336af" providerId="ADAL" clId="{F9FFB3E8-DE2E-4685-B669-4E4FAF868C9E}" dt="2026-05-22T07:20:41.463" v="3564" actId="1076"/>
          <ac:graphicFrameMkLst>
            <pc:docMk/>
            <pc:sldMk cId="0" sldId="318"/>
            <ac:graphicFrameMk id="64" creationId="{00000000-0000-0000-0000-000000000000}"/>
          </ac:graphicFrameMkLst>
        </pc:graphicFrameChg>
      </pc:sldChg>
      <pc:sldChg chg="delSp modSp mod ord">
        <pc:chgData name="松川 岳久" userId="d79c3d20-a060-4dfd-b135-b1c4226336af" providerId="ADAL" clId="{F9FFB3E8-DE2E-4685-B669-4E4FAF868C9E}" dt="2026-06-01T03:38:29.601" v="4793" actId="113"/>
        <pc:sldMkLst>
          <pc:docMk/>
          <pc:sldMk cId="0" sldId="323"/>
        </pc:sldMkLst>
        <pc:spChg chg="mod">
          <ac:chgData name="松川 岳久" userId="d79c3d20-a060-4dfd-b135-b1c4226336af" providerId="ADAL" clId="{F9FFB3E8-DE2E-4685-B669-4E4FAF868C9E}" dt="2026-05-22T07:08:57.344" v="3451" actId="1076"/>
          <ac:spMkLst>
            <pc:docMk/>
            <pc:sldMk cId="0" sldId="323"/>
            <ac:spMk id="7" creationId="{00000000-0000-0000-0000-000000000000}"/>
          </ac:spMkLst>
        </pc:spChg>
        <pc:graphicFrameChg chg="mod modGraphic">
          <ac:chgData name="松川 岳久" userId="d79c3d20-a060-4dfd-b135-b1c4226336af" providerId="ADAL" clId="{F9FFB3E8-DE2E-4685-B669-4E4FAF868C9E}" dt="2026-06-01T03:38:29.601" v="4793" actId="113"/>
          <ac:graphicFrameMkLst>
            <pc:docMk/>
            <pc:sldMk cId="0" sldId="323"/>
            <ac:graphicFrameMk id="69" creationId="{00000000-0000-0000-0000-000000000000}"/>
          </ac:graphicFrameMkLst>
        </pc:graphicFrameChg>
        <pc:picChg chg="mod">
          <ac:chgData name="松川 岳久" userId="d79c3d20-a060-4dfd-b135-b1c4226336af" providerId="ADAL" clId="{F9FFB3E8-DE2E-4685-B669-4E4FAF868C9E}" dt="2026-05-22T07:09:15.218" v="3459" actId="1036"/>
          <ac:picMkLst>
            <pc:docMk/>
            <pc:sldMk cId="0" sldId="323"/>
            <ac:picMk id="4" creationId="{00000000-0000-0000-0000-000000000000}"/>
          </ac:picMkLst>
        </pc:picChg>
      </pc:sldChg>
      <pc:sldChg chg="modSp mod">
        <pc:chgData name="松川 岳久" userId="d79c3d20-a060-4dfd-b135-b1c4226336af" providerId="ADAL" clId="{F9FFB3E8-DE2E-4685-B669-4E4FAF868C9E}" dt="2026-05-22T07:35:07.421" v="3853" actId="14100"/>
        <pc:sldMkLst>
          <pc:docMk/>
          <pc:sldMk cId="0" sldId="325"/>
        </pc:sldMkLst>
        <pc:spChg chg="mod">
          <ac:chgData name="松川 岳久" userId="d79c3d20-a060-4dfd-b135-b1c4226336af" providerId="ADAL" clId="{F9FFB3E8-DE2E-4685-B669-4E4FAF868C9E}" dt="2026-05-22T05:23:40.483" v="2896" actId="403"/>
          <ac:spMkLst>
            <pc:docMk/>
            <pc:sldMk cId="0" sldId="325"/>
            <ac:spMk id="4" creationId="{00000000-0000-0000-0000-000000000000}"/>
          </ac:spMkLst>
        </pc:spChg>
        <pc:spChg chg="mod">
          <ac:chgData name="松川 岳久" userId="d79c3d20-a060-4dfd-b135-b1c4226336af" providerId="ADAL" clId="{F9FFB3E8-DE2E-4685-B669-4E4FAF868C9E}" dt="2026-05-22T05:23:40.483" v="2896" actId="403"/>
          <ac:spMkLst>
            <pc:docMk/>
            <pc:sldMk cId="0" sldId="325"/>
            <ac:spMk id="6" creationId="{00000000-0000-0000-0000-000000000000}"/>
          </ac:spMkLst>
        </pc:spChg>
        <pc:spChg chg="mod">
          <ac:chgData name="松川 岳久" userId="d79c3d20-a060-4dfd-b135-b1c4226336af" providerId="ADAL" clId="{F9FFB3E8-DE2E-4685-B669-4E4FAF868C9E}" dt="2026-05-22T07:35:07.421" v="3853" actId="14100"/>
          <ac:spMkLst>
            <pc:docMk/>
            <pc:sldMk cId="0" sldId="325"/>
            <ac:spMk id="7" creationId="{00000000-0000-0000-0000-000000000000}"/>
          </ac:spMkLst>
        </pc:spChg>
        <pc:spChg chg="mod">
          <ac:chgData name="松川 岳久" userId="d79c3d20-a060-4dfd-b135-b1c4226336af" providerId="ADAL" clId="{F9FFB3E8-DE2E-4685-B669-4E4FAF868C9E}" dt="2026-05-22T05:23:40.483" v="2896" actId="403"/>
          <ac:spMkLst>
            <pc:docMk/>
            <pc:sldMk cId="0" sldId="325"/>
            <ac:spMk id="9" creationId="{00000000-0000-0000-0000-000000000000}"/>
          </ac:spMkLst>
        </pc:spChg>
        <pc:spChg chg="mod">
          <ac:chgData name="松川 岳久" userId="d79c3d20-a060-4dfd-b135-b1c4226336af" providerId="ADAL" clId="{F9FFB3E8-DE2E-4685-B669-4E4FAF868C9E}" dt="2026-05-22T05:23:40.483" v="2896" actId="403"/>
          <ac:spMkLst>
            <pc:docMk/>
            <pc:sldMk cId="0" sldId="325"/>
            <ac:spMk id="10" creationId="{00000000-0000-0000-0000-000000000000}"/>
          </ac:spMkLst>
        </pc:spChg>
        <pc:spChg chg="mod">
          <ac:chgData name="松川 岳久" userId="d79c3d20-a060-4dfd-b135-b1c4226336af" providerId="ADAL" clId="{F9FFB3E8-DE2E-4685-B669-4E4FAF868C9E}" dt="2026-05-22T05:23:40.483" v="2896" actId="403"/>
          <ac:spMkLst>
            <pc:docMk/>
            <pc:sldMk cId="0" sldId="325"/>
            <ac:spMk id="11" creationId="{00000000-0000-0000-0000-000000000000}"/>
          </ac:spMkLst>
        </pc:spChg>
        <pc:spChg chg="mod">
          <ac:chgData name="松川 岳久" userId="d79c3d20-a060-4dfd-b135-b1c4226336af" providerId="ADAL" clId="{F9FFB3E8-DE2E-4685-B669-4E4FAF868C9E}" dt="2026-05-22T05:23:40.483" v="2896" actId="403"/>
          <ac:spMkLst>
            <pc:docMk/>
            <pc:sldMk cId="0" sldId="325"/>
            <ac:spMk id="12" creationId="{00000000-0000-0000-0000-000000000000}"/>
          </ac:spMkLst>
        </pc:spChg>
        <pc:spChg chg="mod">
          <ac:chgData name="松川 岳久" userId="d79c3d20-a060-4dfd-b135-b1c4226336af" providerId="ADAL" clId="{F9FFB3E8-DE2E-4685-B669-4E4FAF868C9E}" dt="2026-05-22T05:23:40.483" v="2896" actId="403"/>
          <ac:spMkLst>
            <pc:docMk/>
            <pc:sldMk cId="0" sldId="325"/>
            <ac:spMk id="13" creationId="{00000000-0000-0000-0000-000000000000}"/>
          </ac:spMkLst>
        </pc:spChg>
        <pc:spChg chg="mod">
          <ac:chgData name="松川 岳久" userId="d79c3d20-a060-4dfd-b135-b1c4226336af" providerId="ADAL" clId="{F9FFB3E8-DE2E-4685-B669-4E4FAF868C9E}" dt="2026-05-22T07:34:13.518" v="3818"/>
          <ac:spMkLst>
            <pc:docMk/>
            <pc:sldMk cId="0" sldId="325"/>
            <ac:spMk id="14" creationId="{00000000-0000-0000-0000-000000000000}"/>
          </ac:spMkLst>
        </pc:spChg>
        <pc:spChg chg="mod">
          <ac:chgData name="松川 岳久" userId="d79c3d20-a060-4dfd-b135-b1c4226336af" providerId="ADAL" clId="{F9FFB3E8-DE2E-4685-B669-4E4FAF868C9E}" dt="2026-05-22T07:34:37.473" v="3851"/>
          <ac:spMkLst>
            <pc:docMk/>
            <pc:sldMk cId="0" sldId="325"/>
            <ac:spMk id="15" creationId="{00000000-0000-0000-0000-000000000000}"/>
          </ac:spMkLst>
        </pc:spChg>
      </pc:sldChg>
      <pc:sldChg chg="modSp mod">
        <pc:chgData name="松川 岳久" userId="d79c3d20-a060-4dfd-b135-b1c4226336af" providerId="ADAL" clId="{F9FFB3E8-DE2E-4685-B669-4E4FAF868C9E}" dt="2026-06-01T03:49:33.759" v="4856"/>
        <pc:sldMkLst>
          <pc:docMk/>
          <pc:sldMk cId="0" sldId="326"/>
        </pc:sldMkLst>
        <pc:spChg chg="mod">
          <ac:chgData name="松川 岳久" userId="d79c3d20-a060-4dfd-b135-b1c4226336af" providerId="ADAL" clId="{F9FFB3E8-DE2E-4685-B669-4E4FAF868C9E}" dt="2026-05-22T07:36:31.874" v="3860" actId="14100"/>
          <ac:spMkLst>
            <pc:docMk/>
            <pc:sldMk cId="0" sldId="326"/>
            <ac:spMk id="4" creationId="{00000000-0000-0000-0000-000000000000}"/>
          </ac:spMkLst>
        </pc:spChg>
        <pc:spChg chg="mod">
          <ac:chgData name="松川 岳久" userId="d79c3d20-a060-4dfd-b135-b1c4226336af" providerId="ADAL" clId="{F9FFB3E8-DE2E-4685-B669-4E4FAF868C9E}" dt="2026-05-22T07:36:31.874" v="3860" actId="14100"/>
          <ac:spMkLst>
            <pc:docMk/>
            <pc:sldMk cId="0" sldId="326"/>
            <ac:spMk id="5" creationId="{00000000-0000-0000-0000-000000000000}"/>
          </ac:spMkLst>
        </pc:spChg>
        <pc:spChg chg="mod">
          <ac:chgData name="松川 岳久" userId="d79c3d20-a060-4dfd-b135-b1c4226336af" providerId="ADAL" clId="{F9FFB3E8-DE2E-4685-B669-4E4FAF868C9E}" dt="2026-06-01T03:47:20.883" v="4831" actId="14100"/>
          <ac:spMkLst>
            <pc:docMk/>
            <pc:sldMk cId="0" sldId="326"/>
            <ac:spMk id="6" creationId="{00000000-0000-0000-0000-000000000000}"/>
          </ac:spMkLst>
        </pc:spChg>
        <pc:spChg chg="mod">
          <ac:chgData name="松川 岳久" userId="d79c3d20-a060-4dfd-b135-b1c4226336af" providerId="ADAL" clId="{F9FFB3E8-DE2E-4685-B669-4E4FAF868C9E}" dt="2026-06-01T03:47:25.874" v="4832" actId="14100"/>
          <ac:spMkLst>
            <pc:docMk/>
            <pc:sldMk cId="0" sldId="326"/>
            <ac:spMk id="7" creationId="{00000000-0000-0000-0000-000000000000}"/>
          </ac:spMkLst>
        </pc:spChg>
        <pc:spChg chg="mod">
          <ac:chgData name="松川 岳久" userId="d79c3d20-a060-4dfd-b135-b1c4226336af" providerId="ADAL" clId="{F9FFB3E8-DE2E-4685-B669-4E4FAF868C9E}" dt="2026-06-01T03:49:33.759" v="4856"/>
          <ac:spMkLst>
            <pc:docMk/>
            <pc:sldMk cId="0" sldId="326"/>
            <ac:spMk id="8" creationId="{00000000-0000-0000-0000-000000000000}"/>
          </ac:spMkLst>
        </pc:spChg>
        <pc:spChg chg="mod">
          <ac:chgData name="松川 岳久" userId="d79c3d20-a060-4dfd-b135-b1c4226336af" providerId="ADAL" clId="{F9FFB3E8-DE2E-4685-B669-4E4FAF868C9E}" dt="2026-06-01T03:47:34.072" v="4846" actId="1076"/>
          <ac:spMkLst>
            <pc:docMk/>
            <pc:sldMk cId="0" sldId="326"/>
            <ac:spMk id="9" creationId="{00000000-0000-0000-0000-000000000000}"/>
          </ac:spMkLst>
        </pc:spChg>
        <pc:spChg chg="mod">
          <ac:chgData name="松川 岳久" userId="d79c3d20-a060-4dfd-b135-b1c4226336af" providerId="ADAL" clId="{F9FFB3E8-DE2E-4685-B669-4E4FAF868C9E}" dt="2026-05-27T06:05:02.178" v="4079" actId="1076"/>
          <ac:spMkLst>
            <pc:docMk/>
            <pc:sldMk cId="0" sldId="326"/>
            <ac:spMk id="11" creationId="{00000000-0000-0000-0000-000000000000}"/>
          </ac:spMkLst>
        </pc:spChg>
        <pc:spChg chg="mod">
          <ac:chgData name="松川 岳久" userId="d79c3d20-a060-4dfd-b135-b1c4226336af" providerId="ADAL" clId="{F9FFB3E8-DE2E-4685-B669-4E4FAF868C9E}" dt="2026-05-27T06:05:02.178" v="4079" actId="1076"/>
          <ac:spMkLst>
            <pc:docMk/>
            <pc:sldMk cId="0" sldId="326"/>
            <ac:spMk id="12" creationId="{00000000-0000-0000-0000-000000000000}"/>
          </ac:spMkLst>
        </pc:spChg>
        <pc:picChg chg="mod">
          <ac:chgData name="松川 岳久" userId="d79c3d20-a060-4dfd-b135-b1c4226336af" providerId="ADAL" clId="{F9FFB3E8-DE2E-4685-B669-4E4FAF868C9E}" dt="2026-05-27T06:05:02.178" v="4079" actId="1076"/>
          <ac:picMkLst>
            <pc:docMk/>
            <pc:sldMk cId="0" sldId="326"/>
            <ac:picMk id="10" creationId="{00000000-0000-0000-0000-000000000000}"/>
          </ac:picMkLst>
        </pc:picChg>
      </pc:sldChg>
      <pc:sldChg chg="modSp mod">
        <pc:chgData name="松川 岳久" userId="d79c3d20-a060-4dfd-b135-b1c4226336af" providerId="ADAL" clId="{F9FFB3E8-DE2E-4685-B669-4E4FAF868C9E}" dt="2026-06-01T03:47:53.743" v="4848" actId="403"/>
        <pc:sldMkLst>
          <pc:docMk/>
          <pc:sldMk cId="0" sldId="327"/>
        </pc:sldMkLst>
        <pc:spChg chg="mod">
          <ac:chgData name="松川 岳久" userId="d79c3d20-a060-4dfd-b135-b1c4226336af" providerId="ADAL" clId="{F9FFB3E8-DE2E-4685-B669-4E4FAF868C9E}" dt="2026-06-01T03:47:53.743" v="4848" actId="403"/>
          <ac:spMkLst>
            <pc:docMk/>
            <pc:sldMk cId="0" sldId="327"/>
            <ac:spMk id="6" creationId="{00000000-0000-0000-0000-000000000000}"/>
          </ac:spMkLst>
        </pc:spChg>
        <pc:spChg chg="mod">
          <ac:chgData name="松川 岳久" userId="d79c3d20-a060-4dfd-b135-b1c4226336af" providerId="ADAL" clId="{F9FFB3E8-DE2E-4685-B669-4E4FAF868C9E}" dt="2026-05-27T06:05:35.894" v="4081" actId="14100"/>
          <ac:spMkLst>
            <pc:docMk/>
            <pc:sldMk cId="0" sldId="327"/>
            <ac:spMk id="7" creationId="{00000000-0000-0000-0000-000000000000}"/>
          </ac:spMkLst>
        </pc:spChg>
        <pc:spChg chg="mod">
          <ac:chgData name="松川 岳久" userId="d79c3d20-a060-4dfd-b135-b1c4226336af" providerId="ADAL" clId="{F9FFB3E8-DE2E-4685-B669-4E4FAF868C9E}" dt="2026-05-27T06:05:50.443" v="4083" actId="1076"/>
          <ac:spMkLst>
            <pc:docMk/>
            <pc:sldMk cId="0" sldId="327"/>
            <ac:spMk id="8" creationId="{00000000-0000-0000-0000-000000000000}"/>
          </ac:spMkLst>
        </pc:spChg>
        <pc:spChg chg="mod">
          <ac:chgData name="松川 岳久" userId="d79c3d20-a060-4dfd-b135-b1c4226336af" providerId="ADAL" clId="{F9FFB3E8-DE2E-4685-B669-4E4FAF868C9E}" dt="2026-05-27T06:05:43.644" v="4082" actId="1076"/>
          <ac:spMkLst>
            <pc:docMk/>
            <pc:sldMk cId="0" sldId="327"/>
            <ac:spMk id="9" creationId="{00000000-0000-0000-0000-000000000000}"/>
          </ac:spMkLst>
        </pc:spChg>
        <pc:spChg chg="mod">
          <ac:chgData name="松川 岳久" userId="d79c3d20-a060-4dfd-b135-b1c4226336af" providerId="ADAL" clId="{F9FFB3E8-DE2E-4685-B669-4E4FAF868C9E}" dt="2026-05-27T06:05:56.044" v="4087"/>
          <ac:spMkLst>
            <pc:docMk/>
            <pc:sldMk cId="0" sldId="327"/>
            <ac:spMk id="10" creationId="{00000000-0000-0000-0000-000000000000}"/>
          </ac:spMkLst>
        </pc:spChg>
        <pc:picChg chg="mod">
          <ac:chgData name="松川 岳久" userId="d79c3d20-a060-4dfd-b135-b1c4226336af" providerId="ADAL" clId="{F9FFB3E8-DE2E-4685-B669-4E4FAF868C9E}" dt="2026-05-27T06:06:01.461" v="4088" actId="1076"/>
          <ac:picMkLst>
            <pc:docMk/>
            <pc:sldMk cId="0" sldId="327"/>
            <ac:picMk id="4" creationId="{00000000-0000-0000-0000-000000000000}"/>
          </ac:picMkLst>
        </pc:picChg>
      </pc:sldChg>
      <pc:sldChg chg="addSp delSp modSp mod">
        <pc:chgData name="松川 岳久" userId="d79c3d20-a060-4dfd-b135-b1c4226336af" providerId="ADAL" clId="{F9FFB3E8-DE2E-4685-B669-4E4FAF868C9E}" dt="2026-05-27T06:10:36.786" v="4185"/>
        <pc:sldMkLst>
          <pc:docMk/>
          <pc:sldMk cId="0" sldId="328"/>
        </pc:sldMkLst>
        <pc:spChg chg="add mod">
          <ac:chgData name="松川 岳久" userId="d79c3d20-a060-4dfd-b135-b1c4226336af" providerId="ADAL" clId="{F9FFB3E8-DE2E-4685-B669-4E4FAF868C9E}" dt="2026-05-27T06:10:36.786" v="4185"/>
          <ac:spMkLst>
            <pc:docMk/>
            <pc:sldMk cId="0" sldId="328"/>
            <ac:spMk id="5" creationId="{043316C6-B290-2DCF-9AA1-A3F32682AF50}"/>
          </ac:spMkLst>
        </pc:spChg>
        <pc:spChg chg="mod">
          <ac:chgData name="松川 岳久" userId="d79c3d20-a060-4dfd-b135-b1c4226336af" providerId="ADAL" clId="{F9FFB3E8-DE2E-4685-B669-4E4FAF868C9E}" dt="2026-05-22T07:40:03.839" v="3929"/>
          <ac:spMkLst>
            <pc:docMk/>
            <pc:sldMk cId="0" sldId="328"/>
            <ac:spMk id="6" creationId="{00000000-0000-0000-0000-000000000000}"/>
          </ac:spMkLst>
        </pc:spChg>
        <pc:spChg chg="mod">
          <ac:chgData name="松川 岳久" userId="d79c3d20-a060-4dfd-b135-b1c4226336af" providerId="ADAL" clId="{F9FFB3E8-DE2E-4685-B669-4E4FAF868C9E}" dt="2026-05-22T07:40:17.709" v="3933" actId="1076"/>
          <ac:spMkLst>
            <pc:docMk/>
            <pc:sldMk cId="0" sldId="328"/>
            <ac:spMk id="8" creationId="{00000000-0000-0000-0000-000000000000}"/>
          </ac:spMkLst>
        </pc:spChg>
        <pc:spChg chg="mod">
          <ac:chgData name="松川 岳久" userId="d79c3d20-a060-4dfd-b135-b1c4226336af" providerId="ADAL" clId="{F9FFB3E8-DE2E-4685-B669-4E4FAF868C9E}" dt="2026-05-22T07:40:17.709" v="3933" actId="1076"/>
          <ac:spMkLst>
            <pc:docMk/>
            <pc:sldMk cId="0" sldId="328"/>
            <ac:spMk id="9" creationId="{00000000-0000-0000-0000-000000000000}"/>
          </ac:spMkLst>
        </pc:spChg>
        <pc:spChg chg="mod">
          <ac:chgData name="松川 岳久" userId="d79c3d20-a060-4dfd-b135-b1c4226336af" providerId="ADAL" clId="{F9FFB3E8-DE2E-4685-B669-4E4FAF868C9E}" dt="2026-05-22T07:40:17.709" v="3933" actId="1076"/>
          <ac:spMkLst>
            <pc:docMk/>
            <pc:sldMk cId="0" sldId="328"/>
            <ac:spMk id="10" creationId="{00000000-0000-0000-0000-000000000000}"/>
          </ac:spMkLst>
        </pc:spChg>
        <pc:spChg chg="mod">
          <ac:chgData name="松川 岳久" userId="d79c3d20-a060-4dfd-b135-b1c4226336af" providerId="ADAL" clId="{F9FFB3E8-DE2E-4685-B669-4E4FAF868C9E}" dt="2026-05-22T07:40:17.709" v="3933" actId="1076"/>
          <ac:spMkLst>
            <pc:docMk/>
            <pc:sldMk cId="0" sldId="328"/>
            <ac:spMk id="11" creationId="{00000000-0000-0000-0000-000000000000}"/>
          </ac:spMkLst>
        </pc:spChg>
        <pc:picChg chg="mod">
          <ac:chgData name="松川 岳久" userId="d79c3d20-a060-4dfd-b135-b1c4226336af" providerId="ADAL" clId="{F9FFB3E8-DE2E-4685-B669-4E4FAF868C9E}" dt="2026-05-22T07:39:09.789" v="3891" actId="1076"/>
          <ac:picMkLst>
            <pc:docMk/>
            <pc:sldMk cId="0" sldId="328"/>
            <ac:picMk id="4" creationId="{00000000-0000-0000-0000-000000000000}"/>
          </ac:picMkLst>
        </pc:picChg>
      </pc:sldChg>
      <pc:sldChg chg="addSp modSp mod">
        <pc:chgData name="松川 岳久" userId="d79c3d20-a060-4dfd-b135-b1c4226336af" providerId="ADAL" clId="{F9FFB3E8-DE2E-4685-B669-4E4FAF868C9E}" dt="2026-06-01T03:50:24.700" v="4861" actId="403"/>
        <pc:sldMkLst>
          <pc:docMk/>
          <pc:sldMk cId="0" sldId="330"/>
        </pc:sldMkLst>
        <pc:spChg chg="mod">
          <ac:chgData name="松川 岳久" userId="d79c3d20-a060-4dfd-b135-b1c4226336af" providerId="ADAL" clId="{F9FFB3E8-DE2E-4685-B669-4E4FAF868C9E}" dt="2026-06-01T02:03:08.334" v="4525" actId="14100"/>
          <ac:spMkLst>
            <pc:docMk/>
            <pc:sldMk cId="0" sldId="330"/>
            <ac:spMk id="2" creationId="{00000000-0000-0000-0000-000000000000}"/>
          </ac:spMkLst>
        </pc:spChg>
        <pc:spChg chg="mod">
          <ac:chgData name="松川 岳久" userId="d79c3d20-a060-4dfd-b135-b1c4226336af" providerId="ADAL" clId="{F9FFB3E8-DE2E-4685-B669-4E4FAF868C9E}" dt="2026-06-01T02:03:17.402" v="4528" actId="403"/>
          <ac:spMkLst>
            <pc:docMk/>
            <pc:sldMk cId="0" sldId="330"/>
            <ac:spMk id="7" creationId="{00000000-0000-0000-0000-000000000000}"/>
          </ac:spMkLst>
        </pc:spChg>
        <pc:spChg chg="mod">
          <ac:chgData name="松川 岳久" userId="d79c3d20-a060-4dfd-b135-b1c4226336af" providerId="ADAL" clId="{F9FFB3E8-DE2E-4685-B669-4E4FAF868C9E}" dt="2026-06-01T03:50:24.700" v="4861" actId="403"/>
          <ac:spMkLst>
            <pc:docMk/>
            <pc:sldMk cId="0" sldId="330"/>
            <ac:spMk id="11" creationId="{00000000-0000-0000-0000-000000000000}"/>
          </ac:spMkLst>
        </pc:spChg>
        <pc:spChg chg="add mod">
          <ac:chgData name="松川 岳久" userId="d79c3d20-a060-4dfd-b135-b1c4226336af" providerId="ADAL" clId="{F9FFB3E8-DE2E-4685-B669-4E4FAF868C9E}" dt="2026-06-01T02:03:50.742" v="4551" actId="20577"/>
          <ac:spMkLst>
            <pc:docMk/>
            <pc:sldMk cId="0" sldId="330"/>
            <ac:spMk id="13" creationId="{19FF2C2A-2AFC-3E32-9200-F412E74490A7}"/>
          </ac:spMkLst>
        </pc:spChg>
      </pc:sldChg>
      <pc:sldChg chg="modSp mod">
        <pc:chgData name="松川 岳久" userId="d79c3d20-a060-4dfd-b135-b1c4226336af" providerId="ADAL" clId="{F9FFB3E8-DE2E-4685-B669-4E4FAF868C9E}" dt="2026-05-27T06:08:15.419" v="4102" actId="403"/>
        <pc:sldMkLst>
          <pc:docMk/>
          <pc:sldMk cId="0" sldId="331"/>
        </pc:sldMkLst>
        <pc:spChg chg="mod">
          <ac:chgData name="松川 岳久" userId="d79c3d20-a060-4dfd-b135-b1c4226336af" providerId="ADAL" clId="{F9FFB3E8-DE2E-4685-B669-4E4FAF868C9E}" dt="2026-05-27T06:08:15.419" v="4102" actId="403"/>
          <ac:spMkLst>
            <pc:docMk/>
            <pc:sldMk cId="0" sldId="331"/>
            <ac:spMk id="7" creationId="{00000000-0000-0000-0000-000000000000}"/>
          </ac:spMkLst>
        </pc:spChg>
      </pc:sldChg>
      <pc:sldChg chg="modSp mod">
        <pc:chgData name="松川 岳久" userId="d79c3d20-a060-4dfd-b135-b1c4226336af" providerId="ADAL" clId="{F9FFB3E8-DE2E-4685-B669-4E4FAF868C9E}" dt="2026-06-01T03:50:48.400" v="4867" actId="403"/>
        <pc:sldMkLst>
          <pc:docMk/>
          <pc:sldMk cId="0" sldId="332"/>
        </pc:sldMkLst>
        <pc:spChg chg="mod">
          <ac:chgData name="松川 岳久" userId="d79c3d20-a060-4dfd-b135-b1c4226336af" providerId="ADAL" clId="{F9FFB3E8-DE2E-4685-B669-4E4FAF868C9E}" dt="2026-06-01T03:50:48.400" v="4867" actId="403"/>
          <ac:spMkLst>
            <pc:docMk/>
            <pc:sldMk cId="0" sldId="332"/>
            <ac:spMk id="9" creationId="{00000000-0000-0000-0000-000000000000}"/>
          </ac:spMkLst>
        </pc:spChg>
        <pc:spChg chg="mod">
          <ac:chgData name="松川 岳久" userId="d79c3d20-a060-4dfd-b135-b1c4226336af" providerId="ADAL" clId="{F9FFB3E8-DE2E-4685-B669-4E4FAF868C9E}" dt="2026-06-01T03:50:42.867" v="4864" actId="403"/>
          <ac:spMkLst>
            <pc:docMk/>
            <pc:sldMk cId="0" sldId="332"/>
            <ac:spMk id="10" creationId="{00000000-0000-0000-0000-000000000000}"/>
          </ac:spMkLst>
        </pc:spChg>
      </pc:sldChg>
      <pc:sldChg chg="addSp modSp mod">
        <pc:chgData name="松川 岳久" userId="d79c3d20-a060-4dfd-b135-b1c4226336af" providerId="ADAL" clId="{F9FFB3E8-DE2E-4685-B669-4E4FAF868C9E}" dt="2026-06-01T03:56:14.125" v="5078" actId="14100"/>
        <pc:sldMkLst>
          <pc:docMk/>
          <pc:sldMk cId="0" sldId="333"/>
        </pc:sldMkLst>
        <pc:spChg chg="mod">
          <ac:chgData name="松川 岳久" userId="d79c3d20-a060-4dfd-b135-b1c4226336af" providerId="ADAL" clId="{F9FFB3E8-DE2E-4685-B669-4E4FAF868C9E}" dt="2026-06-01T02:04:13.619" v="4553" actId="403"/>
          <ac:spMkLst>
            <pc:docMk/>
            <pc:sldMk cId="0" sldId="333"/>
            <ac:spMk id="5" creationId="{00000000-0000-0000-0000-000000000000}"/>
          </ac:spMkLst>
        </pc:spChg>
        <pc:spChg chg="mod">
          <ac:chgData name="松川 岳久" userId="d79c3d20-a060-4dfd-b135-b1c4226336af" providerId="ADAL" clId="{F9FFB3E8-DE2E-4685-B669-4E4FAF868C9E}" dt="2026-06-01T02:04:13.619" v="4553" actId="403"/>
          <ac:spMkLst>
            <pc:docMk/>
            <pc:sldMk cId="0" sldId="333"/>
            <ac:spMk id="6" creationId="{00000000-0000-0000-0000-000000000000}"/>
          </ac:spMkLst>
        </pc:spChg>
        <pc:spChg chg="mod">
          <ac:chgData name="松川 岳久" userId="d79c3d20-a060-4dfd-b135-b1c4226336af" providerId="ADAL" clId="{F9FFB3E8-DE2E-4685-B669-4E4FAF868C9E}" dt="2026-06-01T02:04:13.619" v="4553" actId="403"/>
          <ac:spMkLst>
            <pc:docMk/>
            <pc:sldMk cId="0" sldId="333"/>
            <ac:spMk id="7" creationId="{00000000-0000-0000-0000-000000000000}"/>
          </ac:spMkLst>
        </pc:spChg>
        <pc:spChg chg="mod">
          <ac:chgData name="松川 岳久" userId="d79c3d20-a060-4dfd-b135-b1c4226336af" providerId="ADAL" clId="{F9FFB3E8-DE2E-4685-B669-4E4FAF868C9E}" dt="2026-06-01T02:04:13.619" v="4553" actId="403"/>
          <ac:spMkLst>
            <pc:docMk/>
            <pc:sldMk cId="0" sldId="333"/>
            <ac:spMk id="8" creationId="{00000000-0000-0000-0000-000000000000}"/>
          </ac:spMkLst>
        </pc:spChg>
        <pc:spChg chg="mod">
          <ac:chgData name="松川 岳久" userId="d79c3d20-a060-4dfd-b135-b1c4226336af" providerId="ADAL" clId="{F9FFB3E8-DE2E-4685-B669-4E4FAF868C9E}" dt="2026-06-01T02:04:13.619" v="4553" actId="403"/>
          <ac:spMkLst>
            <pc:docMk/>
            <pc:sldMk cId="0" sldId="333"/>
            <ac:spMk id="9" creationId="{00000000-0000-0000-0000-000000000000}"/>
          </ac:spMkLst>
        </pc:spChg>
        <pc:spChg chg="mod">
          <ac:chgData name="松川 岳久" userId="d79c3d20-a060-4dfd-b135-b1c4226336af" providerId="ADAL" clId="{F9FFB3E8-DE2E-4685-B669-4E4FAF868C9E}" dt="2026-06-01T02:04:13.619" v="4553" actId="403"/>
          <ac:spMkLst>
            <pc:docMk/>
            <pc:sldMk cId="0" sldId="333"/>
            <ac:spMk id="10" creationId="{00000000-0000-0000-0000-000000000000}"/>
          </ac:spMkLst>
        </pc:spChg>
        <pc:spChg chg="mod">
          <ac:chgData name="松川 岳久" userId="d79c3d20-a060-4dfd-b135-b1c4226336af" providerId="ADAL" clId="{F9FFB3E8-DE2E-4685-B669-4E4FAF868C9E}" dt="2026-06-01T02:04:13.619" v="4553" actId="403"/>
          <ac:spMkLst>
            <pc:docMk/>
            <pc:sldMk cId="0" sldId="333"/>
            <ac:spMk id="11" creationId="{00000000-0000-0000-0000-000000000000}"/>
          </ac:spMkLst>
        </pc:spChg>
        <pc:spChg chg="mod">
          <ac:chgData name="松川 岳久" userId="d79c3d20-a060-4dfd-b135-b1c4226336af" providerId="ADAL" clId="{F9FFB3E8-DE2E-4685-B669-4E4FAF868C9E}" dt="2026-06-01T03:51:34.036" v="4873" actId="207"/>
          <ac:spMkLst>
            <pc:docMk/>
            <pc:sldMk cId="0" sldId="333"/>
            <ac:spMk id="12" creationId="{00000000-0000-0000-0000-000000000000}"/>
          </ac:spMkLst>
        </pc:spChg>
        <pc:spChg chg="add mod">
          <ac:chgData name="松川 岳久" userId="d79c3d20-a060-4dfd-b135-b1c4226336af" providerId="ADAL" clId="{F9FFB3E8-DE2E-4685-B669-4E4FAF868C9E}" dt="2026-06-01T03:56:14.125" v="5078" actId="14100"/>
          <ac:spMkLst>
            <pc:docMk/>
            <pc:sldMk cId="0" sldId="333"/>
            <ac:spMk id="13" creationId="{268AD80D-94D4-D169-01B8-6B4FEE823ED8}"/>
          </ac:spMkLst>
        </pc:spChg>
        <pc:graphicFrameChg chg="modGraphic">
          <ac:chgData name="松川 岳久" userId="d79c3d20-a060-4dfd-b135-b1c4226336af" providerId="ADAL" clId="{F9FFB3E8-DE2E-4685-B669-4E4FAF868C9E}" dt="2026-06-01T03:50:58.109" v="4868" actId="207"/>
          <ac:graphicFrameMkLst>
            <pc:docMk/>
            <pc:sldMk cId="0" sldId="333"/>
            <ac:graphicFrameMk id="79" creationId="{00000000-0000-0000-0000-000000000000}"/>
          </ac:graphicFrameMkLst>
        </pc:graphicFrameChg>
      </pc:sldChg>
      <pc:sldChg chg="modSp del mod">
        <pc:chgData name="松川 岳久" userId="d79c3d20-a060-4dfd-b135-b1c4226336af" providerId="ADAL" clId="{F9FFB3E8-DE2E-4685-B669-4E4FAF868C9E}" dt="2026-06-01T02:04:28.606" v="4555" actId="47"/>
        <pc:sldMkLst>
          <pc:docMk/>
          <pc:sldMk cId="0" sldId="334"/>
        </pc:sldMkLst>
        <pc:spChg chg="mod">
          <ac:chgData name="松川 岳久" userId="d79c3d20-a060-4dfd-b135-b1c4226336af" providerId="ADAL" clId="{F9FFB3E8-DE2E-4685-B669-4E4FAF868C9E}" dt="2026-06-01T02:01:54.548" v="4503" actId="403"/>
          <ac:spMkLst>
            <pc:docMk/>
            <pc:sldMk cId="0" sldId="334"/>
            <ac:spMk id="19" creationId="{00000000-0000-0000-0000-000000000000}"/>
          </ac:spMkLst>
        </pc:spChg>
        <pc:spChg chg="mod">
          <ac:chgData name="松川 岳久" userId="d79c3d20-a060-4dfd-b135-b1c4226336af" providerId="ADAL" clId="{F9FFB3E8-DE2E-4685-B669-4E4FAF868C9E}" dt="2026-06-01T02:01:54.548" v="4503" actId="403"/>
          <ac:spMkLst>
            <pc:docMk/>
            <pc:sldMk cId="0" sldId="334"/>
            <ac:spMk id="20" creationId="{00000000-0000-0000-0000-000000000000}"/>
          </ac:spMkLst>
        </pc:spChg>
        <pc:spChg chg="mod">
          <ac:chgData name="松川 岳久" userId="d79c3d20-a060-4dfd-b135-b1c4226336af" providerId="ADAL" clId="{F9FFB3E8-DE2E-4685-B669-4E4FAF868C9E}" dt="2026-06-01T02:01:54.548" v="4503" actId="403"/>
          <ac:spMkLst>
            <pc:docMk/>
            <pc:sldMk cId="0" sldId="334"/>
            <ac:spMk id="21" creationId="{00000000-0000-0000-0000-000000000000}"/>
          </ac:spMkLst>
        </pc:spChg>
        <pc:spChg chg="mod">
          <ac:chgData name="松川 岳久" userId="d79c3d20-a060-4dfd-b135-b1c4226336af" providerId="ADAL" clId="{F9FFB3E8-DE2E-4685-B669-4E4FAF868C9E}" dt="2026-06-01T02:01:54.548" v="4503" actId="403"/>
          <ac:spMkLst>
            <pc:docMk/>
            <pc:sldMk cId="0" sldId="334"/>
            <ac:spMk id="22" creationId="{00000000-0000-0000-0000-000000000000}"/>
          </ac:spMkLst>
        </pc:spChg>
        <pc:spChg chg="mod">
          <ac:chgData name="松川 岳久" userId="d79c3d20-a060-4dfd-b135-b1c4226336af" providerId="ADAL" clId="{F9FFB3E8-DE2E-4685-B669-4E4FAF868C9E}" dt="2026-06-01T02:01:45.910" v="4499" actId="1076"/>
          <ac:spMkLst>
            <pc:docMk/>
            <pc:sldMk cId="0" sldId="334"/>
            <ac:spMk id="23" creationId="{00000000-0000-0000-0000-000000000000}"/>
          </ac:spMkLst>
        </pc:spChg>
      </pc:sldChg>
      <pc:sldChg chg="modSp mod">
        <pc:chgData name="松川 岳久" userId="d79c3d20-a060-4dfd-b135-b1c4226336af" providerId="ADAL" clId="{F9FFB3E8-DE2E-4685-B669-4E4FAF868C9E}" dt="2026-06-01T03:55:56.018" v="5075" actId="20577"/>
        <pc:sldMkLst>
          <pc:docMk/>
          <pc:sldMk cId="0" sldId="335"/>
        </pc:sldMkLst>
        <pc:spChg chg="mod">
          <ac:chgData name="松川 岳久" userId="d79c3d20-a060-4dfd-b135-b1c4226336af" providerId="ADAL" clId="{F9FFB3E8-DE2E-4685-B669-4E4FAF868C9E}" dt="2026-05-27T06:11:29.078" v="4189" actId="403"/>
          <ac:spMkLst>
            <pc:docMk/>
            <pc:sldMk cId="0" sldId="335"/>
            <ac:spMk id="4" creationId="{00000000-0000-0000-0000-000000000000}"/>
          </ac:spMkLst>
        </pc:spChg>
        <pc:spChg chg="mod">
          <ac:chgData name="松川 岳久" userId="d79c3d20-a060-4dfd-b135-b1c4226336af" providerId="ADAL" clId="{F9FFB3E8-DE2E-4685-B669-4E4FAF868C9E}" dt="2026-05-27T06:11:29.078" v="4189" actId="403"/>
          <ac:spMkLst>
            <pc:docMk/>
            <pc:sldMk cId="0" sldId="335"/>
            <ac:spMk id="5" creationId="{00000000-0000-0000-0000-000000000000}"/>
          </ac:spMkLst>
        </pc:spChg>
        <pc:spChg chg="mod">
          <ac:chgData name="松川 岳久" userId="d79c3d20-a060-4dfd-b135-b1c4226336af" providerId="ADAL" clId="{F9FFB3E8-DE2E-4685-B669-4E4FAF868C9E}" dt="2026-05-27T06:11:29.078" v="4189" actId="403"/>
          <ac:spMkLst>
            <pc:docMk/>
            <pc:sldMk cId="0" sldId="335"/>
            <ac:spMk id="7" creationId="{00000000-0000-0000-0000-000000000000}"/>
          </ac:spMkLst>
        </pc:spChg>
        <pc:spChg chg="mod">
          <ac:chgData name="松川 岳久" userId="d79c3d20-a060-4dfd-b135-b1c4226336af" providerId="ADAL" clId="{F9FFB3E8-DE2E-4685-B669-4E4FAF868C9E}" dt="2026-05-27T06:11:29.078" v="4189" actId="403"/>
          <ac:spMkLst>
            <pc:docMk/>
            <pc:sldMk cId="0" sldId="335"/>
            <ac:spMk id="8" creationId="{00000000-0000-0000-0000-000000000000}"/>
          </ac:spMkLst>
        </pc:spChg>
        <pc:spChg chg="mod">
          <ac:chgData name="松川 岳久" userId="d79c3d20-a060-4dfd-b135-b1c4226336af" providerId="ADAL" clId="{F9FFB3E8-DE2E-4685-B669-4E4FAF868C9E}" dt="2026-05-27T06:11:29.078" v="4189" actId="403"/>
          <ac:spMkLst>
            <pc:docMk/>
            <pc:sldMk cId="0" sldId="335"/>
            <ac:spMk id="9" creationId="{00000000-0000-0000-0000-000000000000}"/>
          </ac:spMkLst>
        </pc:spChg>
        <pc:spChg chg="mod">
          <ac:chgData name="松川 岳久" userId="d79c3d20-a060-4dfd-b135-b1c4226336af" providerId="ADAL" clId="{F9FFB3E8-DE2E-4685-B669-4E4FAF868C9E}" dt="2026-06-01T03:52:32.260" v="4962" actId="20577"/>
          <ac:spMkLst>
            <pc:docMk/>
            <pc:sldMk cId="0" sldId="335"/>
            <ac:spMk id="10" creationId="{00000000-0000-0000-0000-000000000000}"/>
          </ac:spMkLst>
        </pc:spChg>
        <pc:spChg chg="mod">
          <ac:chgData name="松川 岳久" userId="d79c3d20-a060-4dfd-b135-b1c4226336af" providerId="ADAL" clId="{F9FFB3E8-DE2E-4685-B669-4E4FAF868C9E}" dt="2026-06-01T03:55:56.018" v="5075" actId="20577"/>
          <ac:spMkLst>
            <pc:docMk/>
            <pc:sldMk cId="0" sldId="335"/>
            <ac:spMk id="11" creationId="{00000000-0000-0000-0000-000000000000}"/>
          </ac:spMkLst>
        </pc:spChg>
        <pc:spChg chg="mod">
          <ac:chgData name="松川 岳久" userId="d79c3d20-a060-4dfd-b135-b1c4226336af" providerId="ADAL" clId="{F9FFB3E8-DE2E-4685-B669-4E4FAF868C9E}" dt="2026-05-27T06:11:29.078" v="4189" actId="403"/>
          <ac:spMkLst>
            <pc:docMk/>
            <pc:sldMk cId="0" sldId="335"/>
            <ac:spMk id="12" creationId="{00000000-0000-0000-0000-000000000000}"/>
          </ac:spMkLst>
        </pc:spChg>
        <pc:spChg chg="mod">
          <ac:chgData name="松川 岳久" userId="d79c3d20-a060-4dfd-b135-b1c4226336af" providerId="ADAL" clId="{F9FFB3E8-DE2E-4685-B669-4E4FAF868C9E}" dt="2026-05-27T06:11:29.078" v="4189" actId="403"/>
          <ac:spMkLst>
            <pc:docMk/>
            <pc:sldMk cId="0" sldId="335"/>
            <ac:spMk id="14" creationId="{00000000-0000-0000-0000-000000000000}"/>
          </ac:spMkLst>
        </pc:spChg>
        <pc:spChg chg="mod">
          <ac:chgData name="松川 岳久" userId="d79c3d20-a060-4dfd-b135-b1c4226336af" providerId="ADAL" clId="{F9FFB3E8-DE2E-4685-B669-4E4FAF868C9E}" dt="2026-05-27T06:11:29.078" v="4189" actId="403"/>
          <ac:spMkLst>
            <pc:docMk/>
            <pc:sldMk cId="0" sldId="335"/>
            <ac:spMk id="15" creationId="{00000000-0000-0000-0000-000000000000}"/>
          </ac:spMkLst>
        </pc:spChg>
      </pc:sldChg>
      <pc:sldChg chg="addSp modSp mod">
        <pc:chgData name="松川 岳久" userId="d79c3d20-a060-4dfd-b135-b1c4226336af" providerId="ADAL" clId="{F9FFB3E8-DE2E-4685-B669-4E4FAF868C9E}" dt="2026-06-01T03:56:34.796" v="5081" actId="1076"/>
        <pc:sldMkLst>
          <pc:docMk/>
          <pc:sldMk cId="0" sldId="336"/>
        </pc:sldMkLst>
        <pc:spChg chg="mod">
          <ac:chgData name="松川 岳久" userId="d79c3d20-a060-4dfd-b135-b1c4226336af" providerId="ADAL" clId="{F9FFB3E8-DE2E-4685-B669-4E4FAF868C9E}" dt="2026-06-01T03:56:26.569" v="5080" actId="403"/>
          <ac:spMkLst>
            <pc:docMk/>
            <pc:sldMk cId="0" sldId="336"/>
            <ac:spMk id="5" creationId="{00000000-0000-0000-0000-000000000000}"/>
          </ac:spMkLst>
        </pc:spChg>
        <pc:spChg chg="mod">
          <ac:chgData name="松川 岳久" userId="d79c3d20-a060-4dfd-b135-b1c4226336af" providerId="ADAL" clId="{F9FFB3E8-DE2E-4685-B669-4E4FAF868C9E}" dt="2026-06-01T03:56:34.796" v="5081" actId="1076"/>
          <ac:spMkLst>
            <pc:docMk/>
            <pc:sldMk cId="0" sldId="336"/>
            <ac:spMk id="6" creationId="{00000000-0000-0000-0000-000000000000}"/>
          </ac:spMkLst>
        </pc:spChg>
        <pc:spChg chg="mod">
          <ac:chgData name="松川 岳久" userId="d79c3d20-a060-4dfd-b135-b1c4226336af" providerId="ADAL" clId="{F9FFB3E8-DE2E-4685-B669-4E4FAF868C9E}" dt="2026-05-27T06:13:15.837" v="4212" actId="403"/>
          <ac:spMkLst>
            <pc:docMk/>
            <pc:sldMk cId="0" sldId="336"/>
            <ac:spMk id="7" creationId="{00000000-0000-0000-0000-000000000000}"/>
          </ac:spMkLst>
        </pc:spChg>
        <pc:spChg chg="mod">
          <ac:chgData name="松川 岳久" userId="d79c3d20-a060-4dfd-b135-b1c4226336af" providerId="ADAL" clId="{F9FFB3E8-DE2E-4685-B669-4E4FAF868C9E}" dt="2026-05-27T06:14:21.813" v="4259" actId="14100"/>
          <ac:spMkLst>
            <pc:docMk/>
            <pc:sldMk cId="0" sldId="336"/>
            <ac:spMk id="8" creationId="{00000000-0000-0000-0000-000000000000}"/>
          </ac:spMkLst>
        </pc:spChg>
        <pc:spChg chg="mod">
          <ac:chgData name="松川 岳久" userId="d79c3d20-a060-4dfd-b135-b1c4226336af" providerId="ADAL" clId="{F9FFB3E8-DE2E-4685-B669-4E4FAF868C9E}" dt="2026-05-27T06:13:21.545" v="4215" actId="403"/>
          <ac:spMkLst>
            <pc:docMk/>
            <pc:sldMk cId="0" sldId="336"/>
            <ac:spMk id="9" creationId="{00000000-0000-0000-0000-000000000000}"/>
          </ac:spMkLst>
        </pc:spChg>
        <pc:spChg chg="mod">
          <ac:chgData name="松川 岳久" userId="d79c3d20-a060-4dfd-b135-b1c4226336af" providerId="ADAL" clId="{F9FFB3E8-DE2E-4685-B669-4E4FAF868C9E}" dt="2026-05-27T06:13:50.828" v="4222" actId="1076"/>
          <ac:spMkLst>
            <pc:docMk/>
            <pc:sldMk cId="0" sldId="336"/>
            <ac:spMk id="10" creationId="{00000000-0000-0000-0000-000000000000}"/>
          </ac:spMkLst>
        </pc:spChg>
        <pc:spChg chg="add mod">
          <ac:chgData name="松川 岳久" userId="d79c3d20-a060-4dfd-b135-b1c4226336af" providerId="ADAL" clId="{F9FFB3E8-DE2E-4685-B669-4E4FAF868C9E}" dt="2026-05-27T06:14:04.777" v="4245" actId="1076"/>
          <ac:spMkLst>
            <pc:docMk/>
            <pc:sldMk cId="0" sldId="336"/>
            <ac:spMk id="14" creationId="{45086E31-3A96-AF7D-31EF-9BB38D72019B}"/>
          </ac:spMkLst>
        </pc:spChg>
        <pc:spChg chg="add mod">
          <ac:chgData name="松川 岳久" userId="d79c3d20-a060-4dfd-b135-b1c4226336af" providerId="ADAL" clId="{F9FFB3E8-DE2E-4685-B669-4E4FAF868C9E}" dt="2026-05-27T06:14:13.720" v="4258"/>
          <ac:spMkLst>
            <pc:docMk/>
            <pc:sldMk cId="0" sldId="336"/>
            <ac:spMk id="15" creationId="{AC92E784-3D15-F7BE-9AE7-467FF998EAF9}"/>
          </ac:spMkLst>
        </pc:spChg>
      </pc:sldChg>
      <pc:sldChg chg="delSp modSp mod">
        <pc:chgData name="松川 岳久" userId="d79c3d20-a060-4dfd-b135-b1c4226336af" providerId="ADAL" clId="{F9FFB3E8-DE2E-4685-B669-4E4FAF868C9E}" dt="2026-05-27T06:15:01.228" v="4269" actId="14100"/>
        <pc:sldMkLst>
          <pc:docMk/>
          <pc:sldMk cId="0" sldId="337"/>
        </pc:sldMkLst>
        <pc:spChg chg="mod">
          <ac:chgData name="松川 岳久" userId="d79c3d20-a060-4dfd-b135-b1c4226336af" providerId="ADAL" clId="{F9FFB3E8-DE2E-4685-B669-4E4FAF868C9E}" dt="2026-05-27T06:14:42.553" v="4263" actId="14100"/>
          <ac:spMkLst>
            <pc:docMk/>
            <pc:sldMk cId="0" sldId="337"/>
            <ac:spMk id="6" creationId="{00000000-0000-0000-0000-000000000000}"/>
          </ac:spMkLst>
        </pc:spChg>
        <pc:spChg chg="mod">
          <ac:chgData name="松川 岳久" userId="d79c3d20-a060-4dfd-b135-b1c4226336af" providerId="ADAL" clId="{F9FFB3E8-DE2E-4685-B669-4E4FAF868C9E}" dt="2026-05-27T06:14:42.553" v="4263" actId="14100"/>
          <ac:spMkLst>
            <pc:docMk/>
            <pc:sldMk cId="0" sldId="337"/>
            <ac:spMk id="7" creationId="{00000000-0000-0000-0000-000000000000}"/>
          </ac:spMkLst>
        </pc:spChg>
        <pc:spChg chg="mod">
          <ac:chgData name="松川 岳久" userId="d79c3d20-a060-4dfd-b135-b1c4226336af" providerId="ADAL" clId="{F9FFB3E8-DE2E-4685-B669-4E4FAF868C9E}" dt="2026-05-27T06:14:49.187" v="4266" actId="403"/>
          <ac:spMkLst>
            <pc:docMk/>
            <pc:sldMk cId="0" sldId="337"/>
            <ac:spMk id="10" creationId="{00000000-0000-0000-0000-000000000000}"/>
          </ac:spMkLst>
        </pc:spChg>
        <pc:spChg chg="mod">
          <ac:chgData name="松川 岳久" userId="d79c3d20-a060-4dfd-b135-b1c4226336af" providerId="ADAL" clId="{F9FFB3E8-DE2E-4685-B669-4E4FAF868C9E}" dt="2026-05-27T06:14:49.187" v="4266" actId="403"/>
          <ac:spMkLst>
            <pc:docMk/>
            <pc:sldMk cId="0" sldId="337"/>
            <ac:spMk id="11" creationId="{00000000-0000-0000-0000-000000000000}"/>
          </ac:spMkLst>
        </pc:spChg>
        <pc:picChg chg="mod">
          <ac:chgData name="松川 岳久" userId="d79c3d20-a060-4dfd-b135-b1c4226336af" providerId="ADAL" clId="{F9FFB3E8-DE2E-4685-B669-4E4FAF868C9E}" dt="2026-05-27T06:15:01.228" v="4269" actId="14100"/>
          <ac:picMkLst>
            <pc:docMk/>
            <pc:sldMk cId="0" sldId="337"/>
            <ac:picMk id="4" creationId="{00000000-0000-0000-0000-000000000000}"/>
          </ac:picMkLst>
        </pc:picChg>
      </pc:sldChg>
      <pc:sldChg chg="addSp modSp mod">
        <pc:chgData name="松川 岳久" userId="d79c3d20-a060-4dfd-b135-b1c4226336af" providerId="ADAL" clId="{F9FFB3E8-DE2E-4685-B669-4E4FAF868C9E}" dt="2026-06-01T03:57:11.592" v="5082" actId="207"/>
        <pc:sldMkLst>
          <pc:docMk/>
          <pc:sldMk cId="0" sldId="338"/>
        </pc:sldMkLst>
        <pc:spChg chg="add mod">
          <ac:chgData name="松川 岳久" userId="d79c3d20-a060-4dfd-b135-b1c4226336af" providerId="ADAL" clId="{F9FFB3E8-DE2E-4685-B669-4E4FAF868C9E}" dt="2026-06-01T03:57:11.592" v="5082" actId="207"/>
          <ac:spMkLst>
            <pc:docMk/>
            <pc:sldMk cId="0" sldId="338"/>
            <ac:spMk id="8" creationId="{4284A493-0A8F-0B38-FC0B-18758C4346FF}"/>
          </ac:spMkLst>
        </pc:spChg>
        <pc:graphicFrameChg chg="modGraphic">
          <ac:chgData name="松川 岳久" userId="d79c3d20-a060-4dfd-b135-b1c4226336af" providerId="ADAL" clId="{F9FFB3E8-DE2E-4685-B669-4E4FAF868C9E}" dt="2026-05-22T07:52:33.698" v="3939" actId="404"/>
          <ac:graphicFrameMkLst>
            <pc:docMk/>
            <pc:sldMk cId="0" sldId="338"/>
            <ac:graphicFrameMk id="84" creationId="{00000000-0000-0000-0000-000000000000}"/>
          </ac:graphicFrameMkLst>
        </pc:graphicFrameChg>
      </pc:sldChg>
      <pc:sldChg chg="modSp mod">
        <pc:chgData name="松川 岳久" userId="d79c3d20-a060-4dfd-b135-b1c4226336af" providerId="ADAL" clId="{F9FFB3E8-DE2E-4685-B669-4E4FAF868C9E}" dt="2026-06-01T03:57:28.656" v="5083" actId="207"/>
        <pc:sldMkLst>
          <pc:docMk/>
          <pc:sldMk cId="0" sldId="339"/>
        </pc:sldMkLst>
        <pc:spChg chg="mod">
          <ac:chgData name="松川 岳久" userId="d79c3d20-a060-4dfd-b135-b1c4226336af" providerId="ADAL" clId="{F9FFB3E8-DE2E-4685-B669-4E4FAF868C9E}" dt="2026-05-27T06:15:31.278" v="4274" actId="403"/>
          <ac:spMkLst>
            <pc:docMk/>
            <pc:sldMk cId="0" sldId="339"/>
            <ac:spMk id="7" creationId="{00000000-0000-0000-0000-000000000000}"/>
          </ac:spMkLst>
        </pc:spChg>
        <pc:spChg chg="mod">
          <ac:chgData name="松川 岳久" userId="d79c3d20-a060-4dfd-b135-b1c4226336af" providerId="ADAL" clId="{F9FFB3E8-DE2E-4685-B669-4E4FAF868C9E}" dt="2026-05-27T06:15:23.812" v="4272" actId="403"/>
          <ac:spMkLst>
            <pc:docMk/>
            <pc:sldMk cId="0" sldId="339"/>
            <ac:spMk id="10" creationId="{00000000-0000-0000-0000-000000000000}"/>
          </ac:spMkLst>
        </pc:spChg>
        <pc:spChg chg="mod">
          <ac:chgData name="松川 岳久" userId="d79c3d20-a060-4dfd-b135-b1c4226336af" providerId="ADAL" clId="{F9FFB3E8-DE2E-4685-B669-4E4FAF868C9E}" dt="2026-06-01T03:57:28.656" v="5083" actId="207"/>
          <ac:spMkLst>
            <pc:docMk/>
            <pc:sldMk cId="0" sldId="339"/>
            <ac:spMk id="11" creationId="{00000000-0000-0000-0000-000000000000}"/>
          </ac:spMkLst>
        </pc:spChg>
      </pc:sldChg>
      <pc:sldChg chg="modSp mod">
        <pc:chgData name="松川 岳久" userId="d79c3d20-a060-4dfd-b135-b1c4226336af" providerId="ADAL" clId="{F9FFB3E8-DE2E-4685-B669-4E4FAF868C9E}" dt="2026-05-27T06:15:55.337" v="4278" actId="403"/>
        <pc:sldMkLst>
          <pc:docMk/>
          <pc:sldMk cId="0" sldId="340"/>
        </pc:sldMkLst>
        <pc:spChg chg="mod">
          <ac:chgData name="松川 岳久" userId="d79c3d20-a060-4dfd-b135-b1c4226336af" providerId="ADAL" clId="{F9FFB3E8-DE2E-4685-B669-4E4FAF868C9E}" dt="2026-05-27T06:15:55.337" v="4278" actId="403"/>
          <ac:spMkLst>
            <pc:docMk/>
            <pc:sldMk cId="0" sldId="340"/>
            <ac:spMk id="5" creationId="{00000000-0000-0000-0000-000000000000}"/>
          </ac:spMkLst>
        </pc:spChg>
        <pc:spChg chg="mod">
          <ac:chgData name="松川 岳久" userId="d79c3d20-a060-4dfd-b135-b1c4226336af" providerId="ADAL" clId="{F9FFB3E8-DE2E-4685-B669-4E4FAF868C9E}" dt="2026-05-27T06:15:55.337" v="4278" actId="403"/>
          <ac:spMkLst>
            <pc:docMk/>
            <pc:sldMk cId="0" sldId="340"/>
            <ac:spMk id="6" creationId="{00000000-0000-0000-0000-000000000000}"/>
          </ac:spMkLst>
        </pc:spChg>
        <pc:spChg chg="mod">
          <ac:chgData name="松川 岳久" userId="d79c3d20-a060-4dfd-b135-b1c4226336af" providerId="ADAL" clId="{F9FFB3E8-DE2E-4685-B669-4E4FAF868C9E}" dt="2026-05-27T06:15:55.337" v="4278" actId="403"/>
          <ac:spMkLst>
            <pc:docMk/>
            <pc:sldMk cId="0" sldId="340"/>
            <ac:spMk id="7" creationId="{00000000-0000-0000-0000-000000000000}"/>
          </ac:spMkLst>
        </pc:spChg>
        <pc:spChg chg="mod">
          <ac:chgData name="松川 岳久" userId="d79c3d20-a060-4dfd-b135-b1c4226336af" providerId="ADAL" clId="{F9FFB3E8-DE2E-4685-B669-4E4FAF868C9E}" dt="2026-05-27T06:15:55.337" v="4278" actId="403"/>
          <ac:spMkLst>
            <pc:docMk/>
            <pc:sldMk cId="0" sldId="340"/>
            <ac:spMk id="8" creationId="{00000000-0000-0000-0000-000000000000}"/>
          </ac:spMkLst>
        </pc:spChg>
        <pc:graphicFrameChg chg="modGraphic">
          <ac:chgData name="松川 岳久" userId="d79c3d20-a060-4dfd-b135-b1c4226336af" providerId="ADAL" clId="{F9FFB3E8-DE2E-4685-B669-4E4FAF868C9E}" dt="2026-05-22T07:53:19.172" v="3942" actId="403"/>
          <ac:graphicFrameMkLst>
            <pc:docMk/>
            <pc:sldMk cId="0" sldId="340"/>
            <ac:graphicFrameMk id="86" creationId="{00000000-0000-0000-0000-000000000000}"/>
          </ac:graphicFrameMkLst>
        </pc:graphicFrameChg>
      </pc:sldChg>
      <pc:sldChg chg="delSp modSp mod">
        <pc:chgData name="松川 岳久" userId="d79c3d20-a060-4dfd-b135-b1c4226336af" providerId="ADAL" clId="{F9FFB3E8-DE2E-4685-B669-4E4FAF868C9E}" dt="2026-05-22T07:53:58.172" v="3946" actId="1076"/>
        <pc:sldMkLst>
          <pc:docMk/>
          <pc:sldMk cId="0" sldId="341"/>
        </pc:sldMkLst>
        <pc:picChg chg="mod">
          <ac:chgData name="松川 岳久" userId="d79c3d20-a060-4dfd-b135-b1c4226336af" providerId="ADAL" clId="{F9FFB3E8-DE2E-4685-B669-4E4FAF868C9E}" dt="2026-05-22T07:53:58.172" v="3946" actId="1076"/>
          <ac:picMkLst>
            <pc:docMk/>
            <pc:sldMk cId="0" sldId="341"/>
            <ac:picMk id="5" creationId="{00000000-0000-0000-0000-000000000000}"/>
          </ac:picMkLst>
        </pc:picChg>
      </pc:sldChg>
      <pc:sldChg chg="modSp mod">
        <pc:chgData name="松川 岳久" userId="d79c3d20-a060-4dfd-b135-b1c4226336af" providerId="ADAL" clId="{F9FFB3E8-DE2E-4685-B669-4E4FAF868C9E}" dt="2026-06-01T03:58:09.705" v="5085" actId="207"/>
        <pc:sldMkLst>
          <pc:docMk/>
          <pc:sldMk cId="0" sldId="343"/>
        </pc:sldMkLst>
        <pc:spChg chg="mod">
          <ac:chgData name="松川 岳久" userId="d79c3d20-a060-4dfd-b135-b1c4226336af" providerId="ADAL" clId="{F9FFB3E8-DE2E-4685-B669-4E4FAF868C9E}" dt="2026-05-27T06:16:23.512" v="4282" actId="403"/>
          <ac:spMkLst>
            <pc:docMk/>
            <pc:sldMk cId="0" sldId="343"/>
            <ac:spMk id="8" creationId="{00000000-0000-0000-0000-000000000000}"/>
          </ac:spMkLst>
        </pc:spChg>
        <pc:spChg chg="mod">
          <ac:chgData name="松川 岳久" userId="d79c3d20-a060-4dfd-b135-b1c4226336af" providerId="ADAL" clId="{F9FFB3E8-DE2E-4685-B669-4E4FAF868C9E}" dt="2026-05-27T06:16:23.512" v="4282" actId="403"/>
          <ac:spMkLst>
            <pc:docMk/>
            <pc:sldMk cId="0" sldId="343"/>
            <ac:spMk id="9" creationId="{00000000-0000-0000-0000-000000000000}"/>
          </ac:spMkLst>
        </pc:spChg>
        <pc:spChg chg="mod">
          <ac:chgData name="松川 岳久" userId="d79c3d20-a060-4dfd-b135-b1c4226336af" providerId="ADAL" clId="{F9FFB3E8-DE2E-4685-B669-4E4FAF868C9E}" dt="2026-05-27T06:16:23.512" v="4282" actId="403"/>
          <ac:spMkLst>
            <pc:docMk/>
            <pc:sldMk cId="0" sldId="343"/>
            <ac:spMk id="10" creationId="{00000000-0000-0000-0000-000000000000}"/>
          </ac:spMkLst>
        </pc:spChg>
        <pc:spChg chg="mod">
          <ac:chgData name="松川 岳久" userId="d79c3d20-a060-4dfd-b135-b1c4226336af" providerId="ADAL" clId="{F9FFB3E8-DE2E-4685-B669-4E4FAF868C9E}" dt="2026-05-27T06:16:23.512" v="4282" actId="403"/>
          <ac:spMkLst>
            <pc:docMk/>
            <pc:sldMk cId="0" sldId="343"/>
            <ac:spMk id="11" creationId="{00000000-0000-0000-0000-000000000000}"/>
          </ac:spMkLst>
        </pc:spChg>
        <pc:graphicFrameChg chg="modGraphic">
          <ac:chgData name="松川 岳久" userId="d79c3d20-a060-4dfd-b135-b1c4226336af" providerId="ADAL" clId="{F9FFB3E8-DE2E-4685-B669-4E4FAF868C9E}" dt="2026-06-01T03:58:09.705" v="5085" actId="207"/>
          <ac:graphicFrameMkLst>
            <pc:docMk/>
            <pc:sldMk cId="0" sldId="343"/>
            <ac:graphicFrameMk id="89" creationId="{00000000-0000-0000-0000-000000000000}"/>
          </ac:graphicFrameMkLst>
        </pc:graphicFrameChg>
      </pc:sldChg>
      <pc:sldChg chg="modSp mod">
        <pc:chgData name="松川 岳久" userId="d79c3d20-a060-4dfd-b135-b1c4226336af" providerId="ADAL" clId="{F9FFB3E8-DE2E-4685-B669-4E4FAF868C9E}" dt="2026-05-27T06:17:03.567" v="4291" actId="403"/>
        <pc:sldMkLst>
          <pc:docMk/>
          <pc:sldMk cId="0" sldId="344"/>
        </pc:sldMkLst>
        <pc:spChg chg="mod">
          <ac:chgData name="松川 岳久" userId="d79c3d20-a060-4dfd-b135-b1c4226336af" providerId="ADAL" clId="{F9FFB3E8-DE2E-4685-B669-4E4FAF868C9E}" dt="2026-05-27T06:16:53.071" v="4288" actId="403"/>
          <ac:spMkLst>
            <pc:docMk/>
            <pc:sldMk cId="0" sldId="344"/>
            <ac:spMk id="4" creationId="{00000000-0000-0000-0000-000000000000}"/>
          </ac:spMkLst>
        </pc:spChg>
        <pc:spChg chg="mod">
          <ac:chgData name="松川 岳久" userId="d79c3d20-a060-4dfd-b135-b1c4226336af" providerId="ADAL" clId="{F9FFB3E8-DE2E-4685-B669-4E4FAF868C9E}" dt="2026-05-27T06:17:03.567" v="4291" actId="403"/>
          <ac:spMkLst>
            <pc:docMk/>
            <pc:sldMk cId="0" sldId="344"/>
            <ac:spMk id="5" creationId="{00000000-0000-0000-0000-000000000000}"/>
          </ac:spMkLst>
        </pc:spChg>
        <pc:spChg chg="mod">
          <ac:chgData name="松川 岳久" userId="d79c3d20-a060-4dfd-b135-b1c4226336af" providerId="ADAL" clId="{F9FFB3E8-DE2E-4685-B669-4E4FAF868C9E}" dt="2026-05-27T06:17:03.567" v="4291" actId="403"/>
          <ac:spMkLst>
            <pc:docMk/>
            <pc:sldMk cId="0" sldId="344"/>
            <ac:spMk id="6" creationId="{00000000-0000-0000-0000-000000000000}"/>
          </ac:spMkLst>
        </pc:spChg>
        <pc:spChg chg="mod">
          <ac:chgData name="松川 岳久" userId="d79c3d20-a060-4dfd-b135-b1c4226336af" providerId="ADAL" clId="{F9FFB3E8-DE2E-4685-B669-4E4FAF868C9E}" dt="2026-05-27T06:17:03.567" v="4291" actId="403"/>
          <ac:spMkLst>
            <pc:docMk/>
            <pc:sldMk cId="0" sldId="344"/>
            <ac:spMk id="7" creationId="{00000000-0000-0000-0000-000000000000}"/>
          </ac:spMkLst>
        </pc:spChg>
        <pc:spChg chg="mod">
          <ac:chgData name="松川 岳久" userId="d79c3d20-a060-4dfd-b135-b1c4226336af" providerId="ADAL" clId="{F9FFB3E8-DE2E-4685-B669-4E4FAF868C9E}" dt="2026-05-27T06:16:53.071" v="4288" actId="403"/>
          <ac:spMkLst>
            <pc:docMk/>
            <pc:sldMk cId="0" sldId="344"/>
            <ac:spMk id="8" creationId="{00000000-0000-0000-0000-000000000000}"/>
          </ac:spMkLst>
        </pc:spChg>
        <pc:spChg chg="mod">
          <ac:chgData name="松川 岳久" userId="d79c3d20-a060-4dfd-b135-b1c4226336af" providerId="ADAL" clId="{F9FFB3E8-DE2E-4685-B669-4E4FAF868C9E}" dt="2026-05-27T06:16:53.071" v="4288" actId="403"/>
          <ac:spMkLst>
            <pc:docMk/>
            <pc:sldMk cId="0" sldId="344"/>
            <ac:spMk id="9" creationId="{00000000-0000-0000-0000-000000000000}"/>
          </ac:spMkLst>
        </pc:spChg>
        <pc:spChg chg="mod">
          <ac:chgData name="松川 岳久" userId="d79c3d20-a060-4dfd-b135-b1c4226336af" providerId="ADAL" clId="{F9FFB3E8-DE2E-4685-B669-4E4FAF868C9E}" dt="2026-05-27T06:16:53.071" v="4288" actId="403"/>
          <ac:spMkLst>
            <pc:docMk/>
            <pc:sldMk cId="0" sldId="344"/>
            <ac:spMk id="10" creationId="{00000000-0000-0000-0000-000000000000}"/>
          </ac:spMkLst>
        </pc:spChg>
        <pc:spChg chg="mod">
          <ac:chgData name="松川 岳久" userId="d79c3d20-a060-4dfd-b135-b1c4226336af" providerId="ADAL" clId="{F9FFB3E8-DE2E-4685-B669-4E4FAF868C9E}" dt="2026-05-27T06:16:53.071" v="4288" actId="403"/>
          <ac:spMkLst>
            <pc:docMk/>
            <pc:sldMk cId="0" sldId="344"/>
            <ac:spMk id="14" creationId="{00000000-0000-0000-0000-000000000000}"/>
          </ac:spMkLst>
        </pc:spChg>
        <pc:spChg chg="mod">
          <ac:chgData name="松川 岳久" userId="d79c3d20-a060-4dfd-b135-b1c4226336af" providerId="ADAL" clId="{F9FFB3E8-DE2E-4685-B669-4E4FAF868C9E}" dt="2026-05-27T06:16:53.071" v="4288" actId="403"/>
          <ac:spMkLst>
            <pc:docMk/>
            <pc:sldMk cId="0" sldId="344"/>
            <ac:spMk id="16" creationId="{00000000-0000-0000-0000-000000000000}"/>
          </ac:spMkLst>
        </pc:spChg>
        <pc:spChg chg="mod">
          <ac:chgData name="松川 岳久" userId="d79c3d20-a060-4dfd-b135-b1c4226336af" providerId="ADAL" clId="{F9FFB3E8-DE2E-4685-B669-4E4FAF868C9E}" dt="2026-05-27T06:16:53.071" v="4288" actId="403"/>
          <ac:spMkLst>
            <pc:docMk/>
            <pc:sldMk cId="0" sldId="344"/>
            <ac:spMk id="17" creationId="{00000000-0000-0000-0000-000000000000}"/>
          </ac:spMkLst>
        </pc:spChg>
        <pc:spChg chg="mod">
          <ac:chgData name="松川 岳久" userId="d79c3d20-a060-4dfd-b135-b1c4226336af" providerId="ADAL" clId="{F9FFB3E8-DE2E-4685-B669-4E4FAF868C9E}" dt="2026-05-27T06:16:53.071" v="4288" actId="403"/>
          <ac:spMkLst>
            <pc:docMk/>
            <pc:sldMk cId="0" sldId="344"/>
            <ac:spMk id="20" creationId="{00000000-0000-0000-0000-000000000000}"/>
          </ac:spMkLst>
        </pc:spChg>
        <pc:spChg chg="mod">
          <ac:chgData name="松川 岳久" userId="d79c3d20-a060-4dfd-b135-b1c4226336af" providerId="ADAL" clId="{F9FFB3E8-DE2E-4685-B669-4E4FAF868C9E}" dt="2026-05-27T06:16:53.071" v="4288" actId="403"/>
          <ac:spMkLst>
            <pc:docMk/>
            <pc:sldMk cId="0" sldId="344"/>
            <ac:spMk id="21" creationId="{00000000-0000-0000-0000-000000000000}"/>
          </ac:spMkLst>
        </pc:spChg>
        <pc:spChg chg="mod">
          <ac:chgData name="松川 岳久" userId="d79c3d20-a060-4dfd-b135-b1c4226336af" providerId="ADAL" clId="{F9FFB3E8-DE2E-4685-B669-4E4FAF868C9E}" dt="2026-05-27T06:16:42.407" v="4285" actId="403"/>
          <ac:spMkLst>
            <pc:docMk/>
            <pc:sldMk cId="0" sldId="344"/>
            <ac:spMk id="25" creationId="{00000000-0000-0000-0000-000000000000}"/>
          </ac:spMkLst>
        </pc:spChg>
        <pc:spChg chg="mod">
          <ac:chgData name="松川 岳久" userId="d79c3d20-a060-4dfd-b135-b1c4226336af" providerId="ADAL" clId="{F9FFB3E8-DE2E-4685-B669-4E4FAF868C9E}" dt="2026-05-27T06:16:42.407" v="4285" actId="403"/>
          <ac:spMkLst>
            <pc:docMk/>
            <pc:sldMk cId="0" sldId="344"/>
            <ac:spMk id="26" creationId="{00000000-0000-0000-0000-000000000000}"/>
          </ac:spMkLst>
        </pc:spChg>
        <pc:spChg chg="mod">
          <ac:chgData name="松川 岳久" userId="d79c3d20-a060-4dfd-b135-b1c4226336af" providerId="ADAL" clId="{F9FFB3E8-DE2E-4685-B669-4E4FAF868C9E}" dt="2026-05-27T06:16:42.407" v="4285" actId="403"/>
          <ac:spMkLst>
            <pc:docMk/>
            <pc:sldMk cId="0" sldId="344"/>
            <ac:spMk id="27" creationId="{00000000-0000-0000-0000-000000000000}"/>
          </ac:spMkLst>
        </pc:spChg>
        <pc:spChg chg="mod">
          <ac:chgData name="松川 岳久" userId="d79c3d20-a060-4dfd-b135-b1c4226336af" providerId="ADAL" clId="{F9FFB3E8-DE2E-4685-B669-4E4FAF868C9E}" dt="2026-05-27T06:16:42.407" v="4285" actId="403"/>
          <ac:spMkLst>
            <pc:docMk/>
            <pc:sldMk cId="0" sldId="344"/>
            <ac:spMk id="28" creationId="{00000000-0000-0000-0000-000000000000}"/>
          </ac:spMkLst>
        </pc:spChg>
        <pc:spChg chg="mod">
          <ac:chgData name="松川 岳久" userId="d79c3d20-a060-4dfd-b135-b1c4226336af" providerId="ADAL" clId="{F9FFB3E8-DE2E-4685-B669-4E4FAF868C9E}" dt="2026-05-27T06:16:42.407" v="4285" actId="403"/>
          <ac:spMkLst>
            <pc:docMk/>
            <pc:sldMk cId="0" sldId="344"/>
            <ac:spMk id="29" creationId="{00000000-0000-0000-0000-000000000000}"/>
          </ac:spMkLst>
        </pc:spChg>
        <pc:spChg chg="mod">
          <ac:chgData name="松川 岳久" userId="d79c3d20-a060-4dfd-b135-b1c4226336af" providerId="ADAL" clId="{F9FFB3E8-DE2E-4685-B669-4E4FAF868C9E}" dt="2026-05-27T06:16:42.407" v="4285" actId="403"/>
          <ac:spMkLst>
            <pc:docMk/>
            <pc:sldMk cId="0" sldId="344"/>
            <ac:spMk id="30" creationId="{00000000-0000-0000-0000-000000000000}"/>
          </ac:spMkLst>
        </pc:spChg>
        <pc:spChg chg="mod">
          <ac:chgData name="松川 岳久" userId="d79c3d20-a060-4dfd-b135-b1c4226336af" providerId="ADAL" clId="{F9FFB3E8-DE2E-4685-B669-4E4FAF868C9E}" dt="2026-05-27T06:16:42.407" v="4285" actId="403"/>
          <ac:spMkLst>
            <pc:docMk/>
            <pc:sldMk cId="0" sldId="344"/>
            <ac:spMk id="31" creationId="{00000000-0000-0000-0000-000000000000}"/>
          </ac:spMkLst>
        </pc:spChg>
        <pc:spChg chg="mod">
          <ac:chgData name="松川 岳久" userId="d79c3d20-a060-4dfd-b135-b1c4226336af" providerId="ADAL" clId="{F9FFB3E8-DE2E-4685-B669-4E4FAF868C9E}" dt="2026-05-27T06:16:42.407" v="4285" actId="403"/>
          <ac:spMkLst>
            <pc:docMk/>
            <pc:sldMk cId="0" sldId="344"/>
            <ac:spMk id="32" creationId="{00000000-0000-0000-0000-000000000000}"/>
          </ac:spMkLst>
        </pc:spChg>
        <pc:spChg chg="mod">
          <ac:chgData name="松川 岳久" userId="d79c3d20-a060-4dfd-b135-b1c4226336af" providerId="ADAL" clId="{F9FFB3E8-DE2E-4685-B669-4E4FAF868C9E}" dt="2026-05-27T06:16:42.407" v="4285" actId="403"/>
          <ac:spMkLst>
            <pc:docMk/>
            <pc:sldMk cId="0" sldId="344"/>
            <ac:spMk id="33" creationId="{00000000-0000-0000-0000-000000000000}"/>
          </ac:spMkLst>
        </pc:spChg>
        <pc:spChg chg="mod">
          <ac:chgData name="松川 岳久" userId="d79c3d20-a060-4dfd-b135-b1c4226336af" providerId="ADAL" clId="{F9FFB3E8-DE2E-4685-B669-4E4FAF868C9E}" dt="2026-05-27T06:16:42.407" v="4285" actId="403"/>
          <ac:spMkLst>
            <pc:docMk/>
            <pc:sldMk cId="0" sldId="344"/>
            <ac:spMk id="34" creationId="{00000000-0000-0000-0000-000000000000}"/>
          </ac:spMkLst>
        </pc:spChg>
      </pc:sldChg>
      <pc:sldChg chg="modSp mod">
        <pc:chgData name="松川 岳久" userId="d79c3d20-a060-4dfd-b135-b1c4226336af" providerId="ADAL" clId="{F9FFB3E8-DE2E-4685-B669-4E4FAF868C9E}" dt="2026-06-01T03:59:20.563" v="5118" actId="20577"/>
        <pc:sldMkLst>
          <pc:docMk/>
          <pc:sldMk cId="0" sldId="345"/>
        </pc:sldMkLst>
        <pc:spChg chg="mod">
          <ac:chgData name="松川 岳久" userId="d79c3d20-a060-4dfd-b135-b1c4226336af" providerId="ADAL" clId="{F9FFB3E8-DE2E-4685-B669-4E4FAF868C9E}" dt="2026-05-27T06:17:15.630" v="4295" actId="403"/>
          <ac:spMkLst>
            <pc:docMk/>
            <pc:sldMk cId="0" sldId="345"/>
            <ac:spMk id="5" creationId="{00000000-0000-0000-0000-000000000000}"/>
          </ac:spMkLst>
        </pc:spChg>
        <pc:spChg chg="mod">
          <ac:chgData name="松川 岳久" userId="d79c3d20-a060-4dfd-b135-b1c4226336af" providerId="ADAL" clId="{F9FFB3E8-DE2E-4685-B669-4E4FAF868C9E}" dt="2026-05-27T06:17:15.630" v="4295" actId="403"/>
          <ac:spMkLst>
            <pc:docMk/>
            <pc:sldMk cId="0" sldId="345"/>
            <ac:spMk id="6" creationId="{00000000-0000-0000-0000-000000000000}"/>
          </ac:spMkLst>
        </pc:spChg>
        <pc:spChg chg="mod">
          <ac:chgData name="松川 岳久" userId="d79c3d20-a060-4dfd-b135-b1c4226336af" providerId="ADAL" clId="{F9FFB3E8-DE2E-4685-B669-4E4FAF868C9E}" dt="2026-05-27T06:17:15.630" v="4295" actId="403"/>
          <ac:spMkLst>
            <pc:docMk/>
            <pc:sldMk cId="0" sldId="345"/>
            <ac:spMk id="7" creationId="{00000000-0000-0000-0000-000000000000}"/>
          </ac:spMkLst>
        </pc:spChg>
        <pc:spChg chg="mod">
          <ac:chgData name="松川 岳久" userId="d79c3d20-a060-4dfd-b135-b1c4226336af" providerId="ADAL" clId="{F9FFB3E8-DE2E-4685-B669-4E4FAF868C9E}" dt="2026-05-27T06:17:15.630" v="4295" actId="403"/>
          <ac:spMkLst>
            <pc:docMk/>
            <pc:sldMk cId="0" sldId="345"/>
            <ac:spMk id="8" creationId="{00000000-0000-0000-0000-000000000000}"/>
          </ac:spMkLst>
        </pc:spChg>
        <pc:spChg chg="mod">
          <ac:chgData name="松川 岳久" userId="d79c3d20-a060-4dfd-b135-b1c4226336af" providerId="ADAL" clId="{F9FFB3E8-DE2E-4685-B669-4E4FAF868C9E}" dt="2026-05-27T06:17:15.630" v="4295" actId="403"/>
          <ac:spMkLst>
            <pc:docMk/>
            <pc:sldMk cId="0" sldId="345"/>
            <ac:spMk id="9" creationId="{00000000-0000-0000-0000-000000000000}"/>
          </ac:spMkLst>
        </pc:spChg>
        <pc:spChg chg="mod">
          <ac:chgData name="松川 岳久" userId="d79c3d20-a060-4dfd-b135-b1c4226336af" providerId="ADAL" clId="{F9FFB3E8-DE2E-4685-B669-4E4FAF868C9E}" dt="2026-05-27T06:17:55.962" v="4335"/>
          <ac:spMkLst>
            <pc:docMk/>
            <pc:sldMk cId="0" sldId="345"/>
            <ac:spMk id="10" creationId="{00000000-0000-0000-0000-000000000000}"/>
          </ac:spMkLst>
        </pc:spChg>
        <pc:spChg chg="mod">
          <ac:chgData name="松川 岳久" userId="d79c3d20-a060-4dfd-b135-b1c4226336af" providerId="ADAL" clId="{F9FFB3E8-DE2E-4685-B669-4E4FAF868C9E}" dt="2026-06-01T03:59:20.563" v="5118" actId="20577"/>
          <ac:spMkLst>
            <pc:docMk/>
            <pc:sldMk cId="0" sldId="345"/>
            <ac:spMk id="11" creationId="{00000000-0000-0000-0000-000000000000}"/>
          </ac:spMkLst>
        </pc:spChg>
        <pc:spChg chg="mod">
          <ac:chgData name="松川 岳久" userId="d79c3d20-a060-4dfd-b135-b1c4226336af" providerId="ADAL" clId="{F9FFB3E8-DE2E-4685-B669-4E4FAF868C9E}" dt="2026-05-27T06:17:15.630" v="4295" actId="403"/>
          <ac:spMkLst>
            <pc:docMk/>
            <pc:sldMk cId="0" sldId="345"/>
            <ac:spMk id="12" creationId="{00000000-0000-0000-0000-000000000000}"/>
          </ac:spMkLst>
        </pc:spChg>
        <pc:spChg chg="mod">
          <ac:chgData name="松川 岳久" userId="d79c3d20-a060-4dfd-b135-b1c4226336af" providerId="ADAL" clId="{F9FFB3E8-DE2E-4685-B669-4E4FAF868C9E}" dt="2026-05-27T06:17:15.630" v="4295" actId="403"/>
          <ac:spMkLst>
            <pc:docMk/>
            <pc:sldMk cId="0" sldId="345"/>
            <ac:spMk id="13" creationId="{00000000-0000-0000-0000-000000000000}"/>
          </ac:spMkLst>
        </pc:spChg>
        <pc:spChg chg="mod">
          <ac:chgData name="松川 岳久" userId="d79c3d20-a060-4dfd-b135-b1c4226336af" providerId="ADAL" clId="{F9FFB3E8-DE2E-4685-B669-4E4FAF868C9E}" dt="2026-05-27T06:17:15.630" v="4295" actId="403"/>
          <ac:spMkLst>
            <pc:docMk/>
            <pc:sldMk cId="0" sldId="345"/>
            <ac:spMk id="15" creationId="{00000000-0000-0000-0000-000000000000}"/>
          </ac:spMkLst>
        </pc:spChg>
      </pc:sldChg>
      <pc:sldChg chg="modSp mod">
        <pc:chgData name="松川 岳久" userId="d79c3d20-a060-4dfd-b135-b1c4226336af" providerId="ADAL" clId="{F9FFB3E8-DE2E-4685-B669-4E4FAF868C9E}" dt="2026-06-01T02:30:53.560" v="4561" actId="20577"/>
        <pc:sldMkLst>
          <pc:docMk/>
          <pc:sldMk cId="0" sldId="347"/>
        </pc:sldMkLst>
        <pc:spChg chg="mod">
          <ac:chgData name="松川 岳久" userId="d79c3d20-a060-4dfd-b135-b1c4226336af" providerId="ADAL" clId="{F9FFB3E8-DE2E-4685-B669-4E4FAF868C9E}" dt="2026-05-27T06:18:11.845" v="4337" actId="403"/>
          <ac:spMkLst>
            <pc:docMk/>
            <pc:sldMk cId="0" sldId="347"/>
            <ac:spMk id="4" creationId="{00000000-0000-0000-0000-000000000000}"/>
          </ac:spMkLst>
        </pc:spChg>
        <pc:spChg chg="mod">
          <ac:chgData name="松川 岳久" userId="d79c3d20-a060-4dfd-b135-b1c4226336af" providerId="ADAL" clId="{F9FFB3E8-DE2E-4685-B669-4E4FAF868C9E}" dt="2026-05-27T06:18:11.845" v="4337" actId="403"/>
          <ac:spMkLst>
            <pc:docMk/>
            <pc:sldMk cId="0" sldId="347"/>
            <ac:spMk id="5" creationId="{00000000-0000-0000-0000-000000000000}"/>
          </ac:spMkLst>
        </pc:spChg>
        <pc:spChg chg="mod">
          <ac:chgData name="松川 岳久" userId="d79c3d20-a060-4dfd-b135-b1c4226336af" providerId="ADAL" clId="{F9FFB3E8-DE2E-4685-B669-4E4FAF868C9E}" dt="2026-05-27T06:18:11.845" v="4337" actId="403"/>
          <ac:spMkLst>
            <pc:docMk/>
            <pc:sldMk cId="0" sldId="347"/>
            <ac:spMk id="6" creationId="{00000000-0000-0000-0000-000000000000}"/>
          </ac:spMkLst>
        </pc:spChg>
        <pc:spChg chg="mod">
          <ac:chgData name="松川 岳久" userId="d79c3d20-a060-4dfd-b135-b1c4226336af" providerId="ADAL" clId="{F9FFB3E8-DE2E-4685-B669-4E4FAF868C9E}" dt="2026-05-27T06:18:26.827" v="4341" actId="404"/>
          <ac:spMkLst>
            <pc:docMk/>
            <pc:sldMk cId="0" sldId="347"/>
            <ac:spMk id="7" creationId="{00000000-0000-0000-0000-000000000000}"/>
          </ac:spMkLst>
        </pc:spChg>
        <pc:spChg chg="mod">
          <ac:chgData name="松川 岳久" userId="d79c3d20-a060-4dfd-b135-b1c4226336af" providerId="ADAL" clId="{F9FFB3E8-DE2E-4685-B669-4E4FAF868C9E}" dt="2026-05-27T06:18:35.328" v="4345" actId="403"/>
          <ac:spMkLst>
            <pc:docMk/>
            <pc:sldMk cId="0" sldId="347"/>
            <ac:spMk id="8" creationId="{00000000-0000-0000-0000-000000000000}"/>
          </ac:spMkLst>
        </pc:spChg>
        <pc:spChg chg="mod">
          <ac:chgData name="松川 岳久" userId="d79c3d20-a060-4dfd-b135-b1c4226336af" providerId="ADAL" clId="{F9FFB3E8-DE2E-4685-B669-4E4FAF868C9E}" dt="2026-05-27T06:18:35.328" v="4345" actId="403"/>
          <ac:spMkLst>
            <pc:docMk/>
            <pc:sldMk cId="0" sldId="347"/>
            <ac:spMk id="9" creationId="{00000000-0000-0000-0000-000000000000}"/>
          </ac:spMkLst>
        </pc:spChg>
        <pc:spChg chg="mod">
          <ac:chgData name="松川 岳久" userId="d79c3d20-a060-4dfd-b135-b1c4226336af" providerId="ADAL" clId="{F9FFB3E8-DE2E-4685-B669-4E4FAF868C9E}" dt="2026-05-27T06:18:35.328" v="4345" actId="403"/>
          <ac:spMkLst>
            <pc:docMk/>
            <pc:sldMk cId="0" sldId="347"/>
            <ac:spMk id="10" creationId="{00000000-0000-0000-0000-000000000000}"/>
          </ac:spMkLst>
        </pc:spChg>
        <pc:spChg chg="mod">
          <ac:chgData name="松川 岳久" userId="d79c3d20-a060-4dfd-b135-b1c4226336af" providerId="ADAL" clId="{F9FFB3E8-DE2E-4685-B669-4E4FAF868C9E}" dt="2026-06-01T02:30:53.560" v="4561" actId="20577"/>
          <ac:spMkLst>
            <pc:docMk/>
            <pc:sldMk cId="0" sldId="347"/>
            <ac:spMk id="11" creationId="{00000000-0000-0000-0000-000000000000}"/>
          </ac:spMkLst>
        </pc:spChg>
      </pc:sldChg>
      <pc:sldChg chg="modSp mod">
        <pc:chgData name="松川 岳久" userId="d79c3d20-a060-4dfd-b135-b1c4226336af" providerId="ADAL" clId="{F9FFB3E8-DE2E-4685-B669-4E4FAF868C9E}" dt="2026-05-27T06:19:14.707" v="4363" actId="403"/>
        <pc:sldMkLst>
          <pc:docMk/>
          <pc:sldMk cId="0" sldId="348"/>
        </pc:sldMkLst>
        <pc:spChg chg="mod">
          <ac:chgData name="松川 岳久" userId="d79c3d20-a060-4dfd-b135-b1c4226336af" providerId="ADAL" clId="{F9FFB3E8-DE2E-4685-B669-4E4FAF868C9E}" dt="2026-05-27T06:18:55.482" v="4350" actId="403"/>
          <ac:spMkLst>
            <pc:docMk/>
            <pc:sldMk cId="0" sldId="348"/>
            <ac:spMk id="7" creationId="{00000000-0000-0000-0000-000000000000}"/>
          </ac:spMkLst>
        </pc:spChg>
        <pc:spChg chg="mod">
          <ac:chgData name="松川 岳久" userId="d79c3d20-a060-4dfd-b135-b1c4226336af" providerId="ADAL" clId="{F9FFB3E8-DE2E-4685-B669-4E4FAF868C9E}" dt="2026-05-27T06:18:55.482" v="4350" actId="403"/>
          <ac:spMkLst>
            <pc:docMk/>
            <pc:sldMk cId="0" sldId="348"/>
            <ac:spMk id="8" creationId="{00000000-0000-0000-0000-000000000000}"/>
          </ac:spMkLst>
        </pc:spChg>
        <pc:spChg chg="mod">
          <ac:chgData name="松川 岳久" userId="d79c3d20-a060-4dfd-b135-b1c4226336af" providerId="ADAL" clId="{F9FFB3E8-DE2E-4685-B669-4E4FAF868C9E}" dt="2026-05-27T06:18:55.482" v="4350" actId="403"/>
          <ac:spMkLst>
            <pc:docMk/>
            <pc:sldMk cId="0" sldId="348"/>
            <ac:spMk id="9" creationId="{00000000-0000-0000-0000-000000000000}"/>
          </ac:spMkLst>
        </pc:spChg>
        <pc:spChg chg="mod">
          <ac:chgData name="松川 岳久" userId="d79c3d20-a060-4dfd-b135-b1c4226336af" providerId="ADAL" clId="{F9FFB3E8-DE2E-4685-B669-4E4FAF868C9E}" dt="2026-05-27T06:18:55.482" v="4350" actId="403"/>
          <ac:spMkLst>
            <pc:docMk/>
            <pc:sldMk cId="0" sldId="348"/>
            <ac:spMk id="10" creationId="{00000000-0000-0000-0000-000000000000}"/>
          </ac:spMkLst>
        </pc:spChg>
        <pc:spChg chg="mod">
          <ac:chgData name="松川 岳久" userId="d79c3d20-a060-4dfd-b135-b1c4226336af" providerId="ADAL" clId="{F9FFB3E8-DE2E-4685-B669-4E4FAF868C9E}" dt="2026-05-27T06:19:08.511" v="4358" actId="403"/>
          <ac:spMkLst>
            <pc:docMk/>
            <pc:sldMk cId="0" sldId="348"/>
            <ac:spMk id="11" creationId="{00000000-0000-0000-0000-000000000000}"/>
          </ac:spMkLst>
        </pc:spChg>
        <pc:spChg chg="mod">
          <ac:chgData name="松川 岳久" userId="d79c3d20-a060-4dfd-b135-b1c4226336af" providerId="ADAL" clId="{F9FFB3E8-DE2E-4685-B669-4E4FAF868C9E}" dt="2026-05-27T06:19:08.511" v="4358" actId="403"/>
          <ac:spMkLst>
            <pc:docMk/>
            <pc:sldMk cId="0" sldId="348"/>
            <ac:spMk id="12" creationId="{00000000-0000-0000-0000-000000000000}"/>
          </ac:spMkLst>
        </pc:spChg>
        <pc:spChg chg="mod">
          <ac:chgData name="松川 岳久" userId="d79c3d20-a060-4dfd-b135-b1c4226336af" providerId="ADAL" clId="{F9FFB3E8-DE2E-4685-B669-4E4FAF868C9E}" dt="2026-05-27T06:19:08.511" v="4358" actId="403"/>
          <ac:spMkLst>
            <pc:docMk/>
            <pc:sldMk cId="0" sldId="348"/>
            <ac:spMk id="13" creationId="{00000000-0000-0000-0000-000000000000}"/>
          </ac:spMkLst>
        </pc:spChg>
        <pc:spChg chg="mod">
          <ac:chgData name="松川 岳久" userId="d79c3d20-a060-4dfd-b135-b1c4226336af" providerId="ADAL" clId="{F9FFB3E8-DE2E-4685-B669-4E4FAF868C9E}" dt="2026-05-27T06:19:08.511" v="4358" actId="403"/>
          <ac:spMkLst>
            <pc:docMk/>
            <pc:sldMk cId="0" sldId="348"/>
            <ac:spMk id="14" creationId="{00000000-0000-0000-0000-000000000000}"/>
          </ac:spMkLst>
        </pc:spChg>
        <pc:spChg chg="mod">
          <ac:chgData name="松川 岳久" userId="d79c3d20-a060-4dfd-b135-b1c4226336af" providerId="ADAL" clId="{F9FFB3E8-DE2E-4685-B669-4E4FAF868C9E}" dt="2026-05-27T06:19:14.707" v="4363" actId="403"/>
          <ac:spMkLst>
            <pc:docMk/>
            <pc:sldMk cId="0" sldId="348"/>
            <ac:spMk id="15" creationId="{00000000-0000-0000-0000-000000000000}"/>
          </ac:spMkLst>
        </pc:spChg>
        <pc:spChg chg="mod">
          <ac:chgData name="松川 岳久" userId="d79c3d20-a060-4dfd-b135-b1c4226336af" providerId="ADAL" clId="{F9FFB3E8-DE2E-4685-B669-4E4FAF868C9E}" dt="2026-05-27T06:19:14.707" v="4363" actId="403"/>
          <ac:spMkLst>
            <pc:docMk/>
            <pc:sldMk cId="0" sldId="348"/>
            <ac:spMk id="16" creationId="{00000000-0000-0000-0000-000000000000}"/>
          </ac:spMkLst>
        </pc:spChg>
        <pc:spChg chg="mod">
          <ac:chgData name="松川 岳久" userId="d79c3d20-a060-4dfd-b135-b1c4226336af" providerId="ADAL" clId="{F9FFB3E8-DE2E-4685-B669-4E4FAF868C9E}" dt="2026-05-27T06:19:14.707" v="4363" actId="403"/>
          <ac:spMkLst>
            <pc:docMk/>
            <pc:sldMk cId="0" sldId="348"/>
            <ac:spMk id="17" creationId="{00000000-0000-0000-0000-000000000000}"/>
          </ac:spMkLst>
        </pc:spChg>
        <pc:spChg chg="mod">
          <ac:chgData name="松川 岳久" userId="d79c3d20-a060-4dfd-b135-b1c4226336af" providerId="ADAL" clId="{F9FFB3E8-DE2E-4685-B669-4E4FAF868C9E}" dt="2026-05-27T06:19:14.707" v="4363" actId="403"/>
          <ac:spMkLst>
            <pc:docMk/>
            <pc:sldMk cId="0" sldId="348"/>
            <ac:spMk id="18" creationId="{00000000-0000-0000-0000-000000000000}"/>
          </ac:spMkLst>
        </pc:spChg>
      </pc:sldChg>
      <pc:sldChg chg="modSp mod">
        <pc:chgData name="松川 岳久" userId="d79c3d20-a060-4dfd-b135-b1c4226336af" providerId="ADAL" clId="{F9FFB3E8-DE2E-4685-B669-4E4FAF868C9E}" dt="2026-05-27T06:19:34.587" v="4374" actId="404"/>
        <pc:sldMkLst>
          <pc:docMk/>
          <pc:sldMk cId="0" sldId="349"/>
        </pc:sldMkLst>
        <pc:spChg chg="mod">
          <ac:chgData name="松川 岳久" userId="d79c3d20-a060-4dfd-b135-b1c4226336af" providerId="ADAL" clId="{F9FFB3E8-DE2E-4685-B669-4E4FAF868C9E}" dt="2026-05-27T06:19:25.503" v="4368" actId="404"/>
          <ac:spMkLst>
            <pc:docMk/>
            <pc:sldMk cId="0" sldId="349"/>
            <ac:spMk id="5" creationId="{00000000-0000-0000-0000-000000000000}"/>
          </ac:spMkLst>
        </pc:spChg>
        <pc:spChg chg="mod">
          <ac:chgData name="松川 岳久" userId="d79c3d20-a060-4dfd-b135-b1c4226336af" providerId="ADAL" clId="{F9FFB3E8-DE2E-4685-B669-4E4FAF868C9E}" dt="2026-05-27T06:19:25.503" v="4368" actId="404"/>
          <ac:spMkLst>
            <pc:docMk/>
            <pc:sldMk cId="0" sldId="349"/>
            <ac:spMk id="6" creationId="{00000000-0000-0000-0000-000000000000}"/>
          </ac:spMkLst>
        </pc:spChg>
        <pc:spChg chg="mod">
          <ac:chgData name="松川 岳久" userId="d79c3d20-a060-4dfd-b135-b1c4226336af" providerId="ADAL" clId="{F9FFB3E8-DE2E-4685-B669-4E4FAF868C9E}" dt="2026-05-27T06:19:25.503" v="4368" actId="404"/>
          <ac:spMkLst>
            <pc:docMk/>
            <pc:sldMk cId="0" sldId="349"/>
            <ac:spMk id="8" creationId="{00000000-0000-0000-0000-000000000000}"/>
          </ac:spMkLst>
        </pc:spChg>
        <pc:spChg chg="mod">
          <ac:chgData name="松川 岳久" userId="d79c3d20-a060-4dfd-b135-b1c4226336af" providerId="ADAL" clId="{F9FFB3E8-DE2E-4685-B669-4E4FAF868C9E}" dt="2026-05-27T06:19:25.503" v="4368" actId="404"/>
          <ac:spMkLst>
            <pc:docMk/>
            <pc:sldMk cId="0" sldId="349"/>
            <ac:spMk id="10" creationId="{00000000-0000-0000-0000-000000000000}"/>
          </ac:spMkLst>
        </pc:spChg>
        <pc:spChg chg="mod">
          <ac:chgData name="松川 岳久" userId="d79c3d20-a060-4dfd-b135-b1c4226336af" providerId="ADAL" clId="{F9FFB3E8-DE2E-4685-B669-4E4FAF868C9E}" dt="2026-05-27T06:19:25.503" v="4368" actId="404"/>
          <ac:spMkLst>
            <pc:docMk/>
            <pc:sldMk cId="0" sldId="349"/>
            <ac:spMk id="12" creationId="{00000000-0000-0000-0000-000000000000}"/>
          </ac:spMkLst>
        </pc:spChg>
        <pc:spChg chg="mod">
          <ac:chgData name="松川 岳久" userId="d79c3d20-a060-4dfd-b135-b1c4226336af" providerId="ADAL" clId="{F9FFB3E8-DE2E-4685-B669-4E4FAF868C9E}" dt="2026-05-27T06:19:25.503" v="4368" actId="404"/>
          <ac:spMkLst>
            <pc:docMk/>
            <pc:sldMk cId="0" sldId="349"/>
            <ac:spMk id="15" creationId="{00000000-0000-0000-0000-000000000000}"/>
          </ac:spMkLst>
        </pc:spChg>
        <pc:spChg chg="mod">
          <ac:chgData name="松川 岳久" userId="d79c3d20-a060-4dfd-b135-b1c4226336af" providerId="ADAL" clId="{F9FFB3E8-DE2E-4685-B669-4E4FAF868C9E}" dt="2026-05-27T06:19:25.503" v="4368" actId="404"/>
          <ac:spMkLst>
            <pc:docMk/>
            <pc:sldMk cId="0" sldId="349"/>
            <ac:spMk id="17" creationId="{00000000-0000-0000-0000-000000000000}"/>
          </ac:spMkLst>
        </pc:spChg>
        <pc:spChg chg="mod">
          <ac:chgData name="松川 岳久" userId="d79c3d20-a060-4dfd-b135-b1c4226336af" providerId="ADAL" clId="{F9FFB3E8-DE2E-4685-B669-4E4FAF868C9E}" dt="2026-05-27T06:19:25.503" v="4368" actId="404"/>
          <ac:spMkLst>
            <pc:docMk/>
            <pc:sldMk cId="0" sldId="349"/>
            <ac:spMk id="18" creationId="{00000000-0000-0000-0000-000000000000}"/>
          </ac:spMkLst>
        </pc:spChg>
        <pc:spChg chg="mod">
          <ac:chgData name="松川 岳久" userId="d79c3d20-a060-4dfd-b135-b1c4226336af" providerId="ADAL" clId="{F9FFB3E8-DE2E-4685-B669-4E4FAF868C9E}" dt="2026-05-27T06:19:25.503" v="4368" actId="404"/>
          <ac:spMkLst>
            <pc:docMk/>
            <pc:sldMk cId="0" sldId="349"/>
            <ac:spMk id="20" creationId="{00000000-0000-0000-0000-000000000000}"/>
          </ac:spMkLst>
        </pc:spChg>
        <pc:spChg chg="mod">
          <ac:chgData name="松川 岳久" userId="d79c3d20-a060-4dfd-b135-b1c4226336af" providerId="ADAL" clId="{F9FFB3E8-DE2E-4685-B669-4E4FAF868C9E}" dt="2026-05-27T06:19:25.503" v="4368" actId="404"/>
          <ac:spMkLst>
            <pc:docMk/>
            <pc:sldMk cId="0" sldId="349"/>
            <ac:spMk id="21" creationId="{00000000-0000-0000-0000-000000000000}"/>
          </ac:spMkLst>
        </pc:spChg>
        <pc:spChg chg="mod">
          <ac:chgData name="松川 岳久" userId="d79c3d20-a060-4dfd-b135-b1c4226336af" providerId="ADAL" clId="{F9FFB3E8-DE2E-4685-B669-4E4FAF868C9E}" dt="2026-05-27T06:19:34.587" v="4374" actId="404"/>
          <ac:spMkLst>
            <pc:docMk/>
            <pc:sldMk cId="0" sldId="349"/>
            <ac:spMk id="24" creationId="{00000000-0000-0000-0000-000000000000}"/>
          </ac:spMkLst>
        </pc:spChg>
        <pc:spChg chg="mod">
          <ac:chgData name="松川 岳久" userId="d79c3d20-a060-4dfd-b135-b1c4226336af" providerId="ADAL" clId="{F9FFB3E8-DE2E-4685-B669-4E4FAF868C9E}" dt="2026-05-27T06:19:34.587" v="4374" actId="404"/>
          <ac:spMkLst>
            <pc:docMk/>
            <pc:sldMk cId="0" sldId="349"/>
            <ac:spMk id="25" creationId="{00000000-0000-0000-0000-000000000000}"/>
          </ac:spMkLst>
        </pc:spChg>
        <pc:spChg chg="mod">
          <ac:chgData name="松川 岳久" userId="d79c3d20-a060-4dfd-b135-b1c4226336af" providerId="ADAL" clId="{F9FFB3E8-DE2E-4685-B669-4E4FAF868C9E}" dt="2026-05-27T06:19:34.587" v="4374" actId="404"/>
          <ac:spMkLst>
            <pc:docMk/>
            <pc:sldMk cId="0" sldId="349"/>
            <ac:spMk id="26" creationId="{00000000-0000-0000-0000-000000000000}"/>
          </ac:spMkLst>
        </pc:spChg>
        <pc:spChg chg="mod">
          <ac:chgData name="松川 岳久" userId="d79c3d20-a060-4dfd-b135-b1c4226336af" providerId="ADAL" clId="{F9FFB3E8-DE2E-4685-B669-4E4FAF868C9E}" dt="2026-05-27T06:19:34.587" v="4374" actId="404"/>
          <ac:spMkLst>
            <pc:docMk/>
            <pc:sldMk cId="0" sldId="349"/>
            <ac:spMk id="27" creationId="{00000000-0000-0000-0000-000000000000}"/>
          </ac:spMkLst>
        </pc:spChg>
      </pc:sldChg>
      <pc:sldChg chg="modSp mod">
        <pc:chgData name="松川 岳久" userId="d79c3d20-a060-4dfd-b135-b1c4226336af" providerId="ADAL" clId="{F9FFB3E8-DE2E-4685-B669-4E4FAF868C9E}" dt="2026-05-27T06:19:48.904" v="4377" actId="403"/>
        <pc:sldMkLst>
          <pc:docMk/>
          <pc:sldMk cId="0" sldId="350"/>
        </pc:sldMkLst>
        <pc:graphicFrameChg chg="modGraphic">
          <ac:chgData name="松川 岳久" userId="d79c3d20-a060-4dfd-b135-b1c4226336af" providerId="ADAL" clId="{F9FFB3E8-DE2E-4685-B669-4E4FAF868C9E}" dt="2026-05-27T06:19:48.904" v="4377" actId="403"/>
          <ac:graphicFrameMkLst>
            <pc:docMk/>
            <pc:sldMk cId="0" sldId="350"/>
            <ac:graphicFrameMk id="96" creationId="{00000000-0000-0000-0000-000000000000}"/>
          </ac:graphicFrameMkLst>
        </pc:graphicFrameChg>
      </pc:sldChg>
      <pc:sldChg chg="modSp mod">
        <pc:chgData name="松川 岳久" userId="d79c3d20-a060-4dfd-b135-b1c4226336af" providerId="ADAL" clId="{F9FFB3E8-DE2E-4685-B669-4E4FAF868C9E}" dt="2026-06-01T02:31:55.993" v="4566" actId="403"/>
        <pc:sldMkLst>
          <pc:docMk/>
          <pc:sldMk cId="0" sldId="351"/>
        </pc:sldMkLst>
        <pc:spChg chg="mod">
          <ac:chgData name="松川 岳久" userId="d79c3d20-a060-4dfd-b135-b1c4226336af" providerId="ADAL" clId="{F9FFB3E8-DE2E-4685-B669-4E4FAF868C9E}" dt="2026-06-01T02:31:48.178" v="4563" actId="403"/>
          <ac:spMkLst>
            <pc:docMk/>
            <pc:sldMk cId="0" sldId="351"/>
            <ac:spMk id="5" creationId="{00000000-0000-0000-0000-000000000000}"/>
          </ac:spMkLst>
        </pc:spChg>
        <pc:spChg chg="mod">
          <ac:chgData name="松川 岳久" userId="d79c3d20-a060-4dfd-b135-b1c4226336af" providerId="ADAL" clId="{F9FFB3E8-DE2E-4685-B669-4E4FAF868C9E}" dt="2026-06-01T02:31:55.993" v="4566" actId="403"/>
          <ac:spMkLst>
            <pc:docMk/>
            <pc:sldMk cId="0" sldId="351"/>
            <ac:spMk id="6" creationId="{00000000-0000-0000-0000-000000000000}"/>
          </ac:spMkLst>
        </pc:spChg>
        <pc:spChg chg="mod">
          <ac:chgData name="松川 岳久" userId="d79c3d20-a060-4dfd-b135-b1c4226336af" providerId="ADAL" clId="{F9FFB3E8-DE2E-4685-B669-4E4FAF868C9E}" dt="2026-06-01T02:31:55.993" v="4566" actId="403"/>
          <ac:spMkLst>
            <pc:docMk/>
            <pc:sldMk cId="0" sldId="351"/>
            <ac:spMk id="8" creationId="{00000000-0000-0000-0000-000000000000}"/>
          </ac:spMkLst>
        </pc:spChg>
        <pc:spChg chg="mod">
          <ac:chgData name="松川 岳久" userId="d79c3d20-a060-4dfd-b135-b1c4226336af" providerId="ADAL" clId="{F9FFB3E8-DE2E-4685-B669-4E4FAF868C9E}" dt="2026-06-01T02:31:55.993" v="4566" actId="403"/>
          <ac:spMkLst>
            <pc:docMk/>
            <pc:sldMk cId="0" sldId="351"/>
            <ac:spMk id="9" creationId="{00000000-0000-0000-0000-000000000000}"/>
          </ac:spMkLst>
        </pc:spChg>
        <pc:spChg chg="mod">
          <ac:chgData name="松川 岳久" userId="d79c3d20-a060-4dfd-b135-b1c4226336af" providerId="ADAL" clId="{F9FFB3E8-DE2E-4685-B669-4E4FAF868C9E}" dt="2026-05-27T06:21:06.103" v="4397" actId="403"/>
          <ac:spMkLst>
            <pc:docMk/>
            <pc:sldMk cId="0" sldId="351"/>
            <ac:spMk id="12" creationId="{00000000-0000-0000-0000-000000000000}"/>
          </ac:spMkLst>
        </pc:spChg>
        <pc:spChg chg="mod">
          <ac:chgData name="松川 岳久" userId="d79c3d20-a060-4dfd-b135-b1c4226336af" providerId="ADAL" clId="{F9FFB3E8-DE2E-4685-B669-4E4FAF868C9E}" dt="2026-05-27T06:20:38.029" v="4391" actId="404"/>
          <ac:spMkLst>
            <pc:docMk/>
            <pc:sldMk cId="0" sldId="351"/>
            <ac:spMk id="20" creationId="{00000000-0000-0000-0000-000000000000}"/>
          </ac:spMkLst>
        </pc:spChg>
        <pc:spChg chg="mod">
          <ac:chgData name="松川 岳久" userId="d79c3d20-a060-4dfd-b135-b1c4226336af" providerId="ADAL" clId="{F9FFB3E8-DE2E-4685-B669-4E4FAF868C9E}" dt="2026-05-27T06:20:38.029" v="4391" actId="404"/>
          <ac:spMkLst>
            <pc:docMk/>
            <pc:sldMk cId="0" sldId="351"/>
            <ac:spMk id="22" creationId="{00000000-0000-0000-0000-000000000000}"/>
          </ac:spMkLst>
        </pc:spChg>
      </pc:sldChg>
      <pc:sldChg chg="modSp mod">
        <pc:chgData name="松川 岳久" userId="d79c3d20-a060-4dfd-b135-b1c4226336af" providerId="ADAL" clId="{F9FFB3E8-DE2E-4685-B669-4E4FAF868C9E}" dt="2026-06-01T02:32:26.037" v="4575" actId="403"/>
        <pc:sldMkLst>
          <pc:docMk/>
          <pc:sldMk cId="0" sldId="352"/>
        </pc:sldMkLst>
        <pc:spChg chg="mod">
          <ac:chgData name="松川 岳久" userId="d79c3d20-a060-4dfd-b135-b1c4226336af" providerId="ADAL" clId="{F9FFB3E8-DE2E-4685-B669-4E4FAF868C9E}" dt="2026-06-01T02:32:17.151" v="4571" actId="403"/>
          <ac:spMkLst>
            <pc:docMk/>
            <pc:sldMk cId="0" sldId="352"/>
            <ac:spMk id="5" creationId="{00000000-0000-0000-0000-000000000000}"/>
          </ac:spMkLst>
        </pc:spChg>
        <pc:spChg chg="mod">
          <ac:chgData name="松川 岳久" userId="d79c3d20-a060-4dfd-b135-b1c4226336af" providerId="ADAL" clId="{F9FFB3E8-DE2E-4685-B669-4E4FAF868C9E}" dt="2026-06-01T02:32:09.068" v="4569" actId="403"/>
          <ac:spMkLst>
            <pc:docMk/>
            <pc:sldMk cId="0" sldId="352"/>
            <ac:spMk id="6" creationId="{00000000-0000-0000-0000-000000000000}"/>
          </ac:spMkLst>
        </pc:spChg>
        <pc:spChg chg="mod">
          <ac:chgData name="松川 岳久" userId="d79c3d20-a060-4dfd-b135-b1c4226336af" providerId="ADAL" clId="{F9FFB3E8-DE2E-4685-B669-4E4FAF868C9E}" dt="2026-06-01T02:32:09.068" v="4569" actId="403"/>
          <ac:spMkLst>
            <pc:docMk/>
            <pc:sldMk cId="0" sldId="352"/>
            <ac:spMk id="7" creationId="{00000000-0000-0000-0000-000000000000}"/>
          </ac:spMkLst>
        </pc:spChg>
        <pc:spChg chg="mod">
          <ac:chgData name="松川 岳久" userId="d79c3d20-a060-4dfd-b135-b1c4226336af" providerId="ADAL" clId="{F9FFB3E8-DE2E-4685-B669-4E4FAF868C9E}" dt="2026-06-01T02:32:09.068" v="4569" actId="403"/>
          <ac:spMkLst>
            <pc:docMk/>
            <pc:sldMk cId="0" sldId="352"/>
            <ac:spMk id="8" creationId="{00000000-0000-0000-0000-000000000000}"/>
          </ac:spMkLst>
        </pc:spChg>
        <pc:spChg chg="mod">
          <ac:chgData name="松川 岳久" userId="d79c3d20-a060-4dfd-b135-b1c4226336af" providerId="ADAL" clId="{F9FFB3E8-DE2E-4685-B669-4E4FAF868C9E}" dt="2026-06-01T02:32:09.068" v="4569" actId="403"/>
          <ac:spMkLst>
            <pc:docMk/>
            <pc:sldMk cId="0" sldId="352"/>
            <ac:spMk id="9" creationId="{00000000-0000-0000-0000-000000000000}"/>
          </ac:spMkLst>
        </pc:spChg>
        <pc:spChg chg="mod">
          <ac:chgData name="松川 岳久" userId="d79c3d20-a060-4dfd-b135-b1c4226336af" providerId="ADAL" clId="{F9FFB3E8-DE2E-4685-B669-4E4FAF868C9E}" dt="2026-06-01T02:32:09.068" v="4569" actId="403"/>
          <ac:spMkLst>
            <pc:docMk/>
            <pc:sldMk cId="0" sldId="352"/>
            <ac:spMk id="10" creationId="{00000000-0000-0000-0000-000000000000}"/>
          </ac:spMkLst>
        </pc:spChg>
        <pc:spChg chg="mod">
          <ac:chgData name="松川 岳久" userId="d79c3d20-a060-4dfd-b135-b1c4226336af" providerId="ADAL" clId="{F9FFB3E8-DE2E-4685-B669-4E4FAF868C9E}" dt="2026-06-01T02:32:09.068" v="4569" actId="403"/>
          <ac:spMkLst>
            <pc:docMk/>
            <pc:sldMk cId="0" sldId="352"/>
            <ac:spMk id="12" creationId="{00000000-0000-0000-0000-000000000000}"/>
          </ac:spMkLst>
        </pc:spChg>
        <pc:spChg chg="mod">
          <ac:chgData name="松川 岳久" userId="d79c3d20-a060-4dfd-b135-b1c4226336af" providerId="ADAL" clId="{F9FFB3E8-DE2E-4685-B669-4E4FAF868C9E}" dt="2026-06-01T02:32:09.068" v="4569" actId="403"/>
          <ac:spMkLst>
            <pc:docMk/>
            <pc:sldMk cId="0" sldId="352"/>
            <ac:spMk id="13" creationId="{00000000-0000-0000-0000-000000000000}"/>
          </ac:spMkLst>
        </pc:spChg>
        <pc:spChg chg="mod">
          <ac:chgData name="松川 岳久" userId="d79c3d20-a060-4dfd-b135-b1c4226336af" providerId="ADAL" clId="{F9FFB3E8-DE2E-4685-B669-4E4FAF868C9E}" dt="2026-06-01T02:32:09.068" v="4569" actId="403"/>
          <ac:spMkLst>
            <pc:docMk/>
            <pc:sldMk cId="0" sldId="352"/>
            <ac:spMk id="14" creationId="{00000000-0000-0000-0000-000000000000}"/>
          </ac:spMkLst>
        </pc:spChg>
        <pc:spChg chg="mod">
          <ac:chgData name="松川 岳久" userId="d79c3d20-a060-4dfd-b135-b1c4226336af" providerId="ADAL" clId="{F9FFB3E8-DE2E-4685-B669-4E4FAF868C9E}" dt="2026-06-01T02:32:09.068" v="4569" actId="403"/>
          <ac:spMkLst>
            <pc:docMk/>
            <pc:sldMk cId="0" sldId="352"/>
            <ac:spMk id="15" creationId="{00000000-0000-0000-0000-000000000000}"/>
          </ac:spMkLst>
        </pc:spChg>
        <pc:spChg chg="mod">
          <ac:chgData name="松川 岳久" userId="d79c3d20-a060-4dfd-b135-b1c4226336af" providerId="ADAL" clId="{F9FFB3E8-DE2E-4685-B669-4E4FAF868C9E}" dt="2026-06-01T02:32:09.068" v="4569" actId="403"/>
          <ac:spMkLst>
            <pc:docMk/>
            <pc:sldMk cId="0" sldId="352"/>
            <ac:spMk id="16" creationId="{00000000-0000-0000-0000-000000000000}"/>
          </ac:spMkLst>
        </pc:spChg>
        <pc:spChg chg="mod">
          <ac:chgData name="松川 岳久" userId="d79c3d20-a060-4dfd-b135-b1c4226336af" providerId="ADAL" clId="{F9FFB3E8-DE2E-4685-B669-4E4FAF868C9E}" dt="2026-06-01T02:32:26.037" v="4575" actId="403"/>
          <ac:spMkLst>
            <pc:docMk/>
            <pc:sldMk cId="0" sldId="352"/>
            <ac:spMk id="17" creationId="{00000000-0000-0000-0000-000000000000}"/>
          </ac:spMkLst>
        </pc:spChg>
        <pc:spChg chg="mod">
          <ac:chgData name="松川 岳久" userId="d79c3d20-a060-4dfd-b135-b1c4226336af" providerId="ADAL" clId="{F9FFB3E8-DE2E-4685-B669-4E4FAF868C9E}" dt="2026-06-01T02:32:26.037" v="4575" actId="403"/>
          <ac:spMkLst>
            <pc:docMk/>
            <pc:sldMk cId="0" sldId="352"/>
            <ac:spMk id="18" creationId="{00000000-0000-0000-0000-000000000000}"/>
          </ac:spMkLst>
        </pc:spChg>
        <pc:spChg chg="mod">
          <ac:chgData name="松川 岳久" userId="d79c3d20-a060-4dfd-b135-b1c4226336af" providerId="ADAL" clId="{F9FFB3E8-DE2E-4685-B669-4E4FAF868C9E}" dt="2026-06-01T02:32:26.037" v="4575" actId="403"/>
          <ac:spMkLst>
            <pc:docMk/>
            <pc:sldMk cId="0" sldId="352"/>
            <ac:spMk id="19" creationId="{00000000-0000-0000-0000-000000000000}"/>
          </ac:spMkLst>
        </pc:spChg>
        <pc:spChg chg="mod">
          <ac:chgData name="松川 岳久" userId="d79c3d20-a060-4dfd-b135-b1c4226336af" providerId="ADAL" clId="{F9FFB3E8-DE2E-4685-B669-4E4FAF868C9E}" dt="2026-06-01T02:32:26.037" v="4575" actId="403"/>
          <ac:spMkLst>
            <pc:docMk/>
            <pc:sldMk cId="0" sldId="352"/>
            <ac:spMk id="20" creationId="{00000000-0000-0000-0000-000000000000}"/>
          </ac:spMkLst>
        </pc:spChg>
      </pc:sldChg>
      <pc:sldChg chg="modSp mod">
        <pc:chgData name="松川 岳久" userId="d79c3d20-a060-4dfd-b135-b1c4226336af" providerId="ADAL" clId="{F9FFB3E8-DE2E-4685-B669-4E4FAF868C9E}" dt="2026-06-01T02:33:26.243" v="4582" actId="403"/>
        <pc:sldMkLst>
          <pc:docMk/>
          <pc:sldMk cId="0" sldId="353"/>
        </pc:sldMkLst>
        <pc:spChg chg="mod">
          <ac:chgData name="松川 岳久" userId="d79c3d20-a060-4dfd-b135-b1c4226336af" providerId="ADAL" clId="{F9FFB3E8-DE2E-4685-B669-4E4FAF868C9E}" dt="2026-06-01T02:32:55.513" v="4577" actId="403"/>
          <ac:spMkLst>
            <pc:docMk/>
            <pc:sldMk cId="0" sldId="353"/>
            <ac:spMk id="4" creationId="{00000000-0000-0000-0000-000000000000}"/>
          </ac:spMkLst>
        </pc:spChg>
        <pc:spChg chg="mod">
          <ac:chgData name="松川 岳久" userId="d79c3d20-a060-4dfd-b135-b1c4226336af" providerId="ADAL" clId="{F9FFB3E8-DE2E-4685-B669-4E4FAF868C9E}" dt="2026-06-01T02:33:26.243" v="4582" actId="403"/>
          <ac:spMkLst>
            <pc:docMk/>
            <pc:sldMk cId="0" sldId="353"/>
            <ac:spMk id="6" creationId="{00000000-0000-0000-0000-000000000000}"/>
          </ac:spMkLst>
        </pc:spChg>
        <pc:spChg chg="mod">
          <ac:chgData name="松川 岳久" userId="d79c3d20-a060-4dfd-b135-b1c4226336af" providerId="ADAL" clId="{F9FFB3E8-DE2E-4685-B669-4E4FAF868C9E}" dt="2026-06-01T02:33:26.243" v="4582" actId="403"/>
          <ac:spMkLst>
            <pc:docMk/>
            <pc:sldMk cId="0" sldId="353"/>
            <ac:spMk id="7" creationId="{00000000-0000-0000-0000-000000000000}"/>
          </ac:spMkLst>
        </pc:spChg>
        <pc:spChg chg="mod">
          <ac:chgData name="松川 岳久" userId="d79c3d20-a060-4dfd-b135-b1c4226336af" providerId="ADAL" clId="{F9FFB3E8-DE2E-4685-B669-4E4FAF868C9E}" dt="2026-06-01T02:33:26.243" v="4582" actId="403"/>
          <ac:spMkLst>
            <pc:docMk/>
            <pc:sldMk cId="0" sldId="353"/>
            <ac:spMk id="8" creationId="{00000000-0000-0000-0000-000000000000}"/>
          </ac:spMkLst>
        </pc:spChg>
        <pc:spChg chg="mod">
          <ac:chgData name="松川 岳久" userId="d79c3d20-a060-4dfd-b135-b1c4226336af" providerId="ADAL" clId="{F9FFB3E8-DE2E-4685-B669-4E4FAF868C9E}" dt="2026-06-01T02:33:26.243" v="4582" actId="403"/>
          <ac:spMkLst>
            <pc:docMk/>
            <pc:sldMk cId="0" sldId="353"/>
            <ac:spMk id="9" creationId="{00000000-0000-0000-0000-000000000000}"/>
          </ac:spMkLst>
        </pc:spChg>
        <pc:graphicFrameChg chg="modGraphic">
          <ac:chgData name="松川 岳久" userId="d79c3d20-a060-4dfd-b135-b1c4226336af" providerId="ADAL" clId="{F9FFB3E8-DE2E-4685-B669-4E4FAF868C9E}" dt="2026-06-01T02:33:14.570" v="4580" actId="14734"/>
          <ac:graphicFrameMkLst>
            <pc:docMk/>
            <pc:sldMk cId="0" sldId="353"/>
            <ac:graphicFrameMk id="99" creationId="{00000000-0000-0000-0000-000000000000}"/>
          </ac:graphicFrameMkLst>
        </pc:graphicFrameChg>
      </pc:sldChg>
      <pc:sldChg chg="modSp mod">
        <pc:chgData name="松川 岳久" userId="d79c3d20-a060-4dfd-b135-b1c4226336af" providerId="ADAL" clId="{F9FFB3E8-DE2E-4685-B669-4E4FAF868C9E}" dt="2026-06-01T02:34:18.644" v="4602" actId="20577"/>
        <pc:sldMkLst>
          <pc:docMk/>
          <pc:sldMk cId="0" sldId="356"/>
        </pc:sldMkLst>
        <pc:spChg chg="mod">
          <ac:chgData name="松川 岳久" userId="d79c3d20-a060-4dfd-b135-b1c4226336af" providerId="ADAL" clId="{F9FFB3E8-DE2E-4685-B669-4E4FAF868C9E}" dt="2026-05-27T06:28:02.921" v="4410" actId="403"/>
          <ac:spMkLst>
            <pc:docMk/>
            <pc:sldMk cId="0" sldId="356"/>
            <ac:spMk id="4" creationId="{00000000-0000-0000-0000-000000000000}"/>
          </ac:spMkLst>
        </pc:spChg>
        <pc:spChg chg="mod">
          <ac:chgData name="松川 岳久" userId="d79c3d20-a060-4dfd-b135-b1c4226336af" providerId="ADAL" clId="{F9FFB3E8-DE2E-4685-B669-4E4FAF868C9E}" dt="2026-05-27T06:27:56.287" v="4409" actId="403"/>
          <ac:spMkLst>
            <pc:docMk/>
            <pc:sldMk cId="0" sldId="356"/>
            <ac:spMk id="6" creationId="{00000000-0000-0000-0000-000000000000}"/>
          </ac:spMkLst>
        </pc:spChg>
        <pc:spChg chg="mod">
          <ac:chgData name="松川 岳久" userId="d79c3d20-a060-4dfd-b135-b1c4226336af" providerId="ADAL" clId="{F9FFB3E8-DE2E-4685-B669-4E4FAF868C9E}" dt="2026-05-27T06:27:56.287" v="4409" actId="403"/>
          <ac:spMkLst>
            <pc:docMk/>
            <pc:sldMk cId="0" sldId="356"/>
            <ac:spMk id="7" creationId="{00000000-0000-0000-0000-000000000000}"/>
          </ac:spMkLst>
        </pc:spChg>
        <pc:spChg chg="mod">
          <ac:chgData name="松川 岳久" userId="d79c3d20-a060-4dfd-b135-b1c4226336af" providerId="ADAL" clId="{F9FFB3E8-DE2E-4685-B669-4E4FAF868C9E}" dt="2026-05-27T06:27:56.287" v="4409" actId="403"/>
          <ac:spMkLst>
            <pc:docMk/>
            <pc:sldMk cId="0" sldId="356"/>
            <ac:spMk id="8" creationId="{00000000-0000-0000-0000-000000000000}"/>
          </ac:spMkLst>
        </pc:spChg>
        <pc:spChg chg="mod">
          <ac:chgData name="松川 岳久" userId="d79c3d20-a060-4dfd-b135-b1c4226336af" providerId="ADAL" clId="{F9FFB3E8-DE2E-4685-B669-4E4FAF868C9E}" dt="2026-05-27T06:27:56.287" v="4409" actId="403"/>
          <ac:spMkLst>
            <pc:docMk/>
            <pc:sldMk cId="0" sldId="356"/>
            <ac:spMk id="9" creationId="{00000000-0000-0000-0000-000000000000}"/>
          </ac:spMkLst>
        </pc:spChg>
        <pc:graphicFrameChg chg="modGraphic">
          <ac:chgData name="松川 岳久" userId="d79c3d20-a060-4dfd-b135-b1c4226336af" providerId="ADAL" clId="{F9FFB3E8-DE2E-4685-B669-4E4FAF868C9E}" dt="2026-06-01T02:34:18.644" v="4602" actId="20577"/>
          <ac:graphicFrameMkLst>
            <pc:docMk/>
            <pc:sldMk cId="0" sldId="356"/>
            <ac:graphicFrameMk id="102" creationId="{00000000-0000-0000-0000-000000000000}"/>
          </ac:graphicFrameMkLst>
        </pc:graphicFrameChg>
      </pc:sldChg>
      <pc:sldChg chg="modSp mod">
        <pc:chgData name="松川 岳久" userId="d79c3d20-a060-4dfd-b135-b1c4226336af" providerId="ADAL" clId="{F9FFB3E8-DE2E-4685-B669-4E4FAF868C9E}" dt="2026-06-01T02:34:41.961" v="4606" actId="1076"/>
        <pc:sldMkLst>
          <pc:docMk/>
          <pc:sldMk cId="0" sldId="357"/>
        </pc:sldMkLst>
        <pc:spChg chg="mod">
          <ac:chgData name="松川 岳久" userId="d79c3d20-a060-4dfd-b135-b1c4226336af" providerId="ADAL" clId="{F9FFB3E8-DE2E-4685-B669-4E4FAF868C9E}" dt="2026-06-01T02:34:34.118" v="4605" actId="403"/>
          <ac:spMkLst>
            <pc:docMk/>
            <pc:sldMk cId="0" sldId="357"/>
            <ac:spMk id="4" creationId="{00000000-0000-0000-0000-000000000000}"/>
          </ac:spMkLst>
        </pc:spChg>
        <pc:spChg chg="mod">
          <ac:chgData name="松川 岳久" userId="d79c3d20-a060-4dfd-b135-b1c4226336af" providerId="ADAL" clId="{F9FFB3E8-DE2E-4685-B669-4E4FAF868C9E}" dt="2026-06-01T02:34:34.118" v="4605" actId="403"/>
          <ac:spMkLst>
            <pc:docMk/>
            <pc:sldMk cId="0" sldId="357"/>
            <ac:spMk id="5" creationId="{00000000-0000-0000-0000-000000000000}"/>
          </ac:spMkLst>
        </pc:spChg>
        <pc:spChg chg="mod">
          <ac:chgData name="松川 岳久" userId="d79c3d20-a060-4dfd-b135-b1c4226336af" providerId="ADAL" clId="{F9FFB3E8-DE2E-4685-B669-4E4FAF868C9E}" dt="2026-06-01T02:34:41.961" v="4606" actId="1076"/>
          <ac:spMkLst>
            <pc:docMk/>
            <pc:sldMk cId="0" sldId="357"/>
            <ac:spMk id="6" creationId="{00000000-0000-0000-0000-000000000000}"/>
          </ac:spMkLst>
        </pc:spChg>
        <pc:spChg chg="mod">
          <ac:chgData name="松川 岳久" userId="d79c3d20-a060-4dfd-b135-b1c4226336af" providerId="ADAL" clId="{F9FFB3E8-DE2E-4685-B669-4E4FAF868C9E}" dt="2026-06-01T02:34:34.118" v="4605" actId="403"/>
          <ac:spMkLst>
            <pc:docMk/>
            <pc:sldMk cId="0" sldId="357"/>
            <ac:spMk id="7" creationId="{00000000-0000-0000-0000-000000000000}"/>
          </ac:spMkLst>
        </pc:spChg>
        <pc:spChg chg="mod">
          <ac:chgData name="松川 岳久" userId="d79c3d20-a060-4dfd-b135-b1c4226336af" providerId="ADAL" clId="{F9FFB3E8-DE2E-4685-B669-4E4FAF868C9E}" dt="2026-06-01T02:34:34.118" v="4605" actId="403"/>
          <ac:spMkLst>
            <pc:docMk/>
            <pc:sldMk cId="0" sldId="357"/>
            <ac:spMk id="8" creationId="{00000000-0000-0000-0000-000000000000}"/>
          </ac:spMkLst>
        </pc:spChg>
        <pc:spChg chg="mod">
          <ac:chgData name="松川 岳久" userId="d79c3d20-a060-4dfd-b135-b1c4226336af" providerId="ADAL" clId="{F9FFB3E8-DE2E-4685-B669-4E4FAF868C9E}" dt="2026-06-01T02:34:34.118" v="4605" actId="403"/>
          <ac:spMkLst>
            <pc:docMk/>
            <pc:sldMk cId="0" sldId="357"/>
            <ac:spMk id="9" creationId="{00000000-0000-0000-0000-000000000000}"/>
          </ac:spMkLst>
        </pc:spChg>
        <pc:spChg chg="mod">
          <ac:chgData name="松川 岳久" userId="d79c3d20-a060-4dfd-b135-b1c4226336af" providerId="ADAL" clId="{F9FFB3E8-DE2E-4685-B669-4E4FAF868C9E}" dt="2026-06-01T02:34:34.118" v="4605" actId="403"/>
          <ac:spMkLst>
            <pc:docMk/>
            <pc:sldMk cId="0" sldId="357"/>
            <ac:spMk id="10" creationId="{00000000-0000-0000-0000-000000000000}"/>
          </ac:spMkLst>
        </pc:spChg>
      </pc:sldChg>
      <pc:sldChg chg="modSp mod">
        <pc:chgData name="松川 岳久" userId="d79c3d20-a060-4dfd-b135-b1c4226336af" providerId="ADAL" clId="{F9FFB3E8-DE2E-4685-B669-4E4FAF868C9E}" dt="2026-06-01T02:35:02.633" v="4609" actId="403"/>
        <pc:sldMkLst>
          <pc:docMk/>
          <pc:sldMk cId="0" sldId="358"/>
        </pc:sldMkLst>
        <pc:spChg chg="mod">
          <ac:chgData name="松川 岳久" userId="d79c3d20-a060-4dfd-b135-b1c4226336af" providerId="ADAL" clId="{F9FFB3E8-DE2E-4685-B669-4E4FAF868C9E}" dt="2026-06-01T02:35:02.633" v="4609" actId="403"/>
          <ac:spMkLst>
            <pc:docMk/>
            <pc:sldMk cId="0" sldId="358"/>
            <ac:spMk id="4" creationId="{00000000-0000-0000-0000-000000000000}"/>
          </ac:spMkLst>
        </pc:spChg>
        <pc:spChg chg="mod">
          <ac:chgData name="松川 岳久" userId="d79c3d20-a060-4dfd-b135-b1c4226336af" providerId="ADAL" clId="{F9FFB3E8-DE2E-4685-B669-4E4FAF868C9E}" dt="2026-06-01T02:35:02.633" v="4609" actId="403"/>
          <ac:spMkLst>
            <pc:docMk/>
            <pc:sldMk cId="0" sldId="358"/>
            <ac:spMk id="5" creationId="{00000000-0000-0000-0000-000000000000}"/>
          </ac:spMkLst>
        </pc:spChg>
        <pc:spChg chg="mod">
          <ac:chgData name="松川 岳久" userId="d79c3d20-a060-4dfd-b135-b1c4226336af" providerId="ADAL" clId="{F9FFB3E8-DE2E-4685-B669-4E4FAF868C9E}" dt="2026-06-01T02:35:02.633" v="4609" actId="403"/>
          <ac:spMkLst>
            <pc:docMk/>
            <pc:sldMk cId="0" sldId="358"/>
            <ac:spMk id="6" creationId="{00000000-0000-0000-0000-000000000000}"/>
          </ac:spMkLst>
        </pc:spChg>
        <pc:spChg chg="mod">
          <ac:chgData name="松川 岳久" userId="d79c3d20-a060-4dfd-b135-b1c4226336af" providerId="ADAL" clId="{F9FFB3E8-DE2E-4685-B669-4E4FAF868C9E}" dt="2026-06-01T02:35:02.633" v="4609" actId="403"/>
          <ac:spMkLst>
            <pc:docMk/>
            <pc:sldMk cId="0" sldId="358"/>
            <ac:spMk id="7" creationId="{00000000-0000-0000-0000-000000000000}"/>
          </ac:spMkLst>
        </pc:spChg>
        <pc:spChg chg="mod">
          <ac:chgData name="松川 岳久" userId="d79c3d20-a060-4dfd-b135-b1c4226336af" providerId="ADAL" clId="{F9FFB3E8-DE2E-4685-B669-4E4FAF868C9E}" dt="2026-06-01T02:35:02.633" v="4609" actId="403"/>
          <ac:spMkLst>
            <pc:docMk/>
            <pc:sldMk cId="0" sldId="358"/>
            <ac:spMk id="8" creationId="{00000000-0000-0000-0000-000000000000}"/>
          </ac:spMkLst>
        </pc:spChg>
        <pc:spChg chg="mod">
          <ac:chgData name="松川 岳久" userId="d79c3d20-a060-4dfd-b135-b1c4226336af" providerId="ADAL" clId="{F9FFB3E8-DE2E-4685-B669-4E4FAF868C9E}" dt="2026-06-01T02:35:02.633" v="4609" actId="403"/>
          <ac:spMkLst>
            <pc:docMk/>
            <pc:sldMk cId="0" sldId="358"/>
            <ac:spMk id="9" creationId="{00000000-0000-0000-0000-000000000000}"/>
          </ac:spMkLst>
        </pc:spChg>
        <pc:spChg chg="mod">
          <ac:chgData name="松川 岳久" userId="d79c3d20-a060-4dfd-b135-b1c4226336af" providerId="ADAL" clId="{F9FFB3E8-DE2E-4685-B669-4E4FAF868C9E}" dt="2026-06-01T02:35:02.633" v="4609" actId="403"/>
          <ac:spMkLst>
            <pc:docMk/>
            <pc:sldMk cId="0" sldId="358"/>
            <ac:spMk id="10" creationId="{00000000-0000-0000-0000-000000000000}"/>
          </ac:spMkLst>
        </pc:spChg>
        <pc:spChg chg="mod">
          <ac:chgData name="松川 岳久" userId="d79c3d20-a060-4dfd-b135-b1c4226336af" providerId="ADAL" clId="{F9FFB3E8-DE2E-4685-B669-4E4FAF868C9E}" dt="2026-06-01T02:35:02.633" v="4609" actId="403"/>
          <ac:spMkLst>
            <pc:docMk/>
            <pc:sldMk cId="0" sldId="358"/>
            <ac:spMk id="11" creationId="{00000000-0000-0000-0000-000000000000}"/>
          </ac:spMkLst>
        </pc:spChg>
        <pc:spChg chg="mod">
          <ac:chgData name="松川 岳久" userId="d79c3d20-a060-4dfd-b135-b1c4226336af" providerId="ADAL" clId="{F9FFB3E8-DE2E-4685-B669-4E4FAF868C9E}" dt="2026-06-01T02:35:02.633" v="4609" actId="403"/>
          <ac:spMkLst>
            <pc:docMk/>
            <pc:sldMk cId="0" sldId="358"/>
            <ac:spMk id="12" creationId="{00000000-0000-0000-0000-000000000000}"/>
          </ac:spMkLst>
        </pc:spChg>
        <pc:spChg chg="mod">
          <ac:chgData name="松川 岳久" userId="d79c3d20-a060-4dfd-b135-b1c4226336af" providerId="ADAL" clId="{F9FFB3E8-DE2E-4685-B669-4E4FAF868C9E}" dt="2026-06-01T02:35:02.633" v="4609" actId="403"/>
          <ac:spMkLst>
            <pc:docMk/>
            <pc:sldMk cId="0" sldId="358"/>
            <ac:spMk id="13" creationId="{00000000-0000-0000-0000-000000000000}"/>
          </ac:spMkLst>
        </pc:spChg>
      </pc:sldChg>
      <pc:sldChg chg="modSp mod">
        <pc:chgData name="松川 岳久" userId="d79c3d20-a060-4dfd-b135-b1c4226336af" providerId="ADAL" clId="{F9FFB3E8-DE2E-4685-B669-4E4FAF868C9E}" dt="2026-06-01T02:35:13.845" v="4612" actId="403"/>
        <pc:sldMkLst>
          <pc:docMk/>
          <pc:sldMk cId="0" sldId="359"/>
        </pc:sldMkLst>
        <pc:spChg chg="mod">
          <ac:chgData name="松川 岳久" userId="d79c3d20-a060-4dfd-b135-b1c4226336af" providerId="ADAL" clId="{F9FFB3E8-DE2E-4685-B669-4E4FAF868C9E}" dt="2026-06-01T02:35:13.845" v="4612" actId="403"/>
          <ac:spMkLst>
            <pc:docMk/>
            <pc:sldMk cId="0" sldId="359"/>
            <ac:spMk id="4" creationId="{00000000-0000-0000-0000-000000000000}"/>
          </ac:spMkLst>
        </pc:spChg>
        <pc:spChg chg="mod">
          <ac:chgData name="松川 岳久" userId="d79c3d20-a060-4dfd-b135-b1c4226336af" providerId="ADAL" clId="{F9FFB3E8-DE2E-4685-B669-4E4FAF868C9E}" dt="2026-06-01T02:35:13.845" v="4612" actId="403"/>
          <ac:spMkLst>
            <pc:docMk/>
            <pc:sldMk cId="0" sldId="359"/>
            <ac:spMk id="5" creationId="{00000000-0000-0000-0000-000000000000}"/>
          </ac:spMkLst>
        </pc:spChg>
      </pc:sldChg>
      <pc:sldChg chg="modSp mod">
        <pc:chgData name="松川 岳久" userId="d79c3d20-a060-4dfd-b135-b1c4226336af" providerId="ADAL" clId="{F9FFB3E8-DE2E-4685-B669-4E4FAF868C9E}" dt="2026-06-01T02:36:40.010" v="4624" actId="113"/>
        <pc:sldMkLst>
          <pc:docMk/>
          <pc:sldMk cId="0" sldId="360"/>
        </pc:sldMkLst>
        <pc:spChg chg="mod">
          <ac:chgData name="松川 岳久" userId="d79c3d20-a060-4dfd-b135-b1c4226336af" providerId="ADAL" clId="{F9FFB3E8-DE2E-4685-B669-4E4FAF868C9E}" dt="2026-06-01T02:35:44.695" v="4617" actId="403"/>
          <ac:spMkLst>
            <pc:docMk/>
            <pc:sldMk cId="0" sldId="360"/>
            <ac:spMk id="3" creationId="{00000000-0000-0000-0000-000000000000}"/>
          </ac:spMkLst>
        </pc:spChg>
        <pc:spChg chg="mod">
          <ac:chgData name="松川 岳久" userId="d79c3d20-a060-4dfd-b135-b1c4226336af" providerId="ADAL" clId="{F9FFB3E8-DE2E-4685-B669-4E4FAF868C9E}" dt="2026-06-01T02:35:39.341" v="4616" actId="1076"/>
          <ac:spMkLst>
            <pc:docMk/>
            <pc:sldMk cId="0" sldId="360"/>
            <ac:spMk id="5" creationId="{00000000-0000-0000-0000-000000000000}"/>
          </ac:spMkLst>
        </pc:spChg>
        <pc:spChg chg="mod">
          <ac:chgData name="松川 岳久" userId="d79c3d20-a060-4dfd-b135-b1c4226336af" providerId="ADAL" clId="{F9FFB3E8-DE2E-4685-B669-4E4FAF868C9E}" dt="2026-06-01T02:35:39.341" v="4616" actId="1076"/>
          <ac:spMkLst>
            <pc:docMk/>
            <pc:sldMk cId="0" sldId="360"/>
            <ac:spMk id="6" creationId="{00000000-0000-0000-0000-000000000000}"/>
          </ac:spMkLst>
        </pc:spChg>
        <pc:spChg chg="mod">
          <ac:chgData name="松川 岳久" userId="d79c3d20-a060-4dfd-b135-b1c4226336af" providerId="ADAL" clId="{F9FFB3E8-DE2E-4685-B669-4E4FAF868C9E}" dt="2026-06-01T02:35:39.341" v="4616" actId="1076"/>
          <ac:spMkLst>
            <pc:docMk/>
            <pc:sldMk cId="0" sldId="360"/>
            <ac:spMk id="7" creationId="{00000000-0000-0000-0000-000000000000}"/>
          </ac:spMkLst>
        </pc:spChg>
        <pc:spChg chg="mod">
          <ac:chgData name="松川 岳久" userId="d79c3d20-a060-4dfd-b135-b1c4226336af" providerId="ADAL" clId="{F9FFB3E8-DE2E-4685-B669-4E4FAF868C9E}" dt="2026-06-01T02:35:39.341" v="4616" actId="1076"/>
          <ac:spMkLst>
            <pc:docMk/>
            <pc:sldMk cId="0" sldId="360"/>
            <ac:spMk id="8" creationId="{00000000-0000-0000-0000-000000000000}"/>
          </ac:spMkLst>
        </pc:spChg>
        <pc:graphicFrameChg chg="mod modGraphic">
          <ac:chgData name="松川 岳久" userId="d79c3d20-a060-4dfd-b135-b1c4226336af" providerId="ADAL" clId="{F9FFB3E8-DE2E-4685-B669-4E4FAF868C9E}" dt="2026-06-01T02:36:40.010" v="4624" actId="113"/>
          <ac:graphicFrameMkLst>
            <pc:docMk/>
            <pc:sldMk cId="0" sldId="360"/>
            <ac:graphicFrameMk id="106" creationId="{00000000-0000-0000-0000-000000000000}"/>
          </ac:graphicFrameMkLst>
        </pc:graphicFrameChg>
      </pc:sldChg>
      <pc:sldChg chg="addSp delSp modSp mod">
        <pc:chgData name="松川 岳久" userId="d79c3d20-a060-4dfd-b135-b1c4226336af" providerId="ADAL" clId="{F9FFB3E8-DE2E-4685-B669-4E4FAF868C9E}" dt="2026-06-01T06:25:38.470" v="5545"/>
        <pc:sldMkLst>
          <pc:docMk/>
          <pc:sldMk cId="0" sldId="361"/>
        </pc:sldMkLst>
        <pc:spChg chg="del">
          <ac:chgData name="松川 岳久" userId="d79c3d20-a060-4dfd-b135-b1c4226336af" providerId="ADAL" clId="{F9FFB3E8-DE2E-4685-B669-4E4FAF868C9E}" dt="2026-06-01T06:18:11.268" v="5248"/>
          <ac:spMkLst>
            <pc:docMk/>
            <pc:sldMk cId="0" sldId="361"/>
            <ac:spMk id="4" creationId="{00000000-0000-0000-0000-000000000000}"/>
          </ac:spMkLst>
        </pc:spChg>
        <pc:spChg chg="del">
          <ac:chgData name="松川 岳久" userId="d79c3d20-a060-4dfd-b135-b1c4226336af" providerId="ADAL" clId="{F9FFB3E8-DE2E-4685-B669-4E4FAF868C9E}" dt="2026-06-01T06:18:11.270" v="5249"/>
          <ac:spMkLst>
            <pc:docMk/>
            <pc:sldMk cId="0" sldId="361"/>
            <ac:spMk id="5" creationId="{00000000-0000-0000-0000-000000000000}"/>
          </ac:spMkLst>
        </pc:spChg>
        <pc:spChg chg="del">
          <ac:chgData name="松川 岳久" userId="d79c3d20-a060-4dfd-b135-b1c4226336af" providerId="ADAL" clId="{F9FFB3E8-DE2E-4685-B669-4E4FAF868C9E}" dt="2026-06-01T06:18:11.271" v="5250"/>
          <ac:spMkLst>
            <pc:docMk/>
            <pc:sldMk cId="0" sldId="361"/>
            <ac:spMk id="6" creationId="{00000000-0000-0000-0000-000000000000}"/>
          </ac:spMkLst>
        </pc:spChg>
        <pc:spChg chg="del">
          <ac:chgData name="松川 岳久" userId="d79c3d20-a060-4dfd-b135-b1c4226336af" providerId="ADAL" clId="{F9FFB3E8-DE2E-4685-B669-4E4FAF868C9E}" dt="2026-06-01T06:18:11.271" v="5251"/>
          <ac:spMkLst>
            <pc:docMk/>
            <pc:sldMk cId="0" sldId="361"/>
            <ac:spMk id="7" creationId="{00000000-0000-0000-0000-000000000000}"/>
          </ac:spMkLst>
        </pc:spChg>
        <pc:spChg chg="del">
          <ac:chgData name="松川 岳久" userId="d79c3d20-a060-4dfd-b135-b1c4226336af" providerId="ADAL" clId="{F9FFB3E8-DE2E-4685-B669-4E4FAF868C9E}" dt="2026-06-01T06:18:11.271" v="5252"/>
          <ac:spMkLst>
            <pc:docMk/>
            <pc:sldMk cId="0" sldId="361"/>
            <ac:spMk id="8" creationId="{00000000-0000-0000-0000-000000000000}"/>
          </ac:spMkLst>
        </pc:spChg>
        <pc:spChg chg="del">
          <ac:chgData name="松川 岳久" userId="d79c3d20-a060-4dfd-b135-b1c4226336af" providerId="ADAL" clId="{F9FFB3E8-DE2E-4685-B669-4E4FAF868C9E}" dt="2026-06-01T06:18:11.274" v="5253"/>
          <ac:spMkLst>
            <pc:docMk/>
            <pc:sldMk cId="0" sldId="361"/>
            <ac:spMk id="9" creationId="{00000000-0000-0000-0000-000000000000}"/>
          </ac:spMkLst>
        </pc:spChg>
        <pc:spChg chg="del">
          <ac:chgData name="松川 岳久" userId="d79c3d20-a060-4dfd-b135-b1c4226336af" providerId="ADAL" clId="{F9FFB3E8-DE2E-4685-B669-4E4FAF868C9E}" dt="2026-06-01T06:18:11.275" v="5254"/>
          <ac:spMkLst>
            <pc:docMk/>
            <pc:sldMk cId="0" sldId="361"/>
            <ac:spMk id="10" creationId="{00000000-0000-0000-0000-000000000000}"/>
          </ac:spMkLst>
        </pc:spChg>
        <pc:spChg chg="del">
          <ac:chgData name="松川 岳久" userId="d79c3d20-a060-4dfd-b135-b1c4226336af" providerId="ADAL" clId="{F9FFB3E8-DE2E-4685-B669-4E4FAF868C9E}" dt="2026-06-01T06:18:11.275" v="5255"/>
          <ac:spMkLst>
            <pc:docMk/>
            <pc:sldMk cId="0" sldId="361"/>
            <ac:spMk id="11" creationId="{00000000-0000-0000-0000-000000000000}"/>
          </ac:spMkLst>
        </pc:spChg>
        <pc:spChg chg="del">
          <ac:chgData name="松川 岳久" userId="d79c3d20-a060-4dfd-b135-b1c4226336af" providerId="ADAL" clId="{F9FFB3E8-DE2E-4685-B669-4E4FAF868C9E}" dt="2026-06-01T06:18:11.276" v="5256"/>
          <ac:spMkLst>
            <pc:docMk/>
            <pc:sldMk cId="0" sldId="361"/>
            <ac:spMk id="12" creationId="{00000000-0000-0000-0000-000000000000}"/>
          </ac:spMkLst>
        </pc:spChg>
        <pc:spChg chg="del">
          <ac:chgData name="松川 岳久" userId="d79c3d20-a060-4dfd-b135-b1c4226336af" providerId="ADAL" clId="{F9FFB3E8-DE2E-4685-B669-4E4FAF868C9E}" dt="2026-06-01T06:18:11.277" v="5257"/>
          <ac:spMkLst>
            <pc:docMk/>
            <pc:sldMk cId="0" sldId="361"/>
            <ac:spMk id="13" creationId="{00000000-0000-0000-0000-000000000000}"/>
          </ac:spMkLst>
        </pc:spChg>
        <pc:spChg chg="del">
          <ac:chgData name="松川 岳久" userId="d79c3d20-a060-4dfd-b135-b1c4226336af" providerId="ADAL" clId="{F9FFB3E8-DE2E-4685-B669-4E4FAF868C9E}" dt="2026-06-01T06:18:11.278" v="5258"/>
          <ac:spMkLst>
            <pc:docMk/>
            <pc:sldMk cId="0" sldId="361"/>
            <ac:spMk id="14" creationId="{00000000-0000-0000-0000-000000000000}"/>
          </ac:spMkLst>
        </pc:spChg>
        <pc:spChg chg="del">
          <ac:chgData name="松川 岳久" userId="d79c3d20-a060-4dfd-b135-b1c4226336af" providerId="ADAL" clId="{F9FFB3E8-DE2E-4685-B669-4E4FAF868C9E}" dt="2026-06-01T06:18:11.278" v="5259"/>
          <ac:spMkLst>
            <pc:docMk/>
            <pc:sldMk cId="0" sldId="361"/>
            <ac:spMk id="15" creationId="{00000000-0000-0000-0000-000000000000}"/>
          </ac:spMkLst>
        </pc:spChg>
        <pc:spChg chg="del">
          <ac:chgData name="松川 岳久" userId="d79c3d20-a060-4dfd-b135-b1c4226336af" providerId="ADAL" clId="{F9FFB3E8-DE2E-4685-B669-4E4FAF868C9E}" dt="2026-06-01T06:18:11.279" v="5260"/>
          <ac:spMkLst>
            <pc:docMk/>
            <pc:sldMk cId="0" sldId="361"/>
            <ac:spMk id="16" creationId="{00000000-0000-0000-0000-000000000000}"/>
          </ac:spMkLst>
        </pc:spChg>
        <pc:spChg chg="del">
          <ac:chgData name="松川 岳久" userId="d79c3d20-a060-4dfd-b135-b1c4226336af" providerId="ADAL" clId="{F9FFB3E8-DE2E-4685-B669-4E4FAF868C9E}" dt="2026-06-01T06:18:11.279" v="5261"/>
          <ac:spMkLst>
            <pc:docMk/>
            <pc:sldMk cId="0" sldId="361"/>
            <ac:spMk id="17" creationId="{00000000-0000-0000-0000-000000000000}"/>
          </ac:spMkLst>
        </pc:spChg>
        <pc:spChg chg="del">
          <ac:chgData name="松川 岳久" userId="d79c3d20-a060-4dfd-b135-b1c4226336af" providerId="ADAL" clId="{F9FFB3E8-DE2E-4685-B669-4E4FAF868C9E}" dt="2026-06-01T06:18:11.279" v="5262"/>
          <ac:spMkLst>
            <pc:docMk/>
            <pc:sldMk cId="0" sldId="361"/>
            <ac:spMk id="18" creationId="{00000000-0000-0000-0000-000000000000}"/>
          </ac:spMkLst>
        </pc:spChg>
        <pc:spChg chg="del">
          <ac:chgData name="松川 岳久" userId="d79c3d20-a060-4dfd-b135-b1c4226336af" providerId="ADAL" clId="{F9FFB3E8-DE2E-4685-B669-4E4FAF868C9E}" dt="2026-06-01T06:18:11.280" v="5263"/>
          <ac:spMkLst>
            <pc:docMk/>
            <pc:sldMk cId="0" sldId="361"/>
            <ac:spMk id="19" creationId="{00000000-0000-0000-0000-000000000000}"/>
          </ac:spMkLst>
        </pc:spChg>
        <pc:spChg chg="del">
          <ac:chgData name="松川 岳久" userId="d79c3d20-a060-4dfd-b135-b1c4226336af" providerId="ADAL" clId="{F9FFB3E8-DE2E-4685-B669-4E4FAF868C9E}" dt="2026-06-01T06:18:11.280" v="5264"/>
          <ac:spMkLst>
            <pc:docMk/>
            <pc:sldMk cId="0" sldId="361"/>
            <ac:spMk id="20" creationId="{00000000-0000-0000-0000-000000000000}"/>
          </ac:spMkLst>
        </pc:spChg>
        <pc:spChg chg="del">
          <ac:chgData name="松川 岳久" userId="d79c3d20-a060-4dfd-b135-b1c4226336af" providerId="ADAL" clId="{F9FFB3E8-DE2E-4685-B669-4E4FAF868C9E}" dt="2026-06-01T06:18:11.281" v="5265"/>
          <ac:spMkLst>
            <pc:docMk/>
            <pc:sldMk cId="0" sldId="361"/>
            <ac:spMk id="21" creationId="{00000000-0000-0000-0000-000000000000}"/>
          </ac:spMkLst>
        </pc:spChg>
        <pc:spChg chg="del">
          <ac:chgData name="松川 岳久" userId="d79c3d20-a060-4dfd-b135-b1c4226336af" providerId="ADAL" clId="{F9FFB3E8-DE2E-4685-B669-4E4FAF868C9E}" dt="2026-06-01T06:18:11.283" v="5266"/>
          <ac:spMkLst>
            <pc:docMk/>
            <pc:sldMk cId="0" sldId="361"/>
            <ac:spMk id="22" creationId="{00000000-0000-0000-0000-000000000000}"/>
          </ac:spMkLst>
        </pc:spChg>
        <pc:spChg chg="del">
          <ac:chgData name="松川 岳久" userId="d79c3d20-a060-4dfd-b135-b1c4226336af" providerId="ADAL" clId="{F9FFB3E8-DE2E-4685-B669-4E4FAF868C9E}" dt="2026-06-01T06:18:11.284" v="5267"/>
          <ac:spMkLst>
            <pc:docMk/>
            <pc:sldMk cId="0" sldId="361"/>
            <ac:spMk id="23" creationId="{00000000-0000-0000-0000-000000000000}"/>
          </ac:spMkLst>
        </pc:spChg>
        <pc:spChg chg="del">
          <ac:chgData name="松川 岳久" userId="d79c3d20-a060-4dfd-b135-b1c4226336af" providerId="ADAL" clId="{F9FFB3E8-DE2E-4685-B669-4E4FAF868C9E}" dt="2026-06-01T06:18:11.284" v="5268"/>
          <ac:spMkLst>
            <pc:docMk/>
            <pc:sldMk cId="0" sldId="361"/>
            <ac:spMk id="24" creationId="{00000000-0000-0000-0000-000000000000}"/>
          </ac:spMkLst>
        </pc:spChg>
        <pc:spChg chg="del">
          <ac:chgData name="松川 岳久" userId="d79c3d20-a060-4dfd-b135-b1c4226336af" providerId="ADAL" clId="{F9FFB3E8-DE2E-4685-B669-4E4FAF868C9E}" dt="2026-06-01T06:18:11.285" v="5269"/>
          <ac:spMkLst>
            <pc:docMk/>
            <pc:sldMk cId="0" sldId="361"/>
            <ac:spMk id="25" creationId="{00000000-0000-0000-0000-000000000000}"/>
          </ac:spMkLst>
        </pc:spChg>
        <pc:spChg chg="del">
          <ac:chgData name="松川 岳久" userId="d79c3d20-a060-4dfd-b135-b1c4226336af" providerId="ADAL" clId="{F9FFB3E8-DE2E-4685-B669-4E4FAF868C9E}" dt="2026-06-01T06:18:11.285" v="5270"/>
          <ac:spMkLst>
            <pc:docMk/>
            <pc:sldMk cId="0" sldId="361"/>
            <ac:spMk id="26" creationId="{00000000-0000-0000-0000-000000000000}"/>
          </ac:spMkLst>
        </pc:spChg>
        <pc:spChg chg="del">
          <ac:chgData name="松川 岳久" userId="d79c3d20-a060-4dfd-b135-b1c4226336af" providerId="ADAL" clId="{F9FFB3E8-DE2E-4685-B669-4E4FAF868C9E}" dt="2026-06-01T06:18:11.286" v="5271"/>
          <ac:spMkLst>
            <pc:docMk/>
            <pc:sldMk cId="0" sldId="361"/>
            <ac:spMk id="27" creationId="{00000000-0000-0000-0000-000000000000}"/>
          </ac:spMkLst>
        </pc:spChg>
        <pc:spChg chg="add mod">
          <ac:chgData name="松川 岳久" userId="d79c3d20-a060-4dfd-b135-b1c4226336af" providerId="ADAL" clId="{F9FFB3E8-DE2E-4685-B669-4E4FAF868C9E}" dt="2026-06-01T06:18:41.008" v="5282"/>
          <ac:spMkLst>
            <pc:docMk/>
            <pc:sldMk cId="0" sldId="361"/>
            <ac:spMk id="28" creationId="{83EF0498-5BBB-48F0-B9B1-F53D7201F4E4}"/>
          </ac:spMkLst>
        </pc:spChg>
        <pc:spChg chg="add mod">
          <ac:chgData name="松川 岳久" userId="d79c3d20-a060-4dfd-b135-b1c4226336af" providerId="ADAL" clId="{F9FFB3E8-DE2E-4685-B669-4E4FAF868C9E}" dt="2026-06-01T06:18:41.021" v="5294"/>
          <ac:spMkLst>
            <pc:docMk/>
            <pc:sldMk cId="0" sldId="361"/>
            <ac:spMk id="29" creationId="{7AD2C975-A587-41C2-B258-1F90E1C65762}"/>
          </ac:spMkLst>
        </pc:spChg>
        <pc:spChg chg="add mod">
          <ac:chgData name="松川 岳久" userId="d79c3d20-a060-4dfd-b135-b1c4226336af" providerId="ADAL" clId="{F9FFB3E8-DE2E-4685-B669-4E4FAF868C9E}" dt="2026-06-01T06:18:41.025" v="5306"/>
          <ac:spMkLst>
            <pc:docMk/>
            <pc:sldMk cId="0" sldId="361"/>
            <ac:spMk id="30" creationId="{9281BF1E-F6E5-42E6-86DE-763592C961E4}"/>
          </ac:spMkLst>
        </pc:spChg>
        <pc:spChg chg="add mod">
          <ac:chgData name="松川 岳久" userId="d79c3d20-a060-4dfd-b135-b1c4226336af" providerId="ADAL" clId="{F9FFB3E8-DE2E-4685-B669-4E4FAF868C9E}" dt="2026-06-01T06:18:41.029" v="5318"/>
          <ac:spMkLst>
            <pc:docMk/>
            <pc:sldMk cId="0" sldId="361"/>
            <ac:spMk id="31" creationId="{9BE3178F-567E-4D45-A71B-F897C213E0FE}"/>
          </ac:spMkLst>
        </pc:spChg>
        <pc:spChg chg="add mod">
          <ac:chgData name="松川 岳久" userId="d79c3d20-a060-4dfd-b135-b1c4226336af" providerId="ADAL" clId="{F9FFB3E8-DE2E-4685-B669-4E4FAF868C9E}" dt="2026-06-01T06:21:00.093" v="5337"/>
          <ac:spMkLst>
            <pc:docMk/>
            <pc:sldMk cId="0" sldId="361"/>
            <ac:spMk id="37" creationId="{99E71424-CE78-4973-86DD-35C30362BEFE}"/>
          </ac:spMkLst>
        </pc:spChg>
        <pc:spChg chg="add mod">
          <ac:chgData name="松川 岳久" userId="d79c3d20-a060-4dfd-b135-b1c4226336af" providerId="ADAL" clId="{F9FFB3E8-DE2E-4685-B669-4E4FAF868C9E}" dt="2026-06-01T06:21:00.096" v="5340"/>
          <ac:spMkLst>
            <pc:docMk/>
            <pc:sldMk cId="0" sldId="361"/>
            <ac:spMk id="38" creationId="{4090119D-F6C3-4403-8F7D-7A8211A4F517}"/>
          </ac:spMkLst>
        </pc:spChg>
        <pc:spChg chg="add mod">
          <ac:chgData name="松川 岳久" userId="d79c3d20-a060-4dfd-b135-b1c4226336af" providerId="ADAL" clId="{F9FFB3E8-DE2E-4685-B669-4E4FAF868C9E}" dt="2026-06-01T06:21:00.108" v="5350"/>
          <ac:spMkLst>
            <pc:docMk/>
            <pc:sldMk cId="0" sldId="361"/>
            <ac:spMk id="39" creationId="{A0A3A655-11FB-46FC-AA48-FCF2DA539B52}"/>
          </ac:spMkLst>
        </pc:spChg>
        <pc:spChg chg="add mod">
          <ac:chgData name="松川 岳久" userId="d79c3d20-a060-4dfd-b135-b1c4226336af" providerId="ADAL" clId="{F9FFB3E8-DE2E-4685-B669-4E4FAF868C9E}" dt="2026-06-01T06:21:00.116" v="5360"/>
          <ac:spMkLst>
            <pc:docMk/>
            <pc:sldMk cId="0" sldId="361"/>
            <ac:spMk id="40" creationId="{689A6C52-DF27-4F91-87CA-46A6D455A2D9}"/>
          </ac:spMkLst>
        </pc:spChg>
        <pc:spChg chg="add mod">
          <ac:chgData name="松川 岳久" userId="d79c3d20-a060-4dfd-b135-b1c4226336af" providerId="ADAL" clId="{F9FFB3E8-DE2E-4685-B669-4E4FAF868C9E}" dt="2026-06-01T06:21:00.117" v="5364"/>
          <ac:spMkLst>
            <pc:docMk/>
            <pc:sldMk cId="0" sldId="361"/>
            <ac:spMk id="41" creationId="{86AE7AC9-CFFA-47AC-8015-8EB89A92CCAC}"/>
          </ac:spMkLst>
        </pc:spChg>
        <pc:spChg chg="add mod">
          <ac:chgData name="松川 岳久" userId="d79c3d20-a060-4dfd-b135-b1c4226336af" providerId="ADAL" clId="{F9FFB3E8-DE2E-4685-B669-4E4FAF868C9E}" dt="2026-06-01T06:21:00.118" v="5367"/>
          <ac:spMkLst>
            <pc:docMk/>
            <pc:sldMk cId="0" sldId="361"/>
            <ac:spMk id="42" creationId="{E8A6AED5-97D4-40D8-8B78-0159ABCEE205}"/>
          </ac:spMkLst>
        </pc:spChg>
        <pc:spChg chg="add mod">
          <ac:chgData name="松川 岳久" userId="d79c3d20-a060-4dfd-b135-b1c4226336af" providerId="ADAL" clId="{F9FFB3E8-DE2E-4685-B669-4E4FAF868C9E}" dt="2026-06-01T06:21:00.122" v="5377"/>
          <ac:spMkLst>
            <pc:docMk/>
            <pc:sldMk cId="0" sldId="361"/>
            <ac:spMk id="43" creationId="{DCC25EE6-DA60-4A43-92EC-EA0BC9B4E431}"/>
          </ac:spMkLst>
        </pc:spChg>
        <pc:spChg chg="add mod">
          <ac:chgData name="松川 岳久" userId="d79c3d20-a060-4dfd-b135-b1c4226336af" providerId="ADAL" clId="{F9FFB3E8-DE2E-4685-B669-4E4FAF868C9E}" dt="2026-06-01T06:21:00.127" v="5387"/>
          <ac:spMkLst>
            <pc:docMk/>
            <pc:sldMk cId="0" sldId="361"/>
            <ac:spMk id="44" creationId="{E50BC800-3D9F-4419-9164-A67EB8295A4C}"/>
          </ac:spMkLst>
        </pc:spChg>
        <pc:spChg chg="add mod">
          <ac:chgData name="松川 岳久" userId="d79c3d20-a060-4dfd-b135-b1c4226336af" providerId="ADAL" clId="{F9FFB3E8-DE2E-4685-B669-4E4FAF868C9E}" dt="2026-06-01T06:21:00.129" v="5391"/>
          <ac:spMkLst>
            <pc:docMk/>
            <pc:sldMk cId="0" sldId="361"/>
            <ac:spMk id="45" creationId="{C65855B8-6F7B-4B79-A88C-3AFEFB9F19ED}"/>
          </ac:spMkLst>
        </pc:spChg>
        <pc:spChg chg="add mod">
          <ac:chgData name="松川 岳久" userId="d79c3d20-a060-4dfd-b135-b1c4226336af" providerId="ADAL" clId="{F9FFB3E8-DE2E-4685-B669-4E4FAF868C9E}" dt="2026-06-01T06:21:00.130" v="5394"/>
          <ac:spMkLst>
            <pc:docMk/>
            <pc:sldMk cId="0" sldId="361"/>
            <ac:spMk id="46" creationId="{64C15EF4-F88C-4D15-8E77-9E57F729287E}"/>
          </ac:spMkLst>
        </pc:spChg>
        <pc:spChg chg="add mod">
          <ac:chgData name="松川 岳久" userId="d79c3d20-a060-4dfd-b135-b1c4226336af" providerId="ADAL" clId="{F9FFB3E8-DE2E-4685-B669-4E4FAF868C9E}" dt="2026-06-01T06:21:00.135" v="5404"/>
          <ac:spMkLst>
            <pc:docMk/>
            <pc:sldMk cId="0" sldId="361"/>
            <ac:spMk id="47" creationId="{C04152FC-1E36-49DF-BEB0-B97E342D650D}"/>
          </ac:spMkLst>
        </pc:spChg>
        <pc:spChg chg="add mod">
          <ac:chgData name="松川 岳久" userId="d79c3d20-a060-4dfd-b135-b1c4226336af" providerId="ADAL" clId="{F9FFB3E8-DE2E-4685-B669-4E4FAF868C9E}" dt="2026-06-01T06:21:00.140" v="5414"/>
          <ac:spMkLst>
            <pc:docMk/>
            <pc:sldMk cId="0" sldId="361"/>
            <ac:spMk id="48" creationId="{4994DE2E-2A92-41C9-AFE3-5DEA9614F1CA}"/>
          </ac:spMkLst>
        </pc:spChg>
        <pc:spChg chg="add mod">
          <ac:chgData name="松川 岳久" userId="d79c3d20-a060-4dfd-b135-b1c4226336af" providerId="ADAL" clId="{F9FFB3E8-DE2E-4685-B669-4E4FAF868C9E}" dt="2026-06-01T06:21:00.141" v="5418"/>
          <ac:spMkLst>
            <pc:docMk/>
            <pc:sldMk cId="0" sldId="361"/>
            <ac:spMk id="49" creationId="{7763DCE2-D3B3-40FC-BC01-786CEDD8222E}"/>
          </ac:spMkLst>
        </pc:spChg>
        <pc:spChg chg="add mod">
          <ac:chgData name="松川 岳久" userId="d79c3d20-a060-4dfd-b135-b1c4226336af" providerId="ADAL" clId="{F9FFB3E8-DE2E-4685-B669-4E4FAF868C9E}" dt="2026-06-01T06:21:00.142" v="5421"/>
          <ac:spMkLst>
            <pc:docMk/>
            <pc:sldMk cId="0" sldId="361"/>
            <ac:spMk id="50" creationId="{17F12786-0B5B-44AF-976B-01FE615AB557}"/>
          </ac:spMkLst>
        </pc:spChg>
        <pc:spChg chg="add mod">
          <ac:chgData name="松川 岳久" userId="d79c3d20-a060-4dfd-b135-b1c4226336af" providerId="ADAL" clId="{F9FFB3E8-DE2E-4685-B669-4E4FAF868C9E}" dt="2026-06-01T06:21:00.146" v="5431"/>
          <ac:spMkLst>
            <pc:docMk/>
            <pc:sldMk cId="0" sldId="361"/>
            <ac:spMk id="51" creationId="{138EDECF-1656-4CA4-907B-039D9BF296BD}"/>
          </ac:spMkLst>
        </pc:spChg>
        <pc:spChg chg="add mod">
          <ac:chgData name="松川 岳久" userId="d79c3d20-a060-4dfd-b135-b1c4226336af" providerId="ADAL" clId="{F9FFB3E8-DE2E-4685-B669-4E4FAF868C9E}" dt="2026-06-01T06:21:00.151" v="5441"/>
          <ac:spMkLst>
            <pc:docMk/>
            <pc:sldMk cId="0" sldId="361"/>
            <ac:spMk id="52" creationId="{654AE3AA-A573-4F00-BF7F-3890AE3E7DC8}"/>
          </ac:spMkLst>
        </pc:spChg>
        <pc:spChg chg="add mod">
          <ac:chgData name="松川 岳久" userId="d79c3d20-a060-4dfd-b135-b1c4226336af" providerId="ADAL" clId="{F9FFB3E8-DE2E-4685-B669-4E4FAF868C9E}" dt="2026-06-01T06:21:00.152" v="5445"/>
          <ac:spMkLst>
            <pc:docMk/>
            <pc:sldMk cId="0" sldId="361"/>
            <ac:spMk id="53" creationId="{46C9997F-9AC9-4D0F-BFD9-0DF867CFA7A3}"/>
          </ac:spMkLst>
        </pc:spChg>
        <pc:spChg chg="add mod">
          <ac:chgData name="松川 岳久" userId="d79c3d20-a060-4dfd-b135-b1c4226336af" providerId="ADAL" clId="{F9FFB3E8-DE2E-4685-B669-4E4FAF868C9E}" dt="2026-06-01T06:21:00.153" v="5448"/>
          <ac:spMkLst>
            <pc:docMk/>
            <pc:sldMk cId="0" sldId="361"/>
            <ac:spMk id="54" creationId="{78528FCC-D0ED-4FFD-A827-784EE2E69E9D}"/>
          </ac:spMkLst>
        </pc:spChg>
        <pc:spChg chg="add mod">
          <ac:chgData name="松川 岳久" userId="d79c3d20-a060-4dfd-b135-b1c4226336af" providerId="ADAL" clId="{F9FFB3E8-DE2E-4685-B669-4E4FAF868C9E}" dt="2026-06-01T06:21:00.157" v="5458"/>
          <ac:spMkLst>
            <pc:docMk/>
            <pc:sldMk cId="0" sldId="361"/>
            <ac:spMk id="55" creationId="{9360558D-EAFA-47D3-9549-55C373EAD804}"/>
          </ac:spMkLst>
        </pc:spChg>
        <pc:spChg chg="add mod">
          <ac:chgData name="松川 岳久" userId="d79c3d20-a060-4dfd-b135-b1c4226336af" providerId="ADAL" clId="{F9FFB3E8-DE2E-4685-B669-4E4FAF868C9E}" dt="2026-06-01T06:21:00.161" v="5468"/>
          <ac:spMkLst>
            <pc:docMk/>
            <pc:sldMk cId="0" sldId="361"/>
            <ac:spMk id="56" creationId="{E60DF807-7D65-4567-9311-BC3AAEE33660}"/>
          </ac:spMkLst>
        </pc:spChg>
        <pc:spChg chg="add mod">
          <ac:chgData name="松川 岳久" userId="d79c3d20-a060-4dfd-b135-b1c4226336af" providerId="ADAL" clId="{F9FFB3E8-DE2E-4685-B669-4E4FAF868C9E}" dt="2026-06-01T06:21:00.162" v="5472"/>
          <ac:spMkLst>
            <pc:docMk/>
            <pc:sldMk cId="0" sldId="361"/>
            <ac:spMk id="57" creationId="{51BB83D8-A9AC-4933-9623-46E6C659296A}"/>
          </ac:spMkLst>
        </pc:spChg>
        <pc:spChg chg="add mod">
          <ac:chgData name="松川 岳久" userId="d79c3d20-a060-4dfd-b135-b1c4226336af" providerId="ADAL" clId="{F9FFB3E8-DE2E-4685-B669-4E4FAF868C9E}" dt="2026-06-01T06:21:00.163" v="5475"/>
          <ac:spMkLst>
            <pc:docMk/>
            <pc:sldMk cId="0" sldId="361"/>
            <ac:spMk id="58" creationId="{1588EDF5-ECF1-4287-9CEC-207982C287D0}"/>
          </ac:spMkLst>
        </pc:spChg>
        <pc:spChg chg="add mod">
          <ac:chgData name="松川 岳久" userId="d79c3d20-a060-4dfd-b135-b1c4226336af" providerId="ADAL" clId="{F9FFB3E8-DE2E-4685-B669-4E4FAF868C9E}" dt="2026-06-01T06:21:00.168" v="5485"/>
          <ac:spMkLst>
            <pc:docMk/>
            <pc:sldMk cId="0" sldId="361"/>
            <ac:spMk id="59" creationId="{1D34369C-1986-4C27-9E4C-8AAD241FFCE2}"/>
          </ac:spMkLst>
        </pc:spChg>
        <pc:spChg chg="add mod">
          <ac:chgData name="松川 岳久" userId="d79c3d20-a060-4dfd-b135-b1c4226336af" providerId="ADAL" clId="{F9FFB3E8-DE2E-4685-B669-4E4FAF868C9E}" dt="2026-06-01T06:21:00.172" v="5495"/>
          <ac:spMkLst>
            <pc:docMk/>
            <pc:sldMk cId="0" sldId="361"/>
            <ac:spMk id="60" creationId="{79A1CB65-4DB7-403E-8793-C00391A964FD}"/>
          </ac:spMkLst>
        </pc:spChg>
        <pc:cxnChg chg="add del mod">
          <ac:chgData name="松川 岳久" userId="d79c3d20-a060-4dfd-b135-b1c4226336af" providerId="ADAL" clId="{F9FFB3E8-DE2E-4685-B669-4E4FAF868C9E}" dt="2026-06-01T06:22:10.139" v="5496"/>
          <ac:cxnSpMkLst>
            <pc:docMk/>
            <pc:sldMk cId="0" sldId="361"/>
            <ac:cxnSpMk id="32" creationId="{F0867F2B-1EA0-4612-AE3E-BA82CF0C3E0C}"/>
          </ac:cxnSpMkLst>
        </pc:cxnChg>
        <pc:cxnChg chg="add del mod">
          <ac:chgData name="松川 岳久" userId="d79c3d20-a060-4dfd-b135-b1c4226336af" providerId="ADAL" clId="{F9FFB3E8-DE2E-4685-B669-4E4FAF868C9E}" dt="2026-06-01T06:22:10.139" v="5497"/>
          <ac:cxnSpMkLst>
            <pc:docMk/>
            <pc:sldMk cId="0" sldId="361"/>
            <ac:cxnSpMk id="33" creationId="{8A34F372-1888-4D43-9805-663A165E83B4}"/>
          </ac:cxnSpMkLst>
        </pc:cxnChg>
        <pc:cxnChg chg="add del mod">
          <ac:chgData name="松川 岳久" userId="d79c3d20-a060-4dfd-b135-b1c4226336af" providerId="ADAL" clId="{F9FFB3E8-DE2E-4685-B669-4E4FAF868C9E}" dt="2026-06-01T06:22:10.141" v="5498"/>
          <ac:cxnSpMkLst>
            <pc:docMk/>
            <pc:sldMk cId="0" sldId="361"/>
            <ac:cxnSpMk id="34" creationId="{B61A9CC0-7619-4BF1-B9D0-2E932243FFB7}"/>
          </ac:cxnSpMkLst>
        </pc:cxnChg>
        <pc:cxnChg chg="add del mod">
          <ac:chgData name="松川 岳久" userId="d79c3d20-a060-4dfd-b135-b1c4226336af" providerId="ADAL" clId="{F9FFB3E8-DE2E-4685-B669-4E4FAF868C9E}" dt="2026-06-01T06:22:10.141" v="5499"/>
          <ac:cxnSpMkLst>
            <pc:docMk/>
            <pc:sldMk cId="0" sldId="361"/>
            <ac:cxnSpMk id="35" creationId="{8DCCF02C-1F74-4F54-AD83-587CB98F985C}"/>
          </ac:cxnSpMkLst>
        </pc:cxnChg>
        <pc:cxnChg chg="add del mod">
          <ac:chgData name="松川 岳久" userId="d79c3d20-a060-4dfd-b135-b1c4226336af" providerId="ADAL" clId="{F9FFB3E8-DE2E-4685-B669-4E4FAF868C9E}" dt="2026-06-01T06:22:10.141" v="5500"/>
          <ac:cxnSpMkLst>
            <pc:docMk/>
            <pc:sldMk cId="0" sldId="361"/>
            <ac:cxnSpMk id="36" creationId="{5866ACAF-B3BF-48A8-A1FB-1BAA2040CF7A}"/>
          </ac:cxnSpMkLst>
        </pc:cxnChg>
        <pc:cxnChg chg="add del mod">
          <ac:chgData name="松川 岳久" userId="d79c3d20-a060-4dfd-b135-b1c4226336af" providerId="ADAL" clId="{F9FFB3E8-DE2E-4685-B669-4E4FAF868C9E}" dt="2026-06-01T06:25:38.438" v="5516"/>
          <ac:cxnSpMkLst>
            <pc:docMk/>
            <pc:sldMk cId="0" sldId="361"/>
            <ac:cxnSpMk id="61" creationId="{F72C3289-2788-4298-AF8B-4A6429849C11}"/>
          </ac:cxnSpMkLst>
        </pc:cxnChg>
        <pc:cxnChg chg="add del mod">
          <ac:chgData name="松川 岳久" userId="d79c3d20-a060-4dfd-b135-b1c4226336af" providerId="ADAL" clId="{F9FFB3E8-DE2E-4685-B669-4E4FAF868C9E}" dt="2026-06-01T06:25:38.438" v="5517"/>
          <ac:cxnSpMkLst>
            <pc:docMk/>
            <pc:sldMk cId="0" sldId="361"/>
            <ac:cxnSpMk id="62" creationId="{9FC2A2C2-5FF3-4B01-8CDB-877F4BB4F9C8}"/>
          </ac:cxnSpMkLst>
        </pc:cxnChg>
        <pc:cxnChg chg="add del mod">
          <ac:chgData name="松川 岳久" userId="d79c3d20-a060-4dfd-b135-b1c4226336af" providerId="ADAL" clId="{F9FFB3E8-DE2E-4685-B669-4E4FAF868C9E}" dt="2026-06-01T06:25:38.439" v="5518"/>
          <ac:cxnSpMkLst>
            <pc:docMk/>
            <pc:sldMk cId="0" sldId="361"/>
            <ac:cxnSpMk id="63" creationId="{A16CC5A5-75DE-496C-900E-F2E0DE14413A}"/>
          </ac:cxnSpMkLst>
        </pc:cxnChg>
        <pc:cxnChg chg="add del mod">
          <ac:chgData name="松川 岳久" userId="d79c3d20-a060-4dfd-b135-b1c4226336af" providerId="ADAL" clId="{F9FFB3E8-DE2E-4685-B669-4E4FAF868C9E}" dt="2026-06-01T06:25:38.439" v="5519"/>
          <ac:cxnSpMkLst>
            <pc:docMk/>
            <pc:sldMk cId="0" sldId="361"/>
            <ac:cxnSpMk id="64" creationId="{2E3E3297-E9CA-4F66-A772-5E734EED642E}"/>
          </ac:cxnSpMkLst>
        </pc:cxnChg>
        <pc:cxnChg chg="add del mod">
          <ac:chgData name="松川 岳久" userId="d79c3d20-a060-4dfd-b135-b1c4226336af" providerId="ADAL" clId="{F9FFB3E8-DE2E-4685-B669-4E4FAF868C9E}" dt="2026-06-01T06:25:38.439" v="5520"/>
          <ac:cxnSpMkLst>
            <pc:docMk/>
            <pc:sldMk cId="0" sldId="361"/>
            <ac:cxnSpMk id="65" creationId="{B2E0EE37-6E3C-453B-B8C9-B0217841DC9D}"/>
          </ac:cxnSpMkLst>
        </pc:cxnChg>
        <pc:cxnChg chg="add mod">
          <ac:chgData name="松川 岳久" userId="d79c3d20-a060-4dfd-b135-b1c4226336af" providerId="ADAL" clId="{F9FFB3E8-DE2E-4685-B669-4E4FAF868C9E}" dt="2026-06-01T06:25:38.469" v="5537"/>
          <ac:cxnSpMkLst>
            <pc:docMk/>
            <pc:sldMk cId="0" sldId="361"/>
            <ac:cxnSpMk id="66" creationId="{1A598B40-FCD0-4D4F-BA0A-58DAB1F8ADE1}"/>
          </ac:cxnSpMkLst>
        </pc:cxnChg>
        <pc:cxnChg chg="add mod">
          <ac:chgData name="松川 岳久" userId="d79c3d20-a060-4dfd-b135-b1c4226336af" providerId="ADAL" clId="{F9FFB3E8-DE2E-4685-B669-4E4FAF868C9E}" dt="2026-06-01T06:25:38.469" v="5539"/>
          <ac:cxnSpMkLst>
            <pc:docMk/>
            <pc:sldMk cId="0" sldId="361"/>
            <ac:cxnSpMk id="67" creationId="{48820F64-51B7-4332-B79F-3D530582F714}"/>
          </ac:cxnSpMkLst>
        </pc:cxnChg>
        <pc:cxnChg chg="add mod">
          <ac:chgData name="松川 岳久" userId="d79c3d20-a060-4dfd-b135-b1c4226336af" providerId="ADAL" clId="{F9FFB3E8-DE2E-4685-B669-4E4FAF868C9E}" dt="2026-06-01T06:25:38.469" v="5541"/>
          <ac:cxnSpMkLst>
            <pc:docMk/>
            <pc:sldMk cId="0" sldId="361"/>
            <ac:cxnSpMk id="68" creationId="{FCF4CC32-7181-473D-A4A2-BBF55E07F392}"/>
          </ac:cxnSpMkLst>
        </pc:cxnChg>
        <pc:cxnChg chg="add mod">
          <ac:chgData name="松川 岳久" userId="d79c3d20-a060-4dfd-b135-b1c4226336af" providerId="ADAL" clId="{F9FFB3E8-DE2E-4685-B669-4E4FAF868C9E}" dt="2026-06-01T06:25:38.470" v="5543"/>
          <ac:cxnSpMkLst>
            <pc:docMk/>
            <pc:sldMk cId="0" sldId="361"/>
            <ac:cxnSpMk id="69" creationId="{04DCCE35-1927-4025-B289-6DC8F91F18CE}"/>
          </ac:cxnSpMkLst>
        </pc:cxnChg>
        <pc:cxnChg chg="add mod">
          <ac:chgData name="松川 岳久" userId="d79c3d20-a060-4dfd-b135-b1c4226336af" providerId="ADAL" clId="{F9FFB3E8-DE2E-4685-B669-4E4FAF868C9E}" dt="2026-06-01T06:25:38.470" v="5545"/>
          <ac:cxnSpMkLst>
            <pc:docMk/>
            <pc:sldMk cId="0" sldId="361"/>
            <ac:cxnSpMk id="70" creationId="{1A630A49-8B91-46D5-BFB8-59FCFA369A95}"/>
          </ac:cxnSpMkLst>
        </pc:cxnChg>
      </pc:sldChg>
      <pc:sldChg chg="modSp mod">
        <pc:chgData name="松川 岳久" userId="d79c3d20-a060-4dfd-b135-b1c4226336af" providerId="ADAL" clId="{F9FFB3E8-DE2E-4685-B669-4E4FAF868C9E}" dt="2026-06-01T04:01:43.588" v="5123" actId="403"/>
        <pc:sldMkLst>
          <pc:docMk/>
          <pc:sldMk cId="0" sldId="362"/>
        </pc:sldMkLst>
        <pc:spChg chg="mod">
          <ac:chgData name="松川 岳久" userId="d79c3d20-a060-4dfd-b135-b1c4226336af" providerId="ADAL" clId="{F9FFB3E8-DE2E-4685-B669-4E4FAF868C9E}" dt="2026-06-01T04:01:43.588" v="5123" actId="403"/>
          <ac:spMkLst>
            <pc:docMk/>
            <pc:sldMk cId="0" sldId="362"/>
            <ac:spMk id="4" creationId="{00000000-0000-0000-0000-000000000000}"/>
          </ac:spMkLst>
        </pc:spChg>
        <pc:spChg chg="mod">
          <ac:chgData name="松川 岳久" userId="d79c3d20-a060-4dfd-b135-b1c4226336af" providerId="ADAL" clId="{F9FFB3E8-DE2E-4685-B669-4E4FAF868C9E}" dt="2026-06-01T04:01:43.588" v="5123" actId="403"/>
          <ac:spMkLst>
            <pc:docMk/>
            <pc:sldMk cId="0" sldId="362"/>
            <ac:spMk id="5" creationId="{00000000-0000-0000-0000-000000000000}"/>
          </ac:spMkLst>
        </pc:spChg>
        <pc:spChg chg="mod">
          <ac:chgData name="松川 岳久" userId="d79c3d20-a060-4dfd-b135-b1c4226336af" providerId="ADAL" clId="{F9FFB3E8-DE2E-4685-B669-4E4FAF868C9E}" dt="2026-06-01T04:01:43.588" v="5123" actId="403"/>
          <ac:spMkLst>
            <pc:docMk/>
            <pc:sldMk cId="0" sldId="362"/>
            <ac:spMk id="6" creationId="{00000000-0000-0000-0000-000000000000}"/>
          </ac:spMkLst>
        </pc:spChg>
        <pc:spChg chg="mod">
          <ac:chgData name="松川 岳久" userId="d79c3d20-a060-4dfd-b135-b1c4226336af" providerId="ADAL" clId="{F9FFB3E8-DE2E-4685-B669-4E4FAF868C9E}" dt="2026-06-01T04:01:43.588" v="5123" actId="403"/>
          <ac:spMkLst>
            <pc:docMk/>
            <pc:sldMk cId="0" sldId="362"/>
            <ac:spMk id="7" creationId="{00000000-0000-0000-0000-000000000000}"/>
          </ac:spMkLst>
        </pc:spChg>
        <pc:spChg chg="mod">
          <ac:chgData name="松川 岳久" userId="d79c3d20-a060-4dfd-b135-b1c4226336af" providerId="ADAL" clId="{F9FFB3E8-DE2E-4685-B669-4E4FAF868C9E}" dt="2026-06-01T04:01:43.588" v="5123" actId="403"/>
          <ac:spMkLst>
            <pc:docMk/>
            <pc:sldMk cId="0" sldId="362"/>
            <ac:spMk id="9" creationId="{00000000-0000-0000-0000-000000000000}"/>
          </ac:spMkLst>
        </pc:spChg>
        <pc:spChg chg="mod">
          <ac:chgData name="松川 岳久" userId="d79c3d20-a060-4dfd-b135-b1c4226336af" providerId="ADAL" clId="{F9FFB3E8-DE2E-4685-B669-4E4FAF868C9E}" dt="2026-06-01T04:01:43.588" v="5123" actId="403"/>
          <ac:spMkLst>
            <pc:docMk/>
            <pc:sldMk cId="0" sldId="362"/>
            <ac:spMk id="11" creationId="{00000000-0000-0000-0000-000000000000}"/>
          </ac:spMkLst>
        </pc:spChg>
        <pc:spChg chg="mod">
          <ac:chgData name="松川 岳久" userId="d79c3d20-a060-4dfd-b135-b1c4226336af" providerId="ADAL" clId="{F9FFB3E8-DE2E-4685-B669-4E4FAF868C9E}" dt="2026-06-01T04:01:43.588" v="5123" actId="403"/>
          <ac:spMkLst>
            <pc:docMk/>
            <pc:sldMk cId="0" sldId="362"/>
            <ac:spMk id="12" creationId="{00000000-0000-0000-0000-000000000000}"/>
          </ac:spMkLst>
        </pc:spChg>
        <pc:spChg chg="mod">
          <ac:chgData name="松川 岳久" userId="d79c3d20-a060-4dfd-b135-b1c4226336af" providerId="ADAL" clId="{F9FFB3E8-DE2E-4685-B669-4E4FAF868C9E}" dt="2026-06-01T04:01:43.588" v="5123" actId="403"/>
          <ac:spMkLst>
            <pc:docMk/>
            <pc:sldMk cId="0" sldId="362"/>
            <ac:spMk id="13" creationId="{00000000-0000-0000-0000-000000000000}"/>
          </ac:spMkLst>
        </pc:spChg>
        <pc:spChg chg="mod">
          <ac:chgData name="松川 岳久" userId="d79c3d20-a060-4dfd-b135-b1c4226336af" providerId="ADAL" clId="{F9FFB3E8-DE2E-4685-B669-4E4FAF868C9E}" dt="2026-06-01T04:01:43.588" v="5123" actId="403"/>
          <ac:spMkLst>
            <pc:docMk/>
            <pc:sldMk cId="0" sldId="362"/>
            <ac:spMk id="14" creationId="{00000000-0000-0000-0000-000000000000}"/>
          </ac:spMkLst>
        </pc:spChg>
        <pc:spChg chg="mod">
          <ac:chgData name="松川 岳久" userId="d79c3d20-a060-4dfd-b135-b1c4226336af" providerId="ADAL" clId="{F9FFB3E8-DE2E-4685-B669-4E4FAF868C9E}" dt="2026-06-01T04:01:43.588" v="5123" actId="403"/>
          <ac:spMkLst>
            <pc:docMk/>
            <pc:sldMk cId="0" sldId="362"/>
            <ac:spMk id="15" creationId="{00000000-0000-0000-0000-000000000000}"/>
          </ac:spMkLst>
        </pc:spChg>
      </pc:sldChg>
      <pc:sldChg chg="modSp mod">
        <pc:chgData name="松川 岳久" userId="d79c3d20-a060-4dfd-b135-b1c4226336af" providerId="ADAL" clId="{F9FFB3E8-DE2E-4685-B669-4E4FAF868C9E}" dt="2026-06-01T04:01:51.896" v="5127" actId="403"/>
        <pc:sldMkLst>
          <pc:docMk/>
          <pc:sldMk cId="0" sldId="363"/>
        </pc:sldMkLst>
        <pc:spChg chg="mod">
          <ac:chgData name="松川 岳久" userId="d79c3d20-a060-4dfd-b135-b1c4226336af" providerId="ADAL" clId="{F9FFB3E8-DE2E-4685-B669-4E4FAF868C9E}" dt="2026-06-01T04:01:51.896" v="5127" actId="403"/>
          <ac:spMkLst>
            <pc:docMk/>
            <pc:sldMk cId="0" sldId="363"/>
            <ac:spMk id="6" creationId="{00000000-0000-0000-0000-000000000000}"/>
          </ac:spMkLst>
        </pc:spChg>
        <pc:spChg chg="mod">
          <ac:chgData name="松川 岳久" userId="d79c3d20-a060-4dfd-b135-b1c4226336af" providerId="ADAL" clId="{F9FFB3E8-DE2E-4685-B669-4E4FAF868C9E}" dt="2026-06-01T04:01:51.896" v="5127" actId="403"/>
          <ac:spMkLst>
            <pc:docMk/>
            <pc:sldMk cId="0" sldId="363"/>
            <ac:spMk id="7" creationId="{00000000-0000-0000-0000-000000000000}"/>
          </ac:spMkLst>
        </pc:spChg>
        <pc:spChg chg="mod">
          <ac:chgData name="松川 岳久" userId="d79c3d20-a060-4dfd-b135-b1c4226336af" providerId="ADAL" clId="{F9FFB3E8-DE2E-4685-B669-4E4FAF868C9E}" dt="2026-06-01T04:01:51.896" v="5127" actId="403"/>
          <ac:spMkLst>
            <pc:docMk/>
            <pc:sldMk cId="0" sldId="363"/>
            <ac:spMk id="8" creationId="{00000000-0000-0000-0000-000000000000}"/>
          </ac:spMkLst>
        </pc:spChg>
        <pc:spChg chg="mod">
          <ac:chgData name="松川 岳久" userId="d79c3d20-a060-4dfd-b135-b1c4226336af" providerId="ADAL" clId="{F9FFB3E8-DE2E-4685-B669-4E4FAF868C9E}" dt="2026-06-01T04:01:51.896" v="5127" actId="403"/>
          <ac:spMkLst>
            <pc:docMk/>
            <pc:sldMk cId="0" sldId="363"/>
            <ac:spMk id="9" creationId="{00000000-0000-0000-0000-000000000000}"/>
          </ac:spMkLst>
        </pc:spChg>
        <pc:spChg chg="mod">
          <ac:chgData name="松川 岳久" userId="d79c3d20-a060-4dfd-b135-b1c4226336af" providerId="ADAL" clId="{F9FFB3E8-DE2E-4685-B669-4E4FAF868C9E}" dt="2026-06-01T04:01:51.896" v="5127" actId="403"/>
          <ac:spMkLst>
            <pc:docMk/>
            <pc:sldMk cId="0" sldId="363"/>
            <ac:spMk id="10" creationId="{00000000-0000-0000-0000-000000000000}"/>
          </ac:spMkLst>
        </pc:spChg>
        <pc:spChg chg="mod">
          <ac:chgData name="松川 岳久" userId="d79c3d20-a060-4dfd-b135-b1c4226336af" providerId="ADAL" clId="{F9FFB3E8-DE2E-4685-B669-4E4FAF868C9E}" dt="2026-06-01T04:01:51.896" v="5127" actId="403"/>
          <ac:spMkLst>
            <pc:docMk/>
            <pc:sldMk cId="0" sldId="363"/>
            <ac:spMk id="11" creationId="{00000000-0000-0000-0000-000000000000}"/>
          </ac:spMkLst>
        </pc:spChg>
        <pc:spChg chg="mod">
          <ac:chgData name="松川 岳久" userId="d79c3d20-a060-4dfd-b135-b1c4226336af" providerId="ADAL" clId="{F9FFB3E8-DE2E-4685-B669-4E4FAF868C9E}" dt="2026-06-01T04:01:51.896" v="5127" actId="403"/>
          <ac:spMkLst>
            <pc:docMk/>
            <pc:sldMk cId="0" sldId="363"/>
            <ac:spMk id="12" creationId="{00000000-0000-0000-0000-000000000000}"/>
          </ac:spMkLst>
        </pc:spChg>
        <pc:spChg chg="mod">
          <ac:chgData name="松川 岳久" userId="d79c3d20-a060-4dfd-b135-b1c4226336af" providerId="ADAL" clId="{F9FFB3E8-DE2E-4685-B669-4E4FAF868C9E}" dt="2026-06-01T04:01:51.896" v="5127" actId="403"/>
          <ac:spMkLst>
            <pc:docMk/>
            <pc:sldMk cId="0" sldId="363"/>
            <ac:spMk id="13" creationId="{00000000-0000-0000-0000-000000000000}"/>
          </ac:spMkLst>
        </pc:spChg>
      </pc:sldChg>
      <pc:sldChg chg="modSp mod">
        <pc:chgData name="松川 岳久" userId="d79c3d20-a060-4dfd-b135-b1c4226336af" providerId="ADAL" clId="{F9FFB3E8-DE2E-4685-B669-4E4FAF868C9E}" dt="2026-06-01T04:02:07.779" v="5130" actId="404"/>
        <pc:sldMkLst>
          <pc:docMk/>
          <pc:sldMk cId="0" sldId="364"/>
        </pc:sldMkLst>
        <pc:spChg chg="mod">
          <ac:chgData name="松川 岳久" userId="d79c3d20-a060-4dfd-b135-b1c4226336af" providerId="ADAL" clId="{F9FFB3E8-DE2E-4685-B669-4E4FAF868C9E}" dt="2026-06-01T04:02:07.779" v="5130" actId="404"/>
          <ac:spMkLst>
            <pc:docMk/>
            <pc:sldMk cId="0" sldId="364"/>
            <ac:spMk id="4" creationId="{00000000-0000-0000-0000-000000000000}"/>
          </ac:spMkLst>
        </pc:spChg>
        <pc:spChg chg="mod">
          <ac:chgData name="松川 岳久" userId="d79c3d20-a060-4dfd-b135-b1c4226336af" providerId="ADAL" clId="{F9FFB3E8-DE2E-4685-B669-4E4FAF868C9E}" dt="2026-06-01T04:02:07.779" v="5130" actId="404"/>
          <ac:spMkLst>
            <pc:docMk/>
            <pc:sldMk cId="0" sldId="364"/>
            <ac:spMk id="5" creationId="{00000000-0000-0000-0000-000000000000}"/>
          </ac:spMkLst>
        </pc:spChg>
        <pc:spChg chg="mod">
          <ac:chgData name="松川 岳久" userId="d79c3d20-a060-4dfd-b135-b1c4226336af" providerId="ADAL" clId="{F9FFB3E8-DE2E-4685-B669-4E4FAF868C9E}" dt="2026-06-01T04:02:07.779" v="5130" actId="404"/>
          <ac:spMkLst>
            <pc:docMk/>
            <pc:sldMk cId="0" sldId="364"/>
            <ac:spMk id="6" creationId="{00000000-0000-0000-0000-000000000000}"/>
          </ac:spMkLst>
        </pc:spChg>
        <pc:spChg chg="mod">
          <ac:chgData name="松川 岳久" userId="d79c3d20-a060-4dfd-b135-b1c4226336af" providerId="ADAL" clId="{F9FFB3E8-DE2E-4685-B669-4E4FAF868C9E}" dt="2026-06-01T04:02:07.779" v="5130" actId="404"/>
          <ac:spMkLst>
            <pc:docMk/>
            <pc:sldMk cId="0" sldId="364"/>
            <ac:spMk id="7" creationId="{00000000-0000-0000-0000-000000000000}"/>
          </ac:spMkLst>
        </pc:spChg>
        <pc:spChg chg="mod">
          <ac:chgData name="松川 岳久" userId="d79c3d20-a060-4dfd-b135-b1c4226336af" providerId="ADAL" clId="{F9FFB3E8-DE2E-4685-B669-4E4FAF868C9E}" dt="2026-06-01T04:02:07.779" v="5130" actId="404"/>
          <ac:spMkLst>
            <pc:docMk/>
            <pc:sldMk cId="0" sldId="364"/>
            <ac:spMk id="8" creationId="{00000000-0000-0000-0000-000000000000}"/>
          </ac:spMkLst>
        </pc:spChg>
        <pc:spChg chg="mod">
          <ac:chgData name="松川 岳久" userId="d79c3d20-a060-4dfd-b135-b1c4226336af" providerId="ADAL" clId="{F9FFB3E8-DE2E-4685-B669-4E4FAF868C9E}" dt="2026-06-01T04:02:07.779" v="5130" actId="404"/>
          <ac:spMkLst>
            <pc:docMk/>
            <pc:sldMk cId="0" sldId="364"/>
            <ac:spMk id="9" creationId="{00000000-0000-0000-0000-000000000000}"/>
          </ac:spMkLst>
        </pc:spChg>
        <pc:spChg chg="mod">
          <ac:chgData name="松川 岳久" userId="d79c3d20-a060-4dfd-b135-b1c4226336af" providerId="ADAL" clId="{F9FFB3E8-DE2E-4685-B669-4E4FAF868C9E}" dt="2026-06-01T04:02:07.779" v="5130" actId="404"/>
          <ac:spMkLst>
            <pc:docMk/>
            <pc:sldMk cId="0" sldId="364"/>
            <ac:spMk id="10" creationId="{00000000-0000-0000-0000-000000000000}"/>
          </ac:spMkLst>
        </pc:spChg>
        <pc:spChg chg="mod">
          <ac:chgData name="松川 岳久" userId="d79c3d20-a060-4dfd-b135-b1c4226336af" providerId="ADAL" clId="{F9FFB3E8-DE2E-4685-B669-4E4FAF868C9E}" dt="2026-06-01T04:02:07.779" v="5130" actId="404"/>
          <ac:spMkLst>
            <pc:docMk/>
            <pc:sldMk cId="0" sldId="364"/>
            <ac:spMk id="11" creationId="{00000000-0000-0000-0000-000000000000}"/>
          </ac:spMkLst>
        </pc:spChg>
        <pc:spChg chg="mod">
          <ac:chgData name="松川 岳久" userId="d79c3d20-a060-4dfd-b135-b1c4226336af" providerId="ADAL" clId="{F9FFB3E8-DE2E-4685-B669-4E4FAF868C9E}" dt="2026-06-01T04:02:07.779" v="5130" actId="404"/>
          <ac:spMkLst>
            <pc:docMk/>
            <pc:sldMk cId="0" sldId="364"/>
            <ac:spMk id="12" creationId="{00000000-0000-0000-0000-000000000000}"/>
          </ac:spMkLst>
        </pc:spChg>
        <pc:spChg chg="mod">
          <ac:chgData name="松川 岳久" userId="d79c3d20-a060-4dfd-b135-b1c4226336af" providerId="ADAL" clId="{F9FFB3E8-DE2E-4685-B669-4E4FAF868C9E}" dt="2026-06-01T04:02:07.779" v="5130" actId="404"/>
          <ac:spMkLst>
            <pc:docMk/>
            <pc:sldMk cId="0" sldId="364"/>
            <ac:spMk id="13" creationId="{00000000-0000-0000-0000-000000000000}"/>
          </ac:spMkLst>
        </pc:spChg>
      </pc:sldChg>
      <pc:sldChg chg="modSp mod">
        <pc:chgData name="松川 岳久" userId="d79c3d20-a060-4dfd-b135-b1c4226336af" providerId="ADAL" clId="{F9FFB3E8-DE2E-4685-B669-4E4FAF868C9E}" dt="2026-06-01T04:02:43.014" v="5136" actId="403"/>
        <pc:sldMkLst>
          <pc:docMk/>
          <pc:sldMk cId="0" sldId="365"/>
        </pc:sldMkLst>
        <pc:spChg chg="mod">
          <ac:chgData name="松川 岳久" userId="d79c3d20-a060-4dfd-b135-b1c4226336af" providerId="ADAL" clId="{F9FFB3E8-DE2E-4685-B669-4E4FAF868C9E}" dt="2026-06-01T04:02:37.913" v="5135" actId="403"/>
          <ac:spMkLst>
            <pc:docMk/>
            <pc:sldMk cId="0" sldId="365"/>
            <ac:spMk id="4" creationId="{00000000-0000-0000-0000-000000000000}"/>
          </ac:spMkLst>
        </pc:spChg>
        <pc:spChg chg="mod">
          <ac:chgData name="松川 岳久" userId="d79c3d20-a060-4dfd-b135-b1c4226336af" providerId="ADAL" clId="{F9FFB3E8-DE2E-4685-B669-4E4FAF868C9E}" dt="2026-06-01T04:02:43.014" v="5136" actId="403"/>
          <ac:spMkLst>
            <pc:docMk/>
            <pc:sldMk cId="0" sldId="365"/>
            <ac:spMk id="5" creationId="{00000000-0000-0000-0000-000000000000}"/>
          </ac:spMkLst>
        </pc:spChg>
        <pc:spChg chg="mod">
          <ac:chgData name="松川 岳久" userId="d79c3d20-a060-4dfd-b135-b1c4226336af" providerId="ADAL" clId="{F9FFB3E8-DE2E-4685-B669-4E4FAF868C9E}" dt="2026-06-01T04:02:43.014" v="5136" actId="403"/>
          <ac:spMkLst>
            <pc:docMk/>
            <pc:sldMk cId="0" sldId="365"/>
            <ac:spMk id="6" creationId="{00000000-0000-0000-0000-000000000000}"/>
          </ac:spMkLst>
        </pc:spChg>
        <pc:spChg chg="mod">
          <ac:chgData name="松川 岳久" userId="d79c3d20-a060-4dfd-b135-b1c4226336af" providerId="ADAL" clId="{F9FFB3E8-DE2E-4685-B669-4E4FAF868C9E}" dt="2026-05-27T06:30:12.267" v="4426" actId="403"/>
          <ac:spMkLst>
            <pc:docMk/>
            <pc:sldMk cId="0" sldId="365"/>
            <ac:spMk id="7" creationId="{00000000-0000-0000-0000-000000000000}"/>
          </ac:spMkLst>
        </pc:spChg>
        <pc:spChg chg="mod">
          <ac:chgData name="松川 岳久" userId="d79c3d20-a060-4dfd-b135-b1c4226336af" providerId="ADAL" clId="{F9FFB3E8-DE2E-4685-B669-4E4FAF868C9E}" dt="2026-06-01T04:02:43.014" v="5136" actId="403"/>
          <ac:spMkLst>
            <pc:docMk/>
            <pc:sldMk cId="0" sldId="365"/>
            <ac:spMk id="8" creationId="{00000000-0000-0000-0000-000000000000}"/>
          </ac:spMkLst>
        </pc:spChg>
        <pc:spChg chg="mod">
          <ac:chgData name="松川 岳久" userId="d79c3d20-a060-4dfd-b135-b1c4226336af" providerId="ADAL" clId="{F9FFB3E8-DE2E-4685-B669-4E4FAF868C9E}" dt="2026-06-01T04:02:43.014" v="5136" actId="403"/>
          <ac:spMkLst>
            <pc:docMk/>
            <pc:sldMk cId="0" sldId="365"/>
            <ac:spMk id="9" creationId="{00000000-0000-0000-0000-000000000000}"/>
          </ac:spMkLst>
        </pc:spChg>
        <pc:spChg chg="mod">
          <ac:chgData name="松川 岳久" userId="d79c3d20-a060-4dfd-b135-b1c4226336af" providerId="ADAL" clId="{F9FFB3E8-DE2E-4685-B669-4E4FAF868C9E}" dt="2026-06-01T04:02:43.014" v="5136" actId="403"/>
          <ac:spMkLst>
            <pc:docMk/>
            <pc:sldMk cId="0" sldId="365"/>
            <ac:spMk id="10" creationId="{00000000-0000-0000-0000-000000000000}"/>
          </ac:spMkLst>
        </pc:spChg>
        <pc:spChg chg="mod">
          <ac:chgData name="松川 岳久" userId="d79c3d20-a060-4dfd-b135-b1c4226336af" providerId="ADAL" clId="{F9FFB3E8-DE2E-4685-B669-4E4FAF868C9E}" dt="2026-06-01T04:02:43.014" v="5136" actId="403"/>
          <ac:spMkLst>
            <pc:docMk/>
            <pc:sldMk cId="0" sldId="365"/>
            <ac:spMk id="11" creationId="{00000000-0000-0000-0000-000000000000}"/>
          </ac:spMkLst>
        </pc:spChg>
        <pc:spChg chg="mod">
          <ac:chgData name="松川 岳久" userId="d79c3d20-a060-4dfd-b135-b1c4226336af" providerId="ADAL" clId="{F9FFB3E8-DE2E-4685-B669-4E4FAF868C9E}" dt="2026-06-01T04:02:43.014" v="5136" actId="403"/>
          <ac:spMkLst>
            <pc:docMk/>
            <pc:sldMk cId="0" sldId="365"/>
            <ac:spMk id="12" creationId="{00000000-0000-0000-0000-000000000000}"/>
          </ac:spMkLst>
        </pc:spChg>
        <pc:spChg chg="mod">
          <ac:chgData name="松川 岳久" userId="d79c3d20-a060-4dfd-b135-b1c4226336af" providerId="ADAL" clId="{F9FFB3E8-DE2E-4685-B669-4E4FAF868C9E}" dt="2026-05-27T06:30:12.267" v="4426" actId="403"/>
          <ac:spMkLst>
            <pc:docMk/>
            <pc:sldMk cId="0" sldId="365"/>
            <ac:spMk id="13" creationId="{00000000-0000-0000-0000-000000000000}"/>
          </ac:spMkLst>
        </pc:spChg>
        <pc:spChg chg="mod">
          <ac:chgData name="松川 岳久" userId="d79c3d20-a060-4dfd-b135-b1c4226336af" providerId="ADAL" clId="{F9FFB3E8-DE2E-4685-B669-4E4FAF868C9E}" dt="2026-06-01T04:02:43.014" v="5136" actId="403"/>
          <ac:spMkLst>
            <pc:docMk/>
            <pc:sldMk cId="0" sldId="365"/>
            <ac:spMk id="14" creationId="{00000000-0000-0000-0000-000000000000}"/>
          </ac:spMkLst>
        </pc:spChg>
        <pc:spChg chg="mod">
          <ac:chgData name="松川 岳久" userId="d79c3d20-a060-4dfd-b135-b1c4226336af" providerId="ADAL" clId="{F9FFB3E8-DE2E-4685-B669-4E4FAF868C9E}" dt="2026-06-01T04:02:43.014" v="5136" actId="403"/>
          <ac:spMkLst>
            <pc:docMk/>
            <pc:sldMk cId="0" sldId="365"/>
            <ac:spMk id="15" creationId="{00000000-0000-0000-0000-000000000000}"/>
          </ac:spMkLst>
        </pc:spChg>
        <pc:spChg chg="mod">
          <ac:chgData name="松川 岳久" userId="d79c3d20-a060-4dfd-b135-b1c4226336af" providerId="ADAL" clId="{F9FFB3E8-DE2E-4685-B669-4E4FAF868C9E}" dt="2026-06-01T04:02:43.014" v="5136" actId="403"/>
          <ac:spMkLst>
            <pc:docMk/>
            <pc:sldMk cId="0" sldId="365"/>
            <ac:spMk id="16" creationId="{00000000-0000-0000-0000-000000000000}"/>
          </ac:spMkLst>
        </pc:spChg>
      </pc:sldChg>
      <pc:sldChg chg="delSp modSp mod">
        <pc:chgData name="松川 岳久" userId="d79c3d20-a060-4dfd-b135-b1c4226336af" providerId="ADAL" clId="{F9FFB3E8-DE2E-4685-B669-4E4FAF868C9E}" dt="2026-06-01T04:02:57.259" v="5140" actId="167"/>
        <pc:sldMkLst>
          <pc:docMk/>
          <pc:sldMk cId="0" sldId="366"/>
        </pc:sldMkLst>
        <pc:spChg chg="mod">
          <ac:chgData name="松川 岳久" userId="d79c3d20-a060-4dfd-b135-b1c4226336af" providerId="ADAL" clId="{F9FFB3E8-DE2E-4685-B669-4E4FAF868C9E}" dt="2026-06-01T04:02:53.635" v="5139" actId="403"/>
          <ac:spMkLst>
            <pc:docMk/>
            <pc:sldMk cId="0" sldId="366"/>
            <ac:spMk id="4" creationId="{00000000-0000-0000-0000-000000000000}"/>
          </ac:spMkLst>
        </pc:spChg>
        <pc:spChg chg="mod">
          <ac:chgData name="松川 岳久" userId="d79c3d20-a060-4dfd-b135-b1c4226336af" providerId="ADAL" clId="{F9FFB3E8-DE2E-4685-B669-4E4FAF868C9E}" dt="2026-06-01T04:02:53.635" v="5139" actId="403"/>
          <ac:spMkLst>
            <pc:docMk/>
            <pc:sldMk cId="0" sldId="366"/>
            <ac:spMk id="5" creationId="{00000000-0000-0000-0000-000000000000}"/>
          </ac:spMkLst>
        </pc:spChg>
        <pc:picChg chg="mod ord">
          <ac:chgData name="松川 岳久" userId="d79c3d20-a060-4dfd-b135-b1c4226336af" providerId="ADAL" clId="{F9FFB3E8-DE2E-4685-B669-4E4FAF868C9E}" dt="2026-06-01T04:02:57.259" v="5140" actId="167"/>
          <ac:picMkLst>
            <pc:docMk/>
            <pc:sldMk cId="0" sldId="366"/>
            <ac:picMk id="6" creationId="{00000000-0000-0000-0000-000000000000}"/>
          </ac:picMkLst>
        </pc:picChg>
      </pc:sldChg>
      <pc:sldChg chg="modSp mod">
        <pc:chgData name="松川 岳久" userId="d79c3d20-a060-4dfd-b135-b1c4226336af" providerId="ADAL" clId="{F9FFB3E8-DE2E-4685-B669-4E4FAF868C9E}" dt="2026-05-27T06:30:48.636" v="4432" actId="403"/>
        <pc:sldMkLst>
          <pc:docMk/>
          <pc:sldMk cId="0" sldId="367"/>
        </pc:sldMkLst>
        <pc:spChg chg="mod">
          <ac:chgData name="松川 岳久" userId="d79c3d20-a060-4dfd-b135-b1c4226336af" providerId="ADAL" clId="{F9FFB3E8-DE2E-4685-B669-4E4FAF868C9E}" dt="2026-05-27T06:30:42.654" v="4430" actId="403"/>
          <ac:spMkLst>
            <pc:docMk/>
            <pc:sldMk cId="0" sldId="367"/>
            <ac:spMk id="9" creationId="{00000000-0000-0000-0000-000000000000}"/>
          </ac:spMkLst>
        </pc:spChg>
        <pc:spChg chg="mod">
          <ac:chgData name="松川 岳久" userId="d79c3d20-a060-4dfd-b135-b1c4226336af" providerId="ADAL" clId="{F9FFB3E8-DE2E-4685-B669-4E4FAF868C9E}" dt="2026-05-27T06:30:42.654" v="4430" actId="403"/>
          <ac:spMkLst>
            <pc:docMk/>
            <pc:sldMk cId="0" sldId="367"/>
            <ac:spMk id="11" creationId="{00000000-0000-0000-0000-000000000000}"/>
          </ac:spMkLst>
        </pc:spChg>
        <pc:spChg chg="mod">
          <ac:chgData name="松川 岳久" userId="d79c3d20-a060-4dfd-b135-b1c4226336af" providerId="ADAL" clId="{F9FFB3E8-DE2E-4685-B669-4E4FAF868C9E}" dt="2026-05-27T06:30:42.654" v="4430" actId="403"/>
          <ac:spMkLst>
            <pc:docMk/>
            <pc:sldMk cId="0" sldId="367"/>
            <ac:spMk id="12" creationId="{00000000-0000-0000-0000-000000000000}"/>
          </ac:spMkLst>
        </pc:spChg>
        <pc:spChg chg="mod">
          <ac:chgData name="松川 岳久" userId="d79c3d20-a060-4dfd-b135-b1c4226336af" providerId="ADAL" clId="{F9FFB3E8-DE2E-4685-B669-4E4FAF868C9E}" dt="2026-05-27T06:30:42.654" v="4430" actId="403"/>
          <ac:spMkLst>
            <pc:docMk/>
            <pc:sldMk cId="0" sldId="367"/>
            <ac:spMk id="13" creationId="{00000000-0000-0000-0000-000000000000}"/>
          </ac:spMkLst>
        </pc:spChg>
        <pc:spChg chg="mod">
          <ac:chgData name="松川 岳久" userId="d79c3d20-a060-4dfd-b135-b1c4226336af" providerId="ADAL" clId="{F9FFB3E8-DE2E-4685-B669-4E4FAF868C9E}" dt="2026-05-27T06:30:42.654" v="4430" actId="403"/>
          <ac:spMkLst>
            <pc:docMk/>
            <pc:sldMk cId="0" sldId="367"/>
            <ac:spMk id="15" creationId="{00000000-0000-0000-0000-000000000000}"/>
          </ac:spMkLst>
        </pc:spChg>
        <pc:spChg chg="mod">
          <ac:chgData name="松川 岳久" userId="d79c3d20-a060-4dfd-b135-b1c4226336af" providerId="ADAL" clId="{F9FFB3E8-DE2E-4685-B669-4E4FAF868C9E}" dt="2026-05-27T06:30:42.654" v="4430" actId="403"/>
          <ac:spMkLst>
            <pc:docMk/>
            <pc:sldMk cId="0" sldId="367"/>
            <ac:spMk id="17" creationId="{00000000-0000-0000-0000-000000000000}"/>
          </ac:spMkLst>
        </pc:spChg>
        <pc:spChg chg="mod">
          <ac:chgData name="松川 岳久" userId="d79c3d20-a060-4dfd-b135-b1c4226336af" providerId="ADAL" clId="{F9FFB3E8-DE2E-4685-B669-4E4FAF868C9E}" dt="2026-05-27T06:30:42.654" v="4430" actId="403"/>
          <ac:spMkLst>
            <pc:docMk/>
            <pc:sldMk cId="0" sldId="367"/>
            <ac:spMk id="18" creationId="{00000000-0000-0000-0000-000000000000}"/>
          </ac:spMkLst>
        </pc:spChg>
        <pc:spChg chg="mod">
          <ac:chgData name="松川 岳久" userId="d79c3d20-a060-4dfd-b135-b1c4226336af" providerId="ADAL" clId="{F9FFB3E8-DE2E-4685-B669-4E4FAF868C9E}" dt="2026-05-27T06:30:42.654" v="4430" actId="403"/>
          <ac:spMkLst>
            <pc:docMk/>
            <pc:sldMk cId="0" sldId="367"/>
            <ac:spMk id="20" creationId="{00000000-0000-0000-0000-000000000000}"/>
          </ac:spMkLst>
        </pc:spChg>
        <pc:spChg chg="mod">
          <ac:chgData name="松川 岳久" userId="d79c3d20-a060-4dfd-b135-b1c4226336af" providerId="ADAL" clId="{F9FFB3E8-DE2E-4685-B669-4E4FAF868C9E}" dt="2026-05-27T06:30:42.654" v="4430" actId="403"/>
          <ac:spMkLst>
            <pc:docMk/>
            <pc:sldMk cId="0" sldId="367"/>
            <ac:spMk id="21" creationId="{00000000-0000-0000-0000-000000000000}"/>
          </ac:spMkLst>
        </pc:spChg>
        <pc:spChg chg="mod">
          <ac:chgData name="松川 岳久" userId="d79c3d20-a060-4dfd-b135-b1c4226336af" providerId="ADAL" clId="{F9FFB3E8-DE2E-4685-B669-4E4FAF868C9E}" dt="2026-05-27T06:30:42.654" v="4430" actId="403"/>
          <ac:spMkLst>
            <pc:docMk/>
            <pc:sldMk cId="0" sldId="367"/>
            <ac:spMk id="22" creationId="{00000000-0000-0000-0000-000000000000}"/>
          </ac:spMkLst>
        </pc:spChg>
        <pc:spChg chg="mod">
          <ac:chgData name="松川 岳久" userId="d79c3d20-a060-4dfd-b135-b1c4226336af" providerId="ADAL" clId="{F9FFB3E8-DE2E-4685-B669-4E4FAF868C9E}" dt="2026-05-27T06:30:48.636" v="4432" actId="403"/>
          <ac:spMkLst>
            <pc:docMk/>
            <pc:sldMk cId="0" sldId="367"/>
            <ac:spMk id="24" creationId="{00000000-0000-0000-0000-000000000000}"/>
          </ac:spMkLst>
        </pc:spChg>
      </pc:sldChg>
      <pc:sldChg chg="modSp mod">
        <pc:chgData name="松川 岳久" userId="d79c3d20-a060-4dfd-b135-b1c4226336af" providerId="ADAL" clId="{F9FFB3E8-DE2E-4685-B669-4E4FAF868C9E}" dt="2026-06-01T04:03:08.956" v="5141" actId="403"/>
        <pc:sldMkLst>
          <pc:docMk/>
          <pc:sldMk cId="0" sldId="368"/>
        </pc:sldMkLst>
        <pc:spChg chg="mod">
          <ac:chgData name="松川 岳久" userId="d79c3d20-a060-4dfd-b135-b1c4226336af" providerId="ADAL" clId="{F9FFB3E8-DE2E-4685-B669-4E4FAF868C9E}" dt="2026-05-27T06:30:58.595" v="4435" actId="403"/>
          <ac:spMkLst>
            <pc:docMk/>
            <pc:sldMk cId="0" sldId="368"/>
            <ac:spMk id="5" creationId="{00000000-0000-0000-0000-000000000000}"/>
          </ac:spMkLst>
        </pc:spChg>
        <pc:spChg chg="mod">
          <ac:chgData name="松川 岳久" userId="d79c3d20-a060-4dfd-b135-b1c4226336af" providerId="ADAL" clId="{F9FFB3E8-DE2E-4685-B669-4E4FAF868C9E}" dt="2026-06-01T04:03:08.956" v="5141" actId="403"/>
          <ac:spMkLst>
            <pc:docMk/>
            <pc:sldMk cId="0" sldId="368"/>
            <ac:spMk id="7" creationId="{00000000-0000-0000-0000-000000000000}"/>
          </ac:spMkLst>
        </pc:spChg>
        <pc:spChg chg="mod">
          <ac:chgData name="松川 岳久" userId="d79c3d20-a060-4dfd-b135-b1c4226336af" providerId="ADAL" clId="{F9FFB3E8-DE2E-4685-B669-4E4FAF868C9E}" dt="2026-06-01T04:03:08.956" v="5141" actId="403"/>
          <ac:spMkLst>
            <pc:docMk/>
            <pc:sldMk cId="0" sldId="368"/>
            <ac:spMk id="10" creationId="{00000000-0000-0000-0000-000000000000}"/>
          </ac:spMkLst>
        </pc:spChg>
        <pc:spChg chg="mod">
          <ac:chgData name="松川 岳久" userId="d79c3d20-a060-4dfd-b135-b1c4226336af" providerId="ADAL" clId="{F9FFB3E8-DE2E-4685-B669-4E4FAF868C9E}" dt="2026-06-01T04:03:08.956" v="5141" actId="403"/>
          <ac:spMkLst>
            <pc:docMk/>
            <pc:sldMk cId="0" sldId="368"/>
            <ac:spMk id="11" creationId="{00000000-0000-0000-0000-000000000000}"/>
          </ac:spMkLst>
        </pc:spChg>
        <pc:spChg chg="mod">
          <ac:chgData name="松川 岳久" userId="d79c3d20-a060-4dfd-b135-b1c4226336af" providerId="ADAL" clId="{F9FFB3E8-DE2E-4685-B669-4E4FAF868C9E}" dt="2026-06-01T04:03:08.956" v="5141" actId="403"/>
          <ac:spMkLst>
            <pc:docMk/>
            <pc:sldMk cId="0" sldId="368"/>
            <ac:spMk id="13" creationId="{00000000-0000-0000-0000-000000000000}"/>
          </ac:spMkLst>
        </pc:spChg>
        <pc:spChg chg="mod">
          <ac:chgData name="松川 岳久" userId="d79c3d20-a060-4dfd-b135-b1c4226336af" providerId="ADAL" clId="{F9FFB3E8-DE2E-4685-B669-4E4FAF868C9E}" dt="2026-06-01T04:03:08.956" v="5141" actId="403"/>
          <ac:spMkLst>
            <pc:docMk/>
            <pc:sldMk cId="0" sldId="368"/>
            <ac:spMk id="14" creationId="{00000000-0000-0000-0000-000000000000}"/>
          </ac:spMkLst>
        </pc:spChg>
        <pc:spChg chg="mod">
          <ac:chgData name="松川 岳久" userId="d79c3d20-a060-4dfd-b135-b1c4226336af" providerId="ADAL" clId="{F9FFB3E8-DE2E-4685-B669-4E4FAF868C9E}" dt="2026-06-01T04:03:08.956" v="5141" actId="403"/>
          <ac:spMkLst>
            <pc:docMk/>
            <pc:sldMk cId="0" sldId="368"/>
            <ac:spMk id="15" creationId="{00000000-0000-0000-0000-000000000000}"/>
          </ac:spMkLst>
        </pc:spChg>
        <pc:spChg chg="mod">
          <ac:chgData name="松川 岳久" userId="d79c3d20-a060-4dfd-b135-b1c4226336af" providerId="ADAL" clId="{F9FFB3E8-DE2E-4685-B669-4E4FAF868C9E}" dt="2026-05-27T06:30:58.595" v="4435" actId="403"/>
          <ac:spMkLst>
            <pc:docMk/>
            <pc:sldMk cId="0" sldId="368"/>
            <ac:spMk id="16" creationId="{00000000-0000-0000-0000-000000000000}"/>
          </ac:spMkLst>
        </pc:spChg>
        <pc:spChg chg="mod">
          <ac:chgData name="松川 岳久" userId="d79c3d20-a060-4dfd-b135-b1c4226336af" providerId="ADAL" clId="{F9FFB3E8-DE2E-4685-B669-4E4FAF868C9E}" dt="2026-06-01T04:03:08.956" v="5141" actId="403"/>
          <ac:spMkLst>
            <pc:docMk/>
            <pc:sldMk cId="0" sldId="368"/>
            <ac:spMk id="19" creationId="{00000000-0000-0000-0000-000000000000}"/>
          </ac:spMkLst>
        </pc:spChg>
        <pc:spChg chg="mod">
          <ac:chgData name="松川 岳久" userId="d79c3d20-a060-4dfd-b135-b1c4226336af" providerId="ADAL" clId="{F9FFB3E8-DE2E-4685-B669-4E4FAF868C9E}" dt="2026-05-27T06:30:58.595" v="4435" actId="403"/>
          <ac:spMkLst>
            <pc:docMk/>
            <pc:sldMk cId="0" sldId="368"/>
            <ac:spMk id="21" creationId="{00000000-0000-0000-0000-000000000000}"/>
          </ac:spMkLst>
        </pc:spChg>
        <pc:spChg chg="mod">
          <ac:chgData name="松川 岳久" userId="d79c3d20-a060-4dfd-b135-b1c4226336af" providerId="ADAL" clId="{F9FFB3E8-DE2E-4685-B669-4E4FAF868C9E}" dt="2026-06-01T04:03:08.956" v="5141" actId="403"/>
          <ac:spMkLst>
            <pc:docMk/>
            <pc:sldMk cId="0" sldId="368"/>
            <ac:spMk id="22" creationId="{00000000-0000-0000-0000-000000000000}"/>
          </ac:spMkLst>
        </pc:spChg>
        <pc:spChg chg="mod">
          <ac:chgData name="松川 岳久" userId="d79c3d20-a060-4dfd-b135-b1c4226336af" providerId="ADAL" clId="{F9FFB3E8-DE2E-4685-B669-4E4FAF868C9E}" dt="2026-05-27T06:30:58.595" v="4435" actId="403"/>
          <ac:spMkLst>
            <pc:docMk/>
            <pc:sldMk cId="0" sldId="368"/>
            <ac:spMk id="23" creationId="{00000000-0000-0000-0000-000000000000}"/>
          </ac:spMkLst>
        </pc:spChg>
        <pc:spChg chg="mod">
          <ac:chgData name="松川 岳久" userId="d79c3d20-a060-4dfd-b135-b1c4226336af" providerId="ADAL" clId="{F9FFB3E8-DE2E-4685-B669-4E4FAF868C9E}" dt="2026-06-01T04:03:08.956" v="5141" actId="403"/>
          <ac:spMkLst>
            <pc:docMk/>
            <pc:sldMk cId="0" sldId="368"/>
            <ac:spMk id="27" creationId="{00000000-0000-0000-0000-000000000000}"/>
          </ac:spMkLst>
        </pc:spChg>
        <pc:spChg chg="mod">
          <ac:chgData name="松川 岳久" userId="d79c3d20-a060-4dfd-b135-b1c4226336af" providerId="ADAL" clId="{F9FFB3E8-DE2E-4685-B669-4E4FAF868C9E}" dt="2026-06-01T04:03:08.956" v="5141" actId="403"/>
          <ac:spMkLst>
            <pc:docMk/>
            <pc:sldMk cId="0" sldId="368"/>
            <ac:spMk id="30" creationId="{00000000-0000-0000-0000-000000000000}"/>
          </ac:spMkLst>
        </pc:spChg>
        <pc:spChg chg="mod">
          <ac:chgData name="松川 岳久" userId="d79c3d20-a060-4dfd-b135-b1c4226336af" providerId="ADAL" clId="{F9FFB3E8-DE2E-4685-B669-4E4FAF868C9E}" dt="2026-05-27T06:30:58.595" v="4435" actId="403"/>
          <ac:spMkLst>
            <pc:docMk/>
            <pc:sldMk cId="0" sldId="368"/>
            <ac:spMk id="31" creationId="{00000000-0000-0000-0000-000000000000}"/>
          </ac:spMkLst>
        </pc:spChg>
      </pc:sldChg>
      <pc:sldChg chg="modSp mod">
        <pc:chgData name="松川 岳久" userId="d79c3d20-a060-4dfd-b135-b1c4226336af" providerId="ADAL" clId="{F9FFB3E8-DE2E-4685-B669-4E4FAF868C9E}" dt="2026-06-01T04:03:15.605" v="5142" actId="403"/>
        <pc:sldMkLst>
          <pc:docMk/>
          <pc:sldMk cId="0" sldId="369"/>
        </pc:sldMkLst>
        <pc:spChg chg="mod">
          <ac:chgData name="松川 岳久" userId="d79c3d20-a060-4dfd-b135-b1c4226336af" providerId="ADAL" clId="{F9FFB3E8-DE2E-4685-B669-4E4FAF868C9E}" dt="2026-06-01T04:03:15.605" v="5142" actId="403"/>
          <ac:spMkLst>
            <pc:docMk/>
            <pc:sldMk cId="0" sldId="369"/>
            <ac:spMk id="6" creationId="{00000000-0000-0000-0000-000000000000}"/>
          </ac:spMkLst>
        </pc:spChg>
        <pc:spChg chg="mod">
          <ac:chgData name="松川 岳久" userId="d79c3d20-a060-4dfd-b135-b1c4226336af" providerId="ADAL" clId="{F9FFB3E8-DE2E-4685-B669-4E4FAF868C9E}" dt="2026-05-27T06:31:07.707" v="4437" actId="403"/>
          <ac:spMkLst>
            <pc:docMk/>
            <pc:sldMk cId="0" sldId="369"/>
            <ac:spMk id="7" creationId="{00000000-0000-0000-0000-000000000000}"/>
          </ac:spMkLst>
        </pc:spChg>
        <pc:spChg chg="mod">
          <ac:chgData name="松川 岳久" userId="d79c3d20-a060-4dfd-b135-b1c4226336af" providerId="ADAL" clId="{F9FFB3E8-DE2E-4685-B669-4E4FAF868C9E}" dt="2026-06-01T04:03:15.605" v="5142" actId="403"/>
          <ac:spMkLst>
            <pc:docMk/>
            <pc:sldMk cId="0" sldId="369"/>
            <ac:spMk id="8" creationId="{00000000-0000-0000-0000-000000000000}"/>
          </ac:spMkLst>
        </pc:spChg>
        <pc:spChg chg="mod">
          <ac:chgData name="松川 岳久" userId="d79c3d20-a060-4dfd-b135-b1c4226336af" providerId="ADAL" clId="{F9FFB3E8-DE2E-4685-B669-4E4FAF868C9E}" dt="2026-05-27T06:31:07.707" v="4437" actId="403"/>
          <ac:spMkLst>
            <pc:docMk/>
            <pc:sldMk cId="0" sldId="369"/>
            <ac:spMk id="11" creationId="{00000000-0000-0000-0000-000000000000}"/>
          </ac:spMkLst>
        </pc:spChg>
        <pc:spChg chg="mod">
          <ac:chgData name="松川 岳久" userId="d79c3d20-a060-4dfd-b135-b1c4226336af" providerId="ADAL" clId="{F9FFB3E8-DE2E-4685-B669-4E4FAF868C9E}" dt="2026-06-01T04:03:15.605" v="5142" actId="403"/>
          <ac:spMkLst>
            <pc:docMk/>
            <pc:sldMk cId="0" sldId="369"/>
            <ac:spMk id="12" creationId="{00000000-0000-0000-0000-000000000000}"/>
          </ac:spMkLst>
        </pc:spChg>
        <pc:spChg chg="mod">
          <ac:chgData name="松川 岳久" userId="d79c3d20-a060-4dfd-b135-b1c4226336af" providerId="ADAL" clId="{F9FFB3E8-DE2E-4685-B669-4E4FAF868C9E}" dt="2026-05-27T06:31:07.707" v="4437" actId="403"/>
          <ac:spMkLst>
            <pc:docMk/>
            <pc:sldMk cId="0" sldId="369"/>
            <ac:spMk id="13" creationId="{00000000-0000-0000-0000-000000000000}"/>
          </ac:spMkLst>
        </pc:spChg>
        <pc:spChg chg="mod">
          <ac:chgData name="松川 岳久" userId="d79c3d20-a060-4dfd-b135-b1c4226336af" providerId="ADAL" clId="{F9FFB3E8-DE2E-4685-B669-4E4FAF868C9E}" dt="2026-06-01T04:03:15.605" v="5142" actId="403"/>
          <ac:spMkLst>
            <pc:docMk/>
            <pc:sldMk cId="0" sldId="369"/>
            <ac:spMk id="14" creationId="{00000000-0000-0000-0000-000000000000}"/>
          </ac:spMkLst>
        </pc:spChg>
        <pc:spChg chg="mod">
          <ac:chgData name="松川 岳久" userId="d79c3d20-a060-4dfd-b135-b1c4226336af" providerId="ADAL" clId="{F9FFB3E8-DE2E-4685-B669-4E4FAF868C9E}" dt="2026-05-27T06:31:07.707" v="4437" actId="403"/>
          <ac:spMkLst>
            <pc:docMk/>
            <pc:sldMk cId="0" sldId="369"/>
            <ac:spMk id="15" creationId="{00000000-0000-0000-0000-000000000000}"/>
          </ac:spMkLst>
        </pc:spChg>
        <pc:spChg chg="mod">
          <ac:chgData name="松川 岳久" userId="d79c3d20-a060-4dfd-b135-b1c4226336af" providerId="ADAL" clId="{F9FFB3E8-DE2E-4685-B669-4E4FAF868C9E}" dt="2026-06-01T04:03:15.605" v="5142" actId="403"/>
          <ac:spMkLst>
            <pc:docMk/>
            <pc:sldMk cId="0" sldId="369"/>
            <ac:spMk id="17" creationId="{00000000-0000-0000-0000-000000000000}"/>
          </ac:spMkLst>
        </pc:spChg>
        <pc:spChg chg="mod">
          <ac:chgData name="松川 岳久" userId="d79c3d20-a060-4dfd-b135-b1c4226336af" providerId="ADAL" clId="{F9FFB3E8-DE2E-4685-B669-4E4FAF868C9E}" dt="2026-06-01T04:03:15.605" v="5142" actId="403"/>
          <ac:spMkLst>
            <pc:docMk/>
            <pc:sldMk cId="0" sldId="369"/>
            <ac:spMk id="18" creationId="{00000000-0000-0000-0000-000000000000}"/>
          </ac:spMkLst>
        </pc:spChg>
        <pc:spChg chg="mod">
          <ac:chgData name="松川 岳久" userId="d79c3d20-a060-4dfd-b135-b1c4226336af" providerId="ADAL" clId="{F9FFB3E8-DE2E-4685-B669-4E4FAF868C9E}" dt="2026-06-01T04:03:15.605" v="5142" actId="403"/>
          <ac:spMkLst>
            <pc:docMk/>
            <pc:sldMk cId="0" sldId="369"/>
            <ac:spMk id="19" creationId="{00000000-0000-0000-0000-000000000000}"/>
          </ac:spMkLst>
        </pc:spChg>
        <pc:spChg chg="mod">
          <ac:chgData name="松川 岳久" userId="d79c3d20-a060-4dfd-b135-b1c4226336af" providerId="ADAL" clId="{F9FFB3E8-DE2E-4685-B669-4E4FAF868C9E}" dt="2026-06-01T04:03:15.605" v="5142" actId="403"/>
          <ac:spMkLst>
            <pc:docMk/>
            <pc:sldMk cId="0" sldId="369"/>
            <ac:spMk id="20" creationId="{00000000-0000-0000-0000-000000000000}"/>
          </ac:spMkLst>
        </pc:spChg>
        <pc:spChg chg="mod">
          <ac:chgData name="松川 岳久" userId="d79c3d20-a060-4dfd-b135-b1c4226336af" providerId="ADAL" clId="{F9FFB3E8-DE2E-4685-B669-4E4FAF868C9E}" dt="2026-05-27T06:31:07.707" v="4437" actId="403"/>
          <ac:spMkLst>
            <pc:docMk/>
            <pc:sldMk cId="0" sldId="369"/>
            <ac:spMk id="23" creationId="{00000000-0000-0000-0000-000000000000}"/>
          </ac:spMkLst>
        </pc:spChg>
        <pc:spChg chg="mod">
          <ac:chgData name="松川 岳久" userId="d79c3d20-a060-4dfd-b135-b1c4226336af" providerId="ADAL" clId="{F9FFB3E8-DE2E-4685-B669-4E4FAF868C9E}" dt="2026-06-01T04:03:15.605" v="5142" actId="403"/>
          <ac:spMkLst>
            <pc:docMk/>
            <pc:sldMk cId="0" sldId="369"/>
            <ac:spMk id="24" creationId="{00000000-0000-0000-0000-000000000000}"/>
          </ac:spMkLst>
        </pc:spChg>
        <pc:spChg chg="mod">
          <ac:chgData name="松川 岳久" userId="d79c3d20-a060-4dfd-b135-b1c4226336af" providerId="ADAL" clId="{F9FFB3E8-DE2E-4685-B669-4E4FAF868C9E}" dt="2026-06-01T04:03:15.605" v="5142" actId="403"/>
          <ac:spMkLst>
            <pc:docMk/>
            <pc:sldMk cId="0" sldId="369"/>
            <ac:spMk id="26" creationId="{00000000-0000-0000-0000-000000000000}"/>
          </ac:spMkLst>
        </pc:spChg>
      </pc:sldChg>
      <pc:sldChg chg="modSp mod">
        <pc:chgData name="松川 岳久" userId="d79c3d20-a060-4dfd-b135-b1c4226336af" providerId="ADAL" clId="{F9FFB3E8-DE2E-4685-B669-4E4FAF868C9E}" dt="2026-05-27T06:31:16.942" v="4440" actId="403"/>
        <pc:sldMkLst>
          <pc:docMk/>
          <pc:sldMk cId="0" sldId="370"/>
        </pc:sldMkLst>
        <pc:spChg chg="mod">
          <ac:chgData name="松川 岳久" userId="d79c3d20-a060-4dfd-b135-b1c4226336af" providerId="ADAL" clId="{F9FFB3E8-DE2E-4685-B669-4E4FAF868C9E}" dt="2026-05-27T06:31:16.942" v="4440" actId="403"/>
          <ac:spMkLst>
            <pc:docMk/>
            <pc:sldMk cId="0" sldId="370"/>
            <ac:spMk id="4" creationId="{00000000-0000-0000-0000-000000000000}"/>
          </ac:spMkLst>
        </pc:spChg>
        <pc:spChg chg="mod">
          <ac:chgData name="松川 岳久" userId="d79c3d20-a060-4dfd-b135-b1c4226336af" providerId="ADAL" clId="{F9FFB3E8-DE2E-4685-B669-4E4FAF868C9E}" dt="2026-05-27T06:31:16.942" v="4440" actId="403"/>
          <ac:spMkLst>
            <pc:docMk/>
            <pc:sldMk cId="0" sldId="370"/>
            <ac:spMk id="5" creationId="{00000000-0000-0000-0000-000000000000}"/>
          </ac:spMkLst>
        </pc:spChg>
        <pc:spChg chg="mod">
          <ac:chgData name="松川 岳久" userId="d79c3d20-a060-4dfd-b135-b1c4226336af" providerId="ADAL" clId="{F9FFB3E8-DE2E-4685-B669-4E4FAF868C9E}" dt="2026-05-27T06:31:16.942" v="4440" actId="403"/>
          <ac:spMkLst>
            <pc:docMk/>
            <pc:sldMk cId="0" sldId="370"/>
            <ac:spMk id="10" creationId="{00000000-0000-0000-0000-000000000000}"/>
          </ac:spMkLst>
        </pc:spChg>
        <pc:spChg chg="mod">
          <ac:chgData name="松川 岳久" userId="d79c3d20-a060-4dfd-b135-b1c4226336af" providerId="ADAL" clId="{F9FFB3E8-DE2E-4685-B669-4E4FAF868C9E}" dt="2026-05-27T06:31:16.942" v="4440" actId="403"/>
          <ac:spMkLst>
            <pc:docMk/>
            <pc:sldMk cId="0" sldId="370"/>
            <ac:spMk id="11" creationId="{00000000-0000-0000-0000-000000000000}"/>
          </ac:spMkLst>
        </pc:spChg>
        <pc:spChg chg="mod">
          <ac:chgData name="松川 岳久" userId="d79c3d20-a060-4dfd-b135-b1c4226336af" providerId="ADAL" clId="{F9FFB3E8-DE2E-4685-B669-4E4FAF868C9E}" dt="2026-05-27T06:31:16.942" v="4440" actId="403"/>
          <ac:spMkLst>
            <pc:docMk/>
            <pc:sldMk cId="0" sldId="370"/>
            <ac:spMk id="20" creationId="{00000000-0000-0000-0000-000000000000}"/>
          </ac:spMkLst>
        </pc:spChg>
        <pc:spChg chg="mod">
          <ac:chgData name="松川 岳久" userId="d79c3d20-a060-4dfd-b135-b1c4226336af" providerId="ADAL" clId="{F9FFB3E8-DE2E-4685-B669-4E4FAF868C9E}" dt="2026-05-27T06:31:16.942" v="4440" actId="403"/>
          <ac:spMkLst>
            <pc:docMk/>
            <pc:sldMk cId="0" sldId="370"/>
            <ac:spMk id="24" creationId="{00000000-0000-0000-0000-000000000000}"/>
          </ac:spMkLst>
        </pc:spChg>
        <pc:spChg chg="mod">
          <ac:chgData name="松川 岳久" userId="d79c3d20-a060-4dfd-b135-b1c4226336af" providerId="ADAL" clId="{F9FFB3E8-DE2E-4685-B669-4E4FAF868C9E}" dt="2026-05-27T06:31:16.942" v="4440" actId="403"/>
          <ac:spMkLst>
            <pc:docMk/>
            <pc:sldMk cId="0" sldId="370"/>
            <ac:spMk id="26" creationId="{00000000-0000-0000-0000-000000000000}"/>
          </ac:spMkLst>
        </pc:spChg>
        <pc:spChg chg="mod">
          <ac:chgData name="松川 岳久" userId="d79c3d20-a060-4dfd-b135-b1c4226336af" providerId="ADAL" clId="{F9FFB3E8-DE2E-4685-B669-4E4FAF868C9E}" dt="2026-05-27T06:31:16.942" v="4440" actId="403"/>
          <ac:spMkLst>
            <pc:docMk/>
            <pc:sldMk cId="0" sldId="370"/>
            <ac:spMk id="28" creationId="{00000000-0000-0000-0000-000000000000}"/>
          </ac:spMkLst>
        </pc:spChg>
        <pc:spChg chg="mod">
          <ac:chgData name="松川 岳久" userId="d79c3d20-a060-4dfd-b135-b1c4226336af" providerId="ADAL" clId="{F9FFB3E8-DE2E-4685-B669-4E4FAF868C9E}" dt="2026-05-27T06:31:16.942" v="4440" actId="403"/>
          <ac:spMkLst>
            <pc:docMk/>
            <pc:sldMk cId="0" sldId="370"/>
            <ac:spMk id="29" creationId="{00000000-0000-0000-0000-000000000000}"/>
          </ac:spMkLst>
        </pc:spChg>
        <pc:spChg chg="mod">
          <ac:chgData name="松川 岳久" userId="d79c3d20-a060-4dfd-b135-b1c4226336af" providerId="ADAL" clId="{F9FFB3E8-DE2E-4685-B669-4E4FAF868C9E}" dt="2026-05-27T06:31:16.942" v="4440" actId="403"/>
          <ac:spMkLst>
            <pc:docMk/>
            <pc:sldMk cId="0" sldId="370"/>
            <ac:spMk id="30" creationId="{00000000-0000-0000-0000-000000000000}"/>
          </ac:spMkLst>
        </pc:spChg>
      </pc:sldChg>
      <pc:sldChg chg="modSp mod">
        <pc:chgData name="松川 岳久" userId="d79c3d20-a060-4dfd-b135-b1c4226336af" providerId="ADAL" clId="{F9FFB3E8-DE2E-4685-B669-4E4FAF868C9E}" dt="2026-05-27T06:31:25.368" v="4443" actId="403"/>
        <pc:sldMkLst>
          <pc:docMk/>
          <pc:sldMk cId="0" sldId="371"/>
        </pc:sldMkLst>
        <pc:spChg chg="mod">
          <ac:chgData name="松川 岳久" userId="d79c3d20-a060-4dfd-b135-b1c4226336af" providerId="ADAL" clId="{F9FFB3E8-DE2E-4685-B669-4E4FAF868C9E}" dt="2026-05-27T06:31:25.368" v="4443" actId="403"/>
          <ac:spMkLst>
            <pc:docMk/>
            <pc:sldMk cId="0" sldId="371"/>
            <ac:spMk id="6" creationId="{00000000-0000-0000-0000-000000000000}"/>
          </ac:spMkLst>
        </pc:spChg>
        <pc:spChg chg="mod">
          <ac:chgData name="松川 岳久" userId="d79c3d20-a060-4dfd-b135-b1c4226336af" providerId="ADAL" clId="{F9FFB3E8-DE2E-4685-B669-4E4FAF868C9E}" dt="2026-05-27T06:31:25.368" v="4443" actId="403"/>
          <ac:spMkLst>
            <pc:docMk/>
            <pc:sldMk cId="0" sldId="371"/>
            <ac:spMk id="9" creationId="{00000000-0000-0000-0000-000000000000}"/>
          </ac:spMkLst>
        </pc:spChg>
        <pc:spChg chg="mod">
          <ac:chgData name="松川 岳久" userId="d79c3d20-a060-4dfd-b135-b1c4226336af" providerId="ADAL" clId="{F9FFB3E8-DE2E-4685-B669-4E4FAF868C9E}" dt="2026-05-27T06:31:25.368" v="4443" actId="403"/>
          <ac:spMkLst>
            <pc:docMk/>
            <pc:sldMk cId="0" sldId="371"/>
            <ac:spMk id="11" creationId="{00000000-0000-0000-0000-000000000000}"/>
          </ac:spMkLst>
        </pc:spChg>
        <pc:spChg chg="mod">
          <ac:chgData name="松川 岳久" userId="d79c3d20-a060-4dfd-b135-b1c4226336af" providerId="ADAL" clId="{F9FFB3E8-DE2E-4685-B669-4E4FAF868C9E}" dt="2026-05-27T06:31:25.368" v="4443" actId="403"/>
          <ac:spMkLst>
            <pc:docMk/>
            <pc:sldMk cId="0" sldId="371"/>
            <ac:spMk id="12" creationId="{00000000-0000-0000-0000-000000000000}"/>
          </ac:spMkLst>
        </pc:spChg>
        <pc:spChg chg="mod">
          <ac:chgData name="松川 岳久" userId="d79c3d20-a060-4dfd-b135-b1c4226336af" providerId="ADAL" clId="{F9FFB3E8-DE2E-4685-B669-4E4FAF868C9E}" dt="2026-05-27T06:31:25.368" v="4443" actId="403"/>
          <ac:spMkLst>
            <pc:docMk/>
            <pc:sldMk cId="0" sldId="371"/>
            <ac:spMk id="13" creationId="{00000000-0000-0000-0000-000000000000}"/>
          </ac:spMkLst>
        </pc:spChg>
        <pc:spChg chg="mod">
          <ac:chgData name="松川 岳久" userId="d79c3d20-a060-4dfd-b135-b1c4226336af" providerId="ADAL" clId="{F9FFB3E8-DE2E-4685-B669-4E4FAF868C9E}" dt="2026-05-27T06:31:25.368" v="4443" actId="403"/>
          <ac:spMkLst>
            <pc:docMk/>
            <pc:sldMk cId="0" sldId="371"/>
            <ac:spMk id="15" creationId="{00000000-0000-0000-0000-000000000000}"/>
          </ac:spMkLst>
        </pc:spChg>
        <pc:spChg chg="mod">
          <ac:chgData name="松川 岳久" userId="d79c3d20-a060-4dfd-b135-b1c4226336af" providerId="ADAL" clId="{F9FFB3E8-DE2E-4685-B669-4E4FAF868C9E}" dt="2026-05-27T06:31:25.368" v="4443" actId="403"/>
          <ac:spMkLst>
            <pc:docMk/>
            <pc:sldMk cId="0" sldId="371"/>
            <ac:spMk id="16" creationId="{00000000-0000-0000-0000-000000000000}"/>
          </ac:spMkLst>
        </pc:spChg>
        <pc:spChg chg="mod">
          <ac:chgData name="松川 岳久" userId="d79c3d20-a060-4dfd-b135-b1c4226336af" providerId="ADAL" clId="{F9FFB3E8-DE2E-4685-B669-4E4FAF868C9E}" dt="2026-05-27T06:31:25.368" v="4443" actId="403"/>
          <ac:spMkLst>
            <pc:docMk/>
            <pc:sldMk cId="0" sldId="371"/>
            <ac:spMk id="22" creationId="{00000000-0000-0000-0000-000000000000}"/>
          </ac:spMkLst>
        </pc:spChg>
        <pc:spChg chg="mod">
          <ac:chgData name="松川 岳久" userId="d79c3d20-a060-4dfd-b135-b1c4226336af" providerId="ADAL" clId="{F9FFB3E8-DE2E-4685-B669-4E4FAF868C9E}" dt="2026-05-27T06:31:25.368" v="4443" actId="403"/>
          <ac:spMkLst>
            <pc:docMk/>
            <pc:sldMk cId="0" sldId="371"/>
            <ac:spMk id="23" creationId="{00000000-0000-0000-0000-000000000000}"/>
          </ac:spMkLst>
        </pc:spChg>
        <pc:spChg chg="mod">
          <ac:chgData name="松川 岳久" userId="d79c3d20-a060-4dfd-b135-b1c4226336af" providerId="ADAL" clId="{F9FFB3E8-DE2E-4685-B669-4E4FAF868C9E}" dt="2026-05-27T06:31:25.368" v="4443" actId="403"/>
          <ac:spMkLst>
            <pc:docMk/>
            <pc:sldMk cId="0" sldId="371"/>
            <ac:spMk id="27" creationId="{00000000-0000-0000-0000-000000000000}"/>
          </ac:spMkLst>
        </pc:spChg>
      </pc:sldChg>
      <pc:sldChg chg="modSp mod">
        <pc:chgData name="松川 岳久" userId="d79c3d20-a060-4dfd-b135-b1c4226336af" providerId="ADAL" clId="{F9FFB3E8-DE2E-4685-B669-4E4FAF868C9E}" dt="2026-05-27T06:31:48.313" v="4445" actId="403"/>
        <pc:sldMkLst>
          <pc:docMk/>
          <pc:sldMk cId="0" sldId="373"/>
        </pc:sldMkLst>
        <pc:graphicFrameChg chg="modGraphic">
          <ac:chgData name="松川 岳久" userId="d79c3d20-a060-4dfd-b135-b1c4226336af" providerId="ADAL" clId="{F9FFB3E8-DE2E-4685-B669-4E4FAF868C9E}" dt="2026-05-27T06:31:48.313" v="4445" actId="403"/>
          <ac:graphicFrameMkLst>
            <pc:docMk/>
            <pc:sldMk cId="0" sldId="373"/>
            <ac:graphicFrameMk id="119" creationId="{00000000-0000-0000-0000-000000000000}"/>
          </ac:graphicFrameMkLst>
        </pc:graphicFrameChg>
      </pc:sldChg>
      <pc:sldChg chg="modSp mod">
        <pc:chgData name="松川 岳久" userId="d79c3d20-a060-4dfd-b135-b1c4226336af" providerId="ADAL" clId="{F9FFB3E8-DE2E-4685-B669-4E4FAF868C9E}" dt="2026-06-01T02:33:48.689" v="4584" actId="403"/>
        <pc:sldMkLst>
          <pc:docMk/>
          <pc:sldMk cId="0" sldId="379"/>
        </pc:sldMkLst>
        <pc:spChg chg="mod">
          <ac:chgData name="松川 岳久" userId="d79c3d20-a060-4dfd-b135-b1c4226336af" providerId="ADAL" clId="{F9FFB3E8-DE2E-4685-B669-4E4FAF868C9E}" dt="2026-06-01T02:33:48.689" v="4584" actId="403"/>
          <ac:spMkLst>
            <pc:docMk/>
            <pc:sldMk cId="0" sldId="379"/>
            <ac:spMk id="28" creationId="{00000000-0000-0000-0000-000000000000}"/>
          </ac:spMkLst>
        </pc:spChg>
        <pc:spChg chg="mod">
          <ac:chgData name="松川 岳久" userId="d79c3d20-a060-4dfd-b135-b1c4226336af" providerId="ADAL" clId="{F9FFB3E8-DE2E-4685-B669-4E4FAF868C9E}" dt="2026-06-01T02:33:48.689" v="4584" actId="403"/>
          <ac:spMkLst>
            <pc:docMk/>
            <pc:sldMk cId="0" sldId="379"/>
            <ac:spMk id="29" creationId="{00000000-0000-0000-0000-000000000000}"/>
          </ac:spMkLst>
        </pc:spChg>
        <pc:spChg chg="mod">
          <ac:chgData name="松川 岳久" userId="d79c3d20-a060-4dfd-b135-b1c4226336af" providerId="ADAL" clId="{F9FFB3E8-DE2E-4685-B669-4E4FAF868C9E}" dt="2026-06-01T02:33:48.689" v="4584" actId="403"/>
          <ac:spMkLst>
            <pc:docMk/>
            <pc:sldMk cId="0" sldId="379"/>
            <ac:spMk id="30" creationId="{00000000-0000-0000-0000-000000000000}"/>
          </ac:spMkLst>
        </pc:spChg>
        <pc:spChg chg="mod">
          <ac:chgData name="松川 岳久" userId="d79c3d20-a060-4dfd-b135-b1c4226336af" providerId="ADAL" clId="{F9FFB3E8-DE2E-4685-B669-4E4FAF868C9E}" dt="2026-06-01T02:33:48.689" v="4584" actId="403"/>
          <ac:spMkLst>
            <pc:docMk/>
            <pc:sldMk cId="0" sldId="379"/>
            <ac:spMk id="31" creationId="{00000000-0000-0000-0000-000000000000}"/>
          </ac:spMkLst>
        </pc:spChg>
        <pc:spChg chg="mod">
          <ac:chgData name="松川 岳久" userId="d79c3d20-a060-4dfd-b135-b1c4226336af" providerId="ADAL" clId="{F9FFB3E8-DE2E-4685-B669-4E4FAF868C9E}" dt="2026-06-01T02:33:48.689" v="4584" actId="403"/>
          <ac:spMkLst>
            <pc:docMk/>
            <pc:sldMk cId="0" sldId="379"/>
            <ac:spMk id="32" creationId="{00000000-0000-0000-0000-000000000000}"/>
          </ac:spMkLst>
        </pc:spChg>
      </pc:sldChg>
      <pc:sldChg chg="modSp mod ord">
        <pc:chgData name="松川 岳久" userId="d79c3d20-a060-4dfd-b135-b1c4226336af" providerId="ADAL" clId="{F9FFB3E8-DE2E-4685-B669-4E4FAF868C9E}" dt="2026-05-22T04:42:53.431" v="1893"/>
        <pc:sldMkLst>
          <pc:docMk/>
          <pc:sldMk cId="0" sldId="380"/>
        </pc:sldMkLst>
        <pc:spChg chg="mod">
          <ac:chgData name="松川 岳久" userId="d79c3d20-a060-4dfd-b135-b1c4226336af" providerId="ADAL" clId="{F9FFB3E8-DE2E-4685-B669-4E4FAF868C9E}" dt="2026-05-22T04:41:23.691" v="1886"/>
          <ac:spMkLst>
            <pc:docMk/>
            <pc:sldMk cId="0" sldId="380"/>
            <ac:spMk id="5" creationId="{00000000-0000-0000-0000-000000000000}"/>
          </ac:spMkLst>
        </pc:spChg>
        <pc:spChg chg="mod">
          <ac:chgData name="松川 岳久" userId="d79c3d20-a060-4dfd-b135-b1c4226336af" providerId="ADAL" clId="{F9FFB3E8-DE2E-4685-B669-4E4FAF868C9E}" dt="2026-05-22T04:41:34.615" v="1887" actId="1076"/>
          <ac:spMkLst>
            <pc:docMk/>
            <pc:sldMk cId="0" sldId="380"/>
            <ac:spMk id="27" creationId="{00000000-0000-0000-0000-000000000000}"/>
          </ac:spMkLst>
        </pc:spChg>
      </pc:sldChg>
      <pc:sldChg chg="modSp mod">
        <pc:chgData name="松川 岳久" userId="d79c3d20-a060-4dfd-b135-b1c4226336af" providerId="ADAL" clId="{F9FFB3E8-DE2E-4685-B669-4E4FAF868C9E}" dt="2026-06-01T03:49:59.810" v="4859" actId="113"/>
        <pc:sldMkLst>
          <pc:docMk/>
          <pc:sldMk cId="0" sldId="381"/>
        </pc:sldMkLst>
        <pc:spChg chg="mod">
          <ac:chgData name="松川 岳久" userId="d79c3d20-a060-4dfd-b135-b1c4226336af" providerId="ADAL" clId="{F9FFB3E8-DE2E-4685-B669-4E4FAF868C9E}" dt="2026-05-27T06:12:57.673" v="4209" actId="14100"/>
          <ac:spMkLst>
            <pc:docMk/>
            <pc:sldMk cId="0" sldId="381"/>
            <ac:spMk id="2" creationId="{00000000-0000-0000-0000-000000000000}"/>
          </ac:spMkLst>
        </pc:spChg>
        <pc:spChg chg="mod">
          <ac:chgData name="松川 岳久" userId="d79c3d20-a060-4dfd-b135-b1c4226336af" providerId="ADAL" clId="{F9FFB3E8-DE2E-4685-B669-4E4FAF868C9E}" dt="2026-06-01T03:48:23.509" v="4855" actId="403"/>
          <ac:spMkLst>
            <pc:docMk/>
            <pc:sldMk cId="0" sldId="381"/>
            <ac:spMk id="5" creationId="{00000000-0000-0000-0000-000000000000}"/>
          </ac:spMkLst>
        </pc:spChg>
        <pc:spChg chg="mod">
          <ac:chgData name="松川 岳久" userId="d79c3d20-a060-4dfd-b135-b1c4226336af" providerId="ADAL" clId="{F9FFB3E8-DE2E-4685-B669-4E4FAF868C9E}" dt="2026-05-27T06:07:31.896" v="4099" actId="403"/>
          <ac:spMkLst>
            <pc:docMk/>
            <pc:sldMk cId="0" sldId="381"/>
            <ac:spMk id="7" creationId="{00000000-0000-0000-0000-000000000000}"/>
          </ac:spMkLst>
        </pc:spChg>
        <pc:spChg chg="mod">
          <ac:chgData name="松川 岳久" userId="d79c3d20-a060-4dfd-b135-b1c4226336af" providerId="ADAL" clId="{F9FFB3E8-DE2E-4685-B669-4E4FAF868C9E}" dt="2026-05-27T06:07:31.896" v="4099" actId="403"/>
          <ac:spMkLst>
            <pc:docMk/>
            <pc:sldMk cId="0" sldId="381"/>
            <ac:spMk id="8" creationId="{00000000-0000-0000-0000-000000000000}"/>
          </ac:spMkLst>
        </pc:spChg>
        <pc:spChg chg="mod">
          <ac:chgData name="松川 岳久" userId="d79c3d20-a060-4dfd-b135-b1c4226336af" providerId="ADAL" clId="{F9FFB3E8-DE2E-4685-B669-4E4FAF868C9E}" dt="2026-05-27T06:07:31.896" v="4099" actId="403"/>
          <ac:spMkLst>
            <pc:docMk/>
            <pc:sldMk cId="0" sldId="381"/>
            <ac:spMk id="11" creationId="{00000000-0000-0000-0000-000000000000}"/>
          </ac:spMkLst>
        </pc:spChg>
        <pc:spChg chg="mod">
          <ac:chgData name="松川 岳久" userId="d79c3d20-a060-4dfd-b135-b1c4226336af" providerId="ADAL" clId="{F9FFB3E8-DE2E-4685-B669-4E4FAF868C9E}" dt="2026-05-27T06:07:24.179" v="4097" actId="1076"/>
          <ac:spMkLst>
            <pc:docMk/>
            <pc:sldMk cId="0" sldId="381"/>
            <ac:spMk id="12" creationId="{00000000-0000-0000-0000-000000000000}"/>
          </ac:spMkLst>
        </pc:spChg>
        <pc:spChg chg="mod">
          <ac:chgData name="松川 岳久" userId="d79c3d20-a060-4dfd-b135-b1c4226336af" providerId="ADAL" clId="{F9FFB3E8-DE2E-4685-B669-4E4FAF868C9E}" dt="2026-05-27T06:07:31.896" v="4099" actId="403"/>
          <ac:spMkLst>
            <pc:docMk/>
            <pc:sldMk cId="0" sldId="381"/>
            <ac:spMk id="16" creationId="{00000000-0000-0000-0000-000000000000}"/>
          </ac:spMkLst>
        </pc:spChg>
        <pc:spChg chg="mod">
          <ac:chgData name="松川 岳久" userId="d79c3d20-a060-4dfd-b135-b1c4226336af" providerId="ADAL" clId="{F9FFB3E8-DE2E-4685-B669-4E4FAF868C9E}" dt="2026-05-27T06:07:31.896" v="4099" actId="403"/>
          <ac:spMkLst>
            <pc:docMk/>
            <pc:sldMk cId="0" sldId="381"/>
            <ac:spMk id="19" creationId="{00000000-0000-0000-0000-000000000000}"/>
          </ac:spMkLst>
        </pc:spChg>
        <pc:spChg chg="mod">
          <ac:chgData name="松川 岳久" userId="d79c3d20-a060-4dfd-b135-b1c4226336af" providerId="ADAL" clId="{F9FFB3E8-DE2E-4685-B669-4E4FAF868C9E}" dt="2026-05-27T06:07:31.896" v="4099" actId="403"/>
          <ac:spMkLst>
            <pc:docMk/>
            <pc:sldMk cId="0" sldId="381"/>
            <ac:spMk id="21" creationId="{00000000-0000-0000-0000-000000000000}"/>
          </ac:spMkLst>
        </pc:spChg>
        <pc:spChg chg="mod">
          <ac:chgData name="松川 岳久" userId="d79c3d20-a060-4dfd-b135-b1c4226336af" providerId="ADAL" clId="{F9FFB3E8-DE2E-4685-B669-4E4FAF868C9E}" dt="2026-05-27T06:07:31.896" v="4099" actId="403"/>
          <ac:spMkLst>
            <pc:docMk/>
            <pc:sldMk cId="0" sldId="381"/>
            <ac:spMk id="25" creationId="{00000000-0000-0000-0000-000000000000}"/>
          </ac:spMkLst>
        </pc:spChg>
        <pc:spChg chg="mod">
          <ac:chgData name="松川 岳久" userId="d79c3d20-a060-4dfd-b135-b1c4226336af" providerId="ADAL" clId="{F9FFB3E8-DE2E-4685-B669-4E4FAF868C9E}" dt="2026-05-27T06:07:31.896" v="4099" actId="403"/>
          <ac:spMkLst>
            <pc:docMk/>
            <pc:sldMk cId="0" sldId="381"/>
            <ac:spMk id="32" creationId="{00000000-0000-0000-0000-000000000000}"/>
          </ac:spMkLst>
        </pc:spChg>
        <pc:spChg chg="mod">
          <ac:chgData name="松川 岳久" userId="d79c3d20-a060-4dfd-b135-b1c4226336af" providerId="ADAL" clId="{F9FFB3E8-DE2E-4685-B669-4E4FAF868C9E}" dt="2026-05-27T06:07:31.896" v="4099" actId="403"/>
          <ac:spMkLst>
            <pc:docMk/>
            <pc:sldMk cId="0" sldId="381"/>
            <ac:spMk id="37" creationId="{00000000-0000-0000-0000-000000000000}"/>
          </ac:spMkLst>
        </pc:spChg>
        <pc:spChg chg="mod">
          <ac:chgData name="松川 岳久" userId="d79c3d20-a060-4dfd-b135-b1c4226336af" providerId="ADAL" clId="{F9FFB3E8-DE2E-4685-B669-4E4FAF868C9E}" dt="2026-05-27T06:07:31.896" v="4099" actId="403"/>
          <ac:spMkLst>
            <pc:docMk/>
            <pc:sldMk cId="0" sldId="381"/>
            <ac:spMk id="44" creationId="{00000000-0000-0000-0000-000000000000}"/>
          </ac:spMkLst>
        </pc:spChg>
        <pc:spChg chg="mod">
          <ac:chgData name="松川 岳久" userId="d79c3d20-a060-4dfd-b135-b1c4226336af" providerId="ADAL" clId="{F9FFB3E8-DE2E-4685-B669-4E4FAF868C9E}" dt="2026-06-01T03:49:59.810" v="4859" actId="113"/>
          <ac:spMkLst>
            <pc:docMk/>
            <pc:sldMk cId="0" sldId="381"/>
            <ac:spMk id="49" creationId="{00000000-0000-0000-0000-000000000000}"/>
          </ac:spMkLst>
        </pc:spChg>
      </pc:sldChg>
      <pc:sldChg chg="modSp mod">
        <pc:chgData name="松川 岳久" userId="d79c3d20-a060-4dfd-b135-b1c4226336af" providerId="ADAL" clId="{F9FFB3E8-DE2E-4685-B669-4E4FAF868C9E}" dt="2026-06-01T04:02:25.958" v="5133" actId="403"/>
        <pc:sldMkLst>
          <pc:docMk/>
          <pc:sldMk cId="0" sldId="382"/>
        </pc:sldMkLst>
        <pc:spChg chg="mod">
          <ac:chgData name="松川 岳久" userId="d79c3d20-a060-4dfd-b135-b1c4226336af" providerId="ADAL" clId="{F9FFB3E8-DE2E-4685-B669-4E4FAF868C9E}" dt="2026-06-01T04:02:21.025" v="5132" actId="404"/>
          <ac:spMkLst>
            <pc:docMk/>
            <pc:sldMk cId="0" sldId="382"/>
            <ac:spMk id="5" creationId="{00000000-0000-0000-0000-000000000000}"/>
          </ac:spMkLst>
        </pc:spChg>
        <pc:spChg chg="mod">
          <ac:chgData name="松川 岳久" userId="d79c3d20-a060-4dfd-b135-b1c4226336af" providerId="ADAL" clId="{F9FFB3E8-DE2E-4685-B669-4E4FAF868C9E}" dt="2026-06-01T04:02:25.958" v="5133" actId="403"/>
          <ac:spMkLst>
            <pc:docMk/>
            <pc:sldMk cId="0" sldId="382"/>
            <ac:spMk id="6" creationId="{00000000-0000-0000-0000-000000000000}"/>
          </ac:spMkLst>
        </pc:spChg>
        <pc:spChg chg="mod">
          <ac:chgData name="松川 岳久" userId="d79c3d20-a060-4dfd-b135-b1c4226336af" providerId="ADAL" clId="{F9FFB3E8-DE2E-4685-B669-4E4FAF868C9E}" dt="2026-06-01T04:02:25.958" v="5133" actId="403"/>
          <ac:spMkLst>
            <pc:docMk/>
            <pc:sldMk cId="0" sldId="382"/>
            <ac:spMk id="8" creationId="{00000000-0000-0000-0000-000000000000}"/>
          </ac:spMkLst>
        </pc:spChg>
        <pc:spChg chg="mod">
          <ac:chgData name="松川 岳久" userId="d79c3d20-a060-4dfd-b135-b1c4226336af" providerId="ADAL" clId="{F9FFB3E8-DE2E-4685-B669-4E4FAF868C9E}" dt="2026-06-01T04:02:25.958" v="5133" actId="403"/>
          <ac:spMkLst>
            <pc:docMk/>
            <pc:sldMk cId="0" sldId="382"/>
            <ac:spMk id="10" creationId="{00000000-0000-0000-0000-000000000000}"/>
          </ac:spMkLst>
        </pc:spChg>
        <pc:spChg chg="mod">
          <ac:chgData name="松川 岳久" userId="d79c3d20-a060-4dfd-b135-b1c4226336af" providerId="ADAL" clId="{F9FFB3E8-DE2E-4685-B669-4E4FAF868C9E}" dt="2026-06-01T04:02:25.958" v="5133" actId="403"/>
          <ac:spMkLst>
            <pc:docMk/>
            <pc:sldMk cId="0" sldId="382"/>
            <ac:spMk id="12" creationId="{00000000-0000-0000-0000-000000000000}"/>
          </ac:spMkLst>
        </pc:spChg>
        <pc:spChg chg="mod">
          <ac:chgData name="松川 岳久" userId="d79c3d20-a060-4dfd-b135-b1c4226336af" providerId="ADAL" clId="{F9FFB3E8-DE2E-4685-B669-4E4FAF868C9E}" dt="2026-05-27T06:29:51.941" v="4421" actId="403"/>
          <ac:spMkLst>
            <pc:docMk/>
            <pc:sldMk cId="0" sldId="382"/>
            <ac:spMk id="17" creationId="{00000000-0000-0000-0000-000000000000}"/>
          </ac:spMkLst>
        </pc:spChg>
        <pc:spChg chg="mod">
          <ac:chgData name="松川 岳久" userId="d79c3d20-a060-4dfd-b135-b1c4226336af" providerId="ADAL" clId="{F9FFB3E8-DE2E-4685-B669-4E4FAF868C9E}" dt="2026-06-01T04:02:25.958" v="5133" actId="403"/>
          <ac:spMkLst>
            <pc:docMk/>
            <pc:sldMk cId="0" sldId="382"/>
            <ac:spMk id="18" creationId="{00000000-0000-0000-0000-000000000000}"/>
          </ac:spMkLst>
        </pc:spChg>
        <pc:spChg chg="mod">
          <ac:chgData name="松川 岳久" userId="d79c3d20-a060-4dfd-b135-b1c4226336af" providerId="ADAL" clId="{F9FFB3E8-DE2E-4685-B669-4E4FAF868C9E}" dt="2026-06-01T04:02:25.958" v="5133" actId="403"/>
          <ac:spMkLst>
            <pc:docMk/>
            <pc:sldMk cId="0" sldId="382"/>
            <ac:spMk id="19" creationId="{00000000-0000-0000-0000-000000000000}"/>
          </ac:spMkLst>
        </pc:spChg>
        <pc:spChg chg="mod">
          <ac:chgData name="松川 岳久" userId="d79c3d20-a060-4dfd-b135-b1c4226336af" providerId="ADAL" clId="{F9FFB3E8-DE2E-4685-B669-4E4FAF868C9E}" dt="2026-05-27T06:29:51.941" v="4421" actId="403"/>
          <ac:spMkLst>
            <pc:docMk/>
            <pc:sldMk cId="0" sldId="382"/>
            <ac:spMk id="20" creationId="{00000000-0000-0000-0000-000000000000}"/>
          </ac:spMkLst>
        </pc:spChg>
        <pc:spChg chg="mod">
          <ac:chgData name="松川 岳久" userId="d79c3d20-a060-4dfd-b135-b1c4226336af" providerId="ADAL" clId="{F9FFB3E8-DE2E-4685-B669-4E4FAF868C9E}" dt="2026-06-01T04:02:25.958" v="5133" actId="403"/>
          <ac:spMkLst>
            <pc:docMk/>
            <pc:sldMk cId="0" sldId="382"/>
            <ac:spMk id="21" creationId="{00000000-0000-0000-0000-000000000000}"/>
          </ac:spMkLst>
        </pc:spChg>
        <pc:spChg chg="mod">
          <ac:chgData name="松川 岳久" userId="d79c3d20-a060-4dfd-b135-b1c4226336af" providerId="ADAL" clId="{F9FFB3E8-DE2E-4685-B669-4E4FAF868C9E}" dt="2026-06-01T04:02:25.958" v="5133" actId="403"/>
          <ac:spMkLst>
            <pc:docMk/>
            <pc:sldMk cId="0" sldId="382"/>
            <ac:spMk id="22" creationId="{00000000-0000-0000-0000-000000000000}"/>
          </ac:spMkLst>
        </pc:spChg>
        <pc:spChg chg="mod">
          <ac:chgData name="松川 岳久" userId="d79c3d20-a060-4dfd-b135-b1c4226336af" providerId="ADAL" clId="{F9FFB3E8-DE2E-4685-B669-4E4FAF868C9E}" dt="2026-05-27T06:29:51.941" v="4421" actId="403"/>
          <ac:spMkLst>
            <pc:docMk/>
            <pc:sldMk cId="0" sldId="382"/>
            <ac:spMk id="23" creationId="{00000000-0000-0000-0000-000000000000}"/>
          </ac:spMkLst>
        </pc:spChg>
        <pc:spChg chg="mod">
          <ac:chgData name="松川 岳久" userId="d79c3d20-a060-4dfd-b135-b1c4226336af" providerId="ADAL" clId="{F9FFB3E8-DE2E-4685-B669-4E4FAF868C9E}" dt="2026-05-27T06:29:51.941" v="4421" actId="403"/>
          <ac:spMkLst>
            <pc:docMk/>
            <pc:sldMk cId="0" sldId="382"/>
            <ac:spMk id="25" creationId="{00000000-0000-0000-0000-000000000000}"/>
          </ac:spMkLst>
        </pc:spChg>
        <pc:spChg chg="mod">
          <ac:chgData name="松川 岳久" userId="d79c3d20-a060-4dfd-b135-b1c4226336af" providerId="ADAL" clId="{F9FFB3E8-DE2E-4685-B669-4E4FAF868C9E}" dt="2026-05-27T06:29:51.941" v="4421" actId="403"/>
          <ac:spMkLst>
            <pc:docMk/>
            <pc:sldMk cId="0" sldId="382"/>
            <ac:spMk id="26" creationId="{00000000-0000-0000-0000-000000000000}"/>
          </ac:spMkLst>
        </pc:spChg>
        <pc:spChg chg="mod">
          <ac:chgData name="松川 岳久" userId="d79c3d20-a060-4dfd-b135-b1c4226336af" providerId="ADAL" clId="{F9FFB3E8-DE2E-4685-B669-4E4FAF868C9E}" dt="2026-06-01T04:02:25.958" v="5133" actId="403"/>
          <ac:spMkLst>
            <pc:docMk/>
            <pc:sldMk cId="0" sldId="382"/>
            <ac:spMk id="27" creationId="{00000000-0000-0000-0000-000000000000}"/>
          </ac:spMkLst>
        </pc:spChg>
        <pc:spChg chg="mod">
          <ac:chgData name="松川 岳久" userId="d79c3d20-a060-4dfd-b135-b1c4226336af" providerId="ADAL" clId="{F9FFB3E8-DE2E-4685-B669-4E4FAF868C9E}" dt="2026-05-27T06:29:51.941" v="4421" actId="403"/>
          <ac:spMkLst>
            <pc:docMk/>
            <pc:sldMk cId="0" sldId="382"/>
            <ac:spMk id="28" creationId="{00000000-0000-0000-0000-000000000000}"/>
          </ac:spMkLst>
        </pc:spChg>
        <pc:spChg chg="mod">
          <ac:chgData name="松川 岳久" userId="d79c3d20-a060-4dfd-b135-b1c4226336af" providerId="ADAL" clId="{F9FFB3E8-DE2E-4685-B669-4E4FAF868C9E}" dt="2026-06-01T04:02:25.958" v="5133" actId="403"/>
          <ac:spMkLst>
            <pc:docMk/>
            <pc:sldMk cId="0" sldId="382"/>
            <ac:spMk id="30" creationId="{00000000-0000-0000-0000-000000000000}"/>
          </ac:spMkLst>
        </pc:spChg>
        <pc:spChg chg="mod">
          <ac:chgData name="松川 岳久" userId="d79c3d20-a060-4dfd-b135-b1c4226336af" providerId="ADAL" clId="{F9FFB3E8-DE2E-4685-B669-4E4FAF868C9E}" dt="2026-05-27T06:29:51.941" v="4421" actId="403"/>
          <ac:spMkLst>
            <pc:docMk/>
            <pc:sldMk cId="0" sldId="382"/>
            <ac:spMk id="31" creationId="{00000000-0000-0000-0000-000000000000}"/>
          </ac:spMkLst>
        </pc:spChg>
        <pc:spChg chg="mod">
          <ac:chgData name="松川 岳久" userId="d79c3d20-a060-4dfd-b135-b1c4226336af" providerId="ADAL" clId="{F9FFB3E8-DE2E-4685-B669-4E4FAF868C9E}" dt="2026-05-27T06:29:51.941" v="4421" actId="403"/>
          <ac:spMkLst>
            <pc:docMk/>
            <pc:sldMk cId="0" sldId="382"/>
            <ac:spMk id="33" creationId="{00000000-0000-0000-0000-000000000000}"/>
          </ac:spMkLst>
        </pc:spChg>
        <pc:spChg chg="mod">
          <ac:chgData name="松川 岳久" userId="d79c3d20-a060-4dfd-b135-b1c4226336af" providerId="ADAL" clId="{F9FFB3E8-DE2E-4685-B669-4E4FAF868C9E}" dt="2026-05-27T06:30:00.344" v="4423" actId="403"/>
          <ac:spMkLst>
            <pc:docMk/>
            <pc:sldMk cId="0" sldId="382"/>
            <ac:spMk id="34" creationId="{00000000-0000-0000-0000-000000000000}"/>
          </ac:spMkLst>
        </pc:spChg>
        <pc:spChg chg="mod">
          <ac:chgData name="松川 岳久" userId="d79c3d20-a060-4dfd-b135-b1c4226336af" providerId="ADAL" clId="{F9FFB3E8-DE2E-4685-B669-4E4FAF868C9E}" dt="2026-05-27T06:30:00.344" v="4423" actId="403"/>
          <ac:spMkLst>
            <pc:docMk/>
            <pc:sldMk cId="0" sldId="382"/>
            <ac:spMk id="35" creationId="{00000000-0000-0000-0000-000000000000}"/>
          </ac:spMkLst>
        </pc:spChg>
        <pc:spChg chg="mod">
          <ac:chgData name="松川 岳久" userId="d79c3d20-a060-4dfd-b135-b1c4226336af" providerId="ADAL" clId="{F9FFB3E8-DE2E-4685-B669-4E4FAF868C9E}" dt="2026-06-01T04:02:21.025" v="5132" actId="404"/>
          <ac:spMkLst>
            <pc:docMk/>
            <pc:sldMk cId="0" sldId="382"/>
            <ac:spMk id="36" creationId="{00000000-0000-0000-0000-000000000000}"/>
          </ac:spMkLst>
        </pc:spChg>
        <pc:spChg chg="mod">
          <ac:chgData name="松川 岳久" userId="d79c3d20-a060-4dfd-b135-b1c4226336af" providerId="ADAL" clId="{F9FFB3E8-DE2E-4685-B669-4E4FAF868C9E}" dt="2026-06-01T04:02:21.025" v="5132" actId="404"/>
          <ac:spMkLst>
            <pc:docMk/>
            <pc:sldMk cId="0" sldId="382"/>
            <ac:spMk id="37" creationId="{00000000-0000-0000-0000-000000000000}"/>
          </ac:spMkLst>
        </pc:spChg>
      </pc:sldChg>
      <pc:sldChg chg="modSp mod">
        <pc:chgData name="松川 岳久" userId="d79c3d20-a060-4dfd-b135-b1c4226336af" providerId="ADAL" clId="{F9FFB3E8-DE2E-4685-B669-4E4FAF868C9E}" dt="2026-05-27T06:20:21.053" v="4385" actId="404"/>
        <pc:sldMkLst>
          <pc:docMk/>
          <pc:sldMk cId="0" sldId="383"/>
        </pc:sldMkLst>
        <pc:spChg chg="mod">
          <ac:chgData name="松川 岳久" userId="d79c3d20-a060-4dfd-b135-b1c4226336af" providerId="ADAL" clId="{F9FFB3E8-DE2E-4685-B669-4E4FAF868C9E}" dt="2026-05-27T06:20:01.903" v="4380" actId="403"/>
          <ac:spMkLst>
            <pc:docMk/>
            <pc:sldMk cId="0" sldId="383"/>
            <ac:spMk id="9" creationId="{00000000-0000-0000-0000-000000000000}"/>
          </ac:spMkLst>
        </pc:spChg>
        <pc:spChg chg="mod">
          <ac:chgData name="松川 岳久" userId="d79c3d20-a060-4dfd-b135-b1c4226336af" providerId="ADAL" clId="{F9FFB3E8-DE2E-4685-B669-4E4FAF868C9E}" dt="2026-05-27T06:20:01.903" v="4380" actId="403"/>
          <ac:spMkLst>
            <pc:docMk/>
            <pc:sldMk cId="0" sldId="383"/>
            <ac:spMk id="11" creationId="{00000000-0000-0000-0000-000000000000}"/>
          </ac:spMkLst>
        </pc:spChg>
        <pc:spChg chg="mod">
          <ac:chgData name="松川 岳久" userId="d79c3d20-a060-4dfd-b135-b1c4226336af" providerId="ADAL" clId="{F9FFB3E8-DE2E-4685-B669-4E4FAF868C9E}" dt="2026-05-27T06:20:01.903" v="4380" actId="403"/>
          <ac:spMkLst>
            <pc:docMk/>
            <pc:sldMk cId="0" sldId="383"/>
            <ac:spMk id="13" creationId="{00000000-0000-0000-0000-000000000000}"/>
          </ac:spMkLst>
        </pc:spChg>
        <pc:spChg chg="mod">
          <ac:chgData name="松川 岳久" userId="d79c3d20-a060-4dfd-b135-b1c4226336af" providerId="ADAL" clId="{F9FFB3E8-DE2E-4685-B669-4E4FAF868C9E}" dt="2026-05-27T06:20:01.903" v="4380" actId="403"/>
          <ac:spMkLst>
            <pc:docMk/>
            <pc:sldMk cId="0" sldId="383"/>
            <ac:spMk id="16" creationId="{00000000-0000-0000-0000-000000000000}"/>
          </ac:spMkLst>
        </pc:spChg>
        <pc:spChg chg="mod">
          <ac:chgData name="松川 岳久" userId="d79c3d20-a060-4dfd-b135-b1c4226336af" providerId="ADAL" clId="{F9FFB3E8-DE2E-4685-B669-4E4FAF868C9E}" dt="2026-05-27T06:20:01.903" v="4380" actId="403"/>
          <ac:spMkLst>
            <pc:docMk/>
            <pc:sldMk cId="0" sldId="383"/>
            <ac:spMk id="23" creationId="{00000000-0000-0000-0000-000000000000}"/>
          </ac:spMkLst>
        </pc:spChg>
        <pc:spChg chg="mod">
          <ac:chgData name="松川 岳久" userId="d79c3d20-a060-4dfd-b135-b1c4226336af" providerId="ADAL" clId="{F9FFB3E8-DE2E-4685-B669-4E4FAF868C9E}" dt="2026-05-27T06:20:01.903" v="4380" actId="403"/>
          <ac:spMkLst>
            <pc:docMk/>
            <pc:sldMk cId="0" sldId="383"/>
            <ac:spMk id="27" creationId="{00000000-0000-0000-0000-000000000000}"/>
          </ac:spMkLst>
        </pc:spChg>
        <pc:spChg chg="mod">
          <ac:chgData name="松川 岳久" userId="d79c3d20-a060-4dfd-b135-b1c4226336af" providerId="ADAL" clId="{F9FFB3E8-DE2E-4685-B669-4E4FAF868C9E}" dt="2026-05-27T06:20:08.121" v="4381" actId="20577"/>
          <ac:spMkLst>
            <pc:docMk/>
            <pc:sldMk cId="0" sldId="383"/>
            <ac:spMk id="32" creationId="{00000000-0000-0000-0000-000000000000}"/>
          </ac:spMkLst>
        </pc:spChg>
        <pc:spChg chg="mod">
          <ac:chgData name="松川 岳久" userId="d79c3d20-a060-4dfd-b135-b1c4226336af" providerId="ADAL" clId="{F9FFB3E8-DE2E-4685-B669-4E4FAF868C9E}" dt="2026-05-27T06:20:01.903" v="4380" actId="403"/>
          <ac:spMkLst>
            <pc:docMk/>
            <pc:sldMk cId="0" sldId="383"/>
            <ac:spMk id="34" creationId="{00000000-0000-0000-0000-000000000000}"/>
          </ac:spMkLst>
        </pc:spChg>
        <pc:spChg chg="mod">
          <ac:chgData name="松川 岳久" userId="d79c3d20-a060-4dfd-b135-b1c4226336af" providerId="ADAL" clId="{F9FFB3E8-DE2E-4685-B669-4E4FAF868C9E}" dt="2026-05-27T06:20:01.903" v="4380" actId="403"/>
          <ac:spMkLst>
            <pc:docMk/>
            <pc:sldMk cId="0" sldId="383"/>
            <ac:spMk id="35" creationId="{00000000-0000-0000-0000-000000000000}"/>
          </ac:spMkLst>
        </pc:spChg>
        <pc:spChg chg="mod">
          <ac:chgData name="松川 岳久" userId="d79c3d20-a060-4dfd-b135-b1c4226336af" providerId="ADAL" clId="{F9FFB3E8-DE2E-4685-B669-4E4FAF868C9E}" dt="2026-05-27T06:20:01.903" v="4380" actId="403"/>
          <ac:spMkLst>
            <pc:docMk/>
            <pc:sldMk cId="0" sldId="383"/>
            <ac:spMk id="36" creationId="{00000000-0000-0000-0000-000000000000}"/>
          </ac:spMkLst>
        </pc:spChg>
        <pc:spChg chg="mod">
          <ac:chgData name="松川 岳久" userId="d79c3d20-a060-4dfd-b135-b1c4226336af" providerId="ADAL" clId="{F9FFB3E8-DE2E-4685-B669-4E4FAF868C9E}" dt="2026-05-27T06:20:21.053" v="4385" actId="404"/>
          <ac:spMkLst>
            <pc:docMk/>
            <pc:sldMk cId="0" sldId="383"/>
            <ac:spMk id="42" creationId="{00000000-0000-0000-0000-000000000000}"/>
          </ac:spMkLst>
        </pc:spChg>
        <pc:spChg chg="mod">
          <ac:chgData name="松川 岳久" userId="d79c3d20-a060-4dfd-b135-b1c4226336af" providerId="ADAL" clId="{F9FFB3E8-DE2E-4685-B669-4E4FAF868C9E}" dt="2026-05-27T06:20:21.053" v="4385" actId="404"/>
          <ac:spMkLst>
            <pc:docMk/>
            <pc:sldMk cId="0" sldId="383"/>
            <ac:spMk id="43" creationId="{00000000-0000-0000-0000-000000000000}"/>
          </ac:spMkLst>
        </pc:spChg>
        <pc:spChg chg="mod">
          <ac:chgData name="松川 岳久" userId="d79c3d20-a060-4dfd-b135-b1c4226336af" providerId="ADAL" clId="{F9FFB3E8-DE2E-4685-B669-4E4FAF868C9E}" dt="2026-05-27T06:20:21.053" v="4385" actId="404"/>
          <ac:spMkLst>
            <pc:docMk/>
            <pc:sldMk cId="0" sldId="383"/>
            <ac:spMk id="44" creationId="{00000000-0000-0000-0000-000000000000}"/>
          </ac:spMkLst>
        </pc:spChg>
        <pc:spChg chg="mod">
          <ac:chgData name="松川 岳久" userId="d79c3d20-a060-4dfd-b135-b1c4226336af" providerId="ADAL" clId="{F9FFB3E8-DE2E-4685-B669-4E4FAF868C9E}" dt="2026-05-27T06:20:21.053" v="4385" actId="404"/>
          <ac:spMkLst>
            <pc:docMk/>
            <pc:sldMk cId="0" sldId="383"/>
            <ac:spMk id="45" creationId="{00000000-0000-0000-0000-000000000000}"/>
          </ac:spMkLst>
        </pc:spChg>
        <pc:spChg chg="mod">
          <ac:chgData name="松川 岳久" userId="d79c3d20-a060-4dfd-b135-b1c4226336af" providerId="ADAL" clId="{F9FFB3E8-DE2E-4685-B669-4E4FAF868C9E}" dt="2026-05-27T06:20:21.053" v="4385" actId="404"/>
          <ac:spMkLst>
            <pc:docMk/>
            <pc:sldMk cId="0" sldId="383"/>
            <ac:spMk id="46" creationId="{00000000-0000-0000-0000-000000000000}"/>
          </ac:spMkLst>
        </pc:spChg>
      </pc:sldChg>
      <pc:sldChg chg="modSp add mod setBg">
        <pc:chgData name="松川 岳久" userId="d79c3d20-a060-4dfd-b135-b1c4226336af" providerId="ADAL" clId="{F9FFB3E8-DE2E-4685-B669-4E4FAF868C9E}" dt="2026-06-01T06:03:05.564" v="5209"/>
        <pc:sldMkLst>
          <pc:docMk/>
          <pc:sldMk cId="2386008309" sldId="384"/>
        </pc:sldMkLst>
        <pc:spChg chg="mod">
          <ac:chgData name="松川 岳久" userId="d79c3d20-a060-4dfd-b135-b1c4226336af" providerId="ADAL" clId="{F9FFB3E8-DE2E-4685-B669-4E4FAF868C9E}" dt="2026-06-01T06:03:05.564" v="5209"/>
          <ac:spMkLst>
            <pc:docMk/>
            <pc:sldMk cId="2386008309" sldId="384"/>
            <ac:spMk id="73" creationId="{BEB8DD5F-863B-398F-A29D-7AB8E75B897E}"/>
          </ac:spMkLst>
        </pc:spChg>
      </pc:sldChg>
      <pc:sldChg chg="addSp delSp modSp add mod">
        <pc:chgData name="松川 岳久" userId="d79c3d20-a060-4dfd-b135-b1c4226336af" providerId="ADAL" clId="{F9FFB3E8-DE2E-4685-B669-4E4FAF868C9E}" dt="2026-05-22T02:03:28.988" v="518" actId="1076"/>
        <pc:sldMkLst>
          <pc:docMk/>
          <pc:sldMk cId="2867530614" sldId="385"/>
        </pc:sldMkLst>
        <pc:spChg chg="add mod">
          <ac:chgData name="松川 岳久" userId="d79c3d20-a060-4dfd-b135-b1c4226336af" providerId="ADAL" clId="{F9FFB3E8-DE2E-4685-B669-4E4FAF868C9E}" dt="2026-05-22T02:02:39.154" v="509" actId="1076"/>
          <ac:spMkLst>
            <pc:docMk/>
            <pc:sldMk cId="2867530614" sldId="385"/>
            <ac:spMk id="4" creationId="{2842187F-46F9-A843-81F9-35D129AC1B2B}"/>
          </ac:spMkLst>
        </pc:spChg>
        <pc:spChg chg="mod">
          <ac:chgData name="松川 岳久" userId="d79c3d20-a060-4dfd-b135-b1c4226336af" providerId="ADAL" clId="{F9FFB3E8-DE2E-4685-B669-4E4FAF868C9E}" dt="2026-05-22T01:58:28.375" v="492" actId="403"/>
          <ac:spMkLst>
            <pc:docMk/>
            <pc:sldMk cId="2867530614" sldId="385"/>
            <ac:spMk id="103" creationId="{00000000-0000-0000-0000-000000000000}"/>
          </ac:spMkLst>
        </pc:spChg>
        <pc:spChg chg="mod">
          <ac:chgData name="松川 岳久" userId="d79c3d20-a060-4dfd-b135-b1c4226336af" providerId="ADAL" clId="{F9FFB3E8-DE2E-4685-B669-4E4FAF868C9E}" dt="2026-05-22T02:03:15.149" v="516" actId="1076"/>
          <ac:spMkLst>
            <pc:docMk/>
            <pc:sldMk cId="2867530614" sldId="385"/>
            <ac:spMk id="104" creationId="{00000000-0000-0000-0000-000000000000}"/>
          </ac:spMkLst>
        </pc:spChg>
        <pc:spChg chg="mod">
          <ac:chgData name="松川 岳久" userId="d79c3d20-a060-4dfd-b135-b1c4226336af" providerId="ADAL" clId="{F9FFB3E8-DE2E-4685-B669-4E4FAF868C9E}" dt="2026-05-22T02:03:15.149" v="516" actId="1076"/>
          <ac:spMkLst>
            <pc:docMk/>
            <pc:sldMk cId="2867530614" sldId="385"/>
            <ac:spMk id="105" creationId="{00000000-0000-0000-0000-000000000000}"/>
          </ac:spMkLst>
        </pc:spChg>
        <pc:spChg chg="mod">
          <ac:chgData name="松川 岳久" userId="d79c3d20-a060-4dfd-b135-b1c4226336af" providerId="ADAL" clId="{F9FFB3E8-DE2E-4685-B669-4E4FAF868C9E}" dt="2026-05-22T02:03:15.149" v="516" actId="1076"/>
          <ac:spMkLst>
            <pc:docMk/>
            <pc:sldMk cId="2867530614" sldId="385"/>
            <ac:spMk id="106" creationId="{00000000-0000-0000-0000-000000000000}"/>
          </ac:spMkLst>
        </pc:spChg>
        <pc:spChg chg="mod">
          <ac:chgData name="松川 岳久" userId="d79c3d20-a060-4dfd-b135-b1c4226336af" providerId="ADAL" clId="{F9FFB3E8-DE2E-4685-B669-4E4FAF868C9E}" dt="2026-05-22T02:03:28.988" v="518" actId="1076"/>
          <ac:spMkLst>
            <pc:docMk/>
            <pc:sldMk cId="2867530614" sldId="385"/>
            <ac:spMk id="107" creationId="{00000000-0000-0000-0000-000000000000}"/>
          </ac:spMkLst>
        </pc:spChg>
        <pc:spChg chg="mod">
          <ac:chgData name="松川 岳久" userId="d79c3d20-a060-4dfd-b135-b1c4226336af" providerId="ADAL" clId="{F9FFB3E8-DE2E-4685-B669-4E4FAF868C9E}" dt="2026-05-22T02:03:28.988" v="518" actId="1076"/>
          <ac:spMkLst>
            <pc:docMk/>
            <pc:sldMk cId="2867530614" sldId="385"/>
            <ac:spMk id="108" creationId="{00000000-0000-0000-0000-000000000000}"/>
          </ac:spMkLst>
        </pc:spChg>
        <pc:spChg chg="mod">
          <ac:chgData name="松川 岳久" userId="d79c3d20-a060-4dfd-b135-b1c4226336af" providerId="ADAL" clId="{F9FFB3E8-DE2E-4685-B669-4E4FAF868C9E}" dt="2026-05-22T02:03:28.988" v="518" actId="1076"/>
          <ac:spMkLst>
            <pc:docMk/>
            <pc:sldMk cId="2867530614" sldId="385"/>
            <ac:spMk id="109" creationId="{00000000-0000-0000-0000-000000000000}"/>
          </ac:spMkLst>
        </pc:spChg>
        <pc:spChg chg="mod">
          <ac:chgData name="松川 岳久" userId="d79c3d20-a060-4dfd-b135-b1c4226336af" providerId="ADAL" clId="{F9FFB3E8-DE2E-4685-B669-4E4FAF868C9E}" dt="2026-05-22T01:58:39.650" v="495" actId="1076"/>
          <ac:spMkLst>
            <pc:docMk/>
            <pc:sldMk cId="2867530614" sldId="385"/>
            <ac:spMk id="112" creationId="{00000000-0000-0000-0000-000000000000}"/>
          </ac:spMkLst>
        </pc:spChg>
        <pc:spChg chg="mod">
          <ac:chgData name="松川 岳久" userId="d79c3d20-a060-4dfd-b135-b1c4226336af" providerId="ADAL" clId="{F9FFB3E8-DE2E-4685-B669-4E4FAF868C9E}" dt="2026-05-22T02:02:58.604" v="513" actId="1076"/>
          <ac:spMkLst>
            <pc:docMk/>
            <pc:sldMk cId="2867530614" sldId="385"/>
            <ac:spMk id="113" creationId="{00000000-0000-0000-0000-000000000000}"/>
          </ac:spMkLst>
        </pc:spChg>
        <pc:spChg chg="mod">
          <ac:chgData name="松川 岳久" userId="d79c3d20-a060-4dfd-b135-b1c4226336af" providerId="ADAL" clId="{F9FFB3E8-DE2E-4685-B669-4E4FAF868C9E}" dt="2026-05-22T02:03:21.022" v="517" actId="1076"/>
          <ac:spMkLst>
            <pc:docMk/>
            <pc:sldMk cId="2867530614" sldId="385"/>
            <ac:spMk id="114" creationId="{00000000-0000-0000-0000-000000000000}"/>
          </ac:spMkLst>
        </pc:spChg>
        <pc:spChg chg="mod">
          <ac:chgData name="松川 岳久" userId="d79c3d20-a060-4dfd-b135-b1c4226336af" providerId="ADAL" clId="{F9FFB3E8-DE2E-4685-B669-4E4FAF868C9E}" dt="2026-05-22T02:02:27.884" v="505" actId="14100"/>
          <ac:spMkLst>
            <pc:docMk/>
            <pc:sldMk cId="2867530614" sldId="385"/>
            <ac:spMk id="115" creationId="{00000000-0000-0000-0000-000000000000}"/>
          </ac:spMkLst>
        </pc:spChg>
        <pc:spChg chg="mod">
          <ac:chgData name="松川 岳久" userId="d79c3d20-a060-4dfd-b135-b1c4226336af" providerId="ADAL" clId="{F9FFB3E8-DE2E-4685-B669-4E4FAF868C9E}" dt="2026-05-22T02:02:50.730" v="511" actId="1076"/>
          <ac:spMkLst>
            <pc:docMk/>
            <pc:sldMk cId="2867530614" sldId="385"/>
            <ac:spMk id="117" creationId="{00000000-0000-0000-0000-000000000000}"/>
          </ac:spMkLst>
        </pc:spChg>
        <pc:spChg chg="mod">
          <ac:chgData name="松川 岳久" userId="d79c3d20-a060-4dfd-b135-b1c4226336af" providerId="ADAL" clId="{F9FFB3E8-DE2E-4685-B669-4E4FAF868C9E}" dt="2026-05-22T02:02:19.720" v="503" actId="1076"/>
          <ac:spMkLst>
            <pc:docMk/>
            <pc:sldMk cId="2867530614" sldId="385"/>
            <ac:spMk id="118" creationId="{00000000-0000-0000-0000-000000000000}"/>
          </ac:spMkLst>
        </pc:spChg>
      </pc:sldChg>
      <pc:sldChg chg="modSp add mod">
        <pc:chgData name="松川 岳久" userId="d79c3d20-a060-4dfd-b135-b1c4226336af" providerId="ADAL" clId="{F9FFB3E8-DE2E-4685-B669-4E4FAF868C9E}" dt="2026-05-22T02:16:17.228" v="648" actId="1038"/>
        <pc:sldMkLst>
          <pc:docMk/>
          <pc:sldMk cId="1123803863" sldId="397"/>
        </pc:sldMkLst>
        <pc:spChg chg="mod">
          <ac:chgData name="松川 岳久" userId="d79c3d20-a060-4dfd-b135-b1c4226336af" providerId="ADAL" clId="{F9FFB3E8-DE2E-4685-B669-4E4FAF868C9E}" dt="2026-05-22T02:15:02.286" v="617" actId="14100"/>
          <ac:spMkLst>
            <pc:docMk/>
            <pc:sldMk cId="1123803863" sldId="397"/>
            <ac:spMk id="141" creationId="{00000000-0000-0000-0000-000000000000}"/>
          </ac:spMkLst>
        </pc:spChg>
        <pc:spChg chg="mod">
          <ac:chgData name="松川 岳久" userId="d79c3d20-a060-4dfd-b135-b1c4226336af" providerId="ADAL" clId="{F9FFB3E8-DE2E-4685-B669-4E4FAF868C9E}" dt="2026-05-22T02:15:08.219" v="620" actId="403"/>
          <ac:spMkLst>
            <pc:docMk/>
            <pc:sldMk cId="1123803863" sldId="397"/>
            <ac:spMk id="142" creationId="{00000000-0000-0000-0000-000000000000}"/>
          </ac:spMkLst>
        </pc:spChg>
        <pc:spChg chg="mod">
          <ac:chgData name="松川 岳久" userId="d79c3d20-a060-4dfd-b135-b1c4226336af" providerId="ADAL" clId="{F9FFB3E8-DE2E-4685-B669-4E4FAF868C9E}" dt="2026-05-22T02:15:59.069" v="632" actId="1076"/>
          <ac:spMkLst>
            <pc:docMk/>
            <pc:sldMk cId="1123803863" sldId="397"/>
            <ac:spMk id="143" creationId="{00000000-0000-0000-0000-000000000000}"/>
          </ac:spMkLst>
        </pc:spChg>
        <pc:spChg chg="mod">
          <ac:chgData name="松川 岳久" userId="d79c3d20-a060-4dfd-b135-b1c4226336af" providerId="ADAL" clId="{F9FFB3E8-DE2E-4685-B669-4E4FAF868C9E}" dt="2026-05-22T02:16:17.228" v="648" actId="1038"/>
          <ac:spMkLst>
            <pc:docMk/>
            <pc:sldMk cId="1123803863" sldId="397"/>
            <ac:spMk id="144" creationId="{00000000-0000-0000-0000-000000000000}"/>
          </ac:spMkLst>
        </pc:spChg>
        <pc:picChg chg="mod">
          <ac:chgData name="松川 岳久" userId="d79c3d20-a060-4dfd-b135-b1c4226336af" providerId="ADAL" clId="{F9FFB3E8-DE2E-4685-B669-4E4FAF868C9E}" dt="2026-05-22T02:13:41.491" v="598" actId="14100"/>
          <ac:picMkLst>
            <pc:docMk/>
            <pc:sldMk cId="1123803863" sldId="397"/>
            <ac:picMk id="145" creationId="{00000000-0000-0000-0000-000000000000}"/>
          </ac:picMkLst>
        </pc:picChg>
        <pc:picChg chg="mod">
          <ac:chgData name="松川 岳久" userId="d79c3d20-a060-4dfd-b135-b1c4226336af" providerId="ADAL" clId="{F9FFB3E8-DE2E-4685-B669-4E4FAF868C9E}" dt="2026-05-22T02:13:45.260" v="599" actId="14100"/>
          <ac:picMkLst>
            <pc:docMk/>
            <pc:sldMk cId="1123803863" sldId="397"/>
            <ac:picMk id="146" creationId="{00000000-0000-0000-0000-000000000000}"/>
          </ac:picMkLst>
        </pc:picChg>
        <pc:picChg chg="mod">
          <ac:chgData name="松川 岳久" userId="d79c3d20-a060-4dfd-b135-b1c4226336af" providerId="ADAL" clId="{F9FFB3E8-DE2E-4685-B669-4E4FAF868C9E}" dt="2026-05-22T02:13:49.870" v="600" actId="14100"/>
          <ac:picMkLst>
            <pc:docMk/>
            <pc:sldMk cId="1123803863" sldId="397"/>
            <ac:picMk id="147" creationId="{00000000-0000-0000-0000-000000000000}"/>
          </ac:picMkLst>
        </pc:picChg>
        <pc:picChg chg="mod">
          <ac:chgData name="松川 岳久" userId="d79c3d20-a060-4dfd-b135-b1c4226336af" providerId="ADAL" clId="{F9FFB3E8-DE2E-4685-B669-4E4FAF868C9E}" dt="2026-05-22T02:13:59.421" v="602" actId="14100"/>
          <ac:picMkLst>
            <pc:docMk/>
            <pc:sldMk cId="1123803863" sldId="397"/>
            <ac:picMk id="148" creationId="{00000000-0000-0000-0000-000000000000}"/>
          </ac:picMkLst>
        </pc:picChg>
        <pc:picChg chg="mod">
          <ac:chgData name="松川 岳久" userId="d79c3d20-a060-4dfd-b135-b1c4226336af" providerId="ADAL" clId="{F9FFB3E8-DE2E-4685-B669-4E4FAF868C9E}" dt="2026-05-22T02:14:08.927" v="603" actId="14100"/>
          <ac:picMkLst>
            <pc:docMk/>
            <pc:sldMk cId="1123803863" sldId="397"/>
            <ac:picMk id="149" creationId="{00000000-0000-0000-0000-000000000000}"/>
          </ac:picMkLst>
        </pc:picChg>
        <pc:picChg chg="mod">
          <ac:chgData name="松川 岳久" userId="d79c3d20-a060-4dfd-b135-b1c4226336af" providerId="ADAL" clId="{F9FFB3E8-DE2E-4685-B669-4E4FAF868C9E}" dt="2026-05-22T02:15:23.269" v="622" actId="1076"/>
          <ac:picMkLst>
            <pc:docMk/>
            <pc:sldMk cId="1123803863" sldId="397"/>
            <ac:picMk id="150" creationId="{00000000-0000-0000-0000-000000000000}"/>
          </ac:picMkLst>
        </pc:picChg>
        <pc:picChg chg="mod">
          <ac:chgData name="松川 岳久" userId="d79c3d20-a060-4dfd-b135-b1c4226336af" providerId="ADAL" clId="{F9FFB3E8-DE2E-4685-B669-4E4FAF868C9E}" dt="2026-05-22T02:14:23.501" v="607" actId="1076"/>
          <ac:picMkLst>
            <pc:docMk/>
            <pc:sldMk cId="1123803863" sldId="397"/>
            <ac:picMk id="151" creationId="{00000000-0000-0000-0000-000000000000}"/>
          </ac:picMkLst>
        </pc:picChg>
        <pc:picChg chg="mod">
          <ac:chgData name="松川 岳久" userId="d79c3d20-a060-4dfd-b135-b1c4226336af" providerId="ADAL" clId="{F9FFB3E8-DE2E-4685-B669-4E4FAF868C9E}" dt="2026-05-22T02:14:29.526" v="609" actId="1076"/>
          <ac:picMkLst>
            <pc:docMk/>
            <pc:sldMk cId="1123803863" sldId="397"/>
            <ac:picMk id="152" creationId="{00000000-0000-0000-0000-000000000000}"/>
          </ac:picMkLst>
        </pc:picChg>
        <pc:picChg chg="mod">
          <ac:chgData name="松川 岳久" userId="d79c3d20-a060-4dfd-b135-b1c4226336af" providerId="ADAL" clId="{F9FFB3E8-DE2E-4685-B669-4E4FAF868C9E}" dt="2026-05-22T02:14:16.161" v="605" actId="1076"/>
          <ac:picMkLst>
            <pc:docMk/>
            <pc:sldMk cId="1123803863" sldId="397"/>
            <ac:picMk id="153" creationId="{00000000-0000-0000-0000-000000000000}"/>
          </ac:picMkLst>
        </pc:picChg>
        <pc:picChg chg="mod">
          <ac:chgData name="松川 岳久" userId="d79c3d20-a060-4dfd-b135-b1c4226336af" providerId="ADAL" clId="{F9FFB3E8-DE2E-4685-B669-4E4FAF868C9E}" dt="2026-05-22T02:14:36.852" v="611" actId="1076"/>
          <ac:picMkLst>
            <pc:docMk/>
            <pc:sldMk cId="1123803863" sldId="397"/>
            <ac:picMk id="154" creationId="{00000000-0000-0000-0000-000000000000}"/>
          </ac:picMkLst>
        </pc:picChg>
        <pc:picChg chg="mod">
          <ac:chgData name="松川 岳久" userId="d79c3d20-a060-4dfd-b135-b1c4226336af" providerId="ADAL" clId="{F9FFB3E8-DE2E-4685-B669-4E4FAF868C9E}" dt="2026-05-22T02:14:50.076" v="615" actId="1076"/>
          <ac:picMkLst>
            <pc:docMk/>
            <pc:sldMk cId="1123803863" sldId="397"/>
            <ac:picMk id="155" creationId="{00000000-0000-0000-0000-000000000000}"/>
          </ac:picMkLst>
        </pc:picChg>
      </pc:sldChg>
      <pc:sldChg chg="modSp add mod">
        <pc:chgData name="松川 岳久" userId="d79c3d20-a060-4dfd-b135-b1c4226336af" providerId="ADAL" clId="{F9FFB3E8-DE2E-4685-B669-4E4FAF868C9E}" dt="2026-06-01T01:50:47.011" v="4485" actId="20577"/>
        <pc:sldMkLst>
          <pc:docMk/>
          <pc:sldMk cId="1929867129" sldId="403"/>
        </pc:sldMkLst>
        <pc:spChg chg="mod">
          <ac:chgData name="松川 岳久" userId="d79c3d20-a060-4dfd-b135-b1c4226336af" providerId="ADAL" clId="{F9FFB3E8-DE2E-4685-B669-4E4FAF868C9E}" dt="2026-06-01T01:50:47.011" v="4485" actId="20577"/>
          <ac:spMkLst>
            <pc:docMk/>
            <pc:sldMk cId="1929867129" sldId="403"/>
            <ac:spMk id="5" creationId="{00000000-0000-0000-0000-000000000000}"/>
          </ac:spMkLst>
        </pc:spChg>
      </pc:sldChg>
      <pc:sldChg chg="modSp add mod">
        <pc:chgData name="松川 岳久" userId="d79c3d20-a060-4dfd-b135-b1c4226336af" providerId="ADAL" clId="{F9FFB3E8-DE2E-4685-B669-4E4FAF868C9E}" dt="2026-06-01T06:03:05.570" v="5211"/>
        <pc:sldMkLst>
          <pc:docMk/>
          <pc:sldMk cId="2298007295" sldId="404"/>
        </pc:sldMkLst>
        <pc:spChg chg="mod">
          <ac:chgData name="松川 岳久" userId="d79c3d20-a060-4dfd-b135-b1c4226336af" providerId="ADAL" clId="{F9FFB3E8-DE2E-4685-B669-4E4FAF868C9E}" dt="2026-06-01T06:03:05.570" v="5211"/>
          <ac:spMkLst>
            <pc:docMk/>
            <pc:sldMk cId="2298007295" sldId="404"/>
            <ac:spMk id="73" creationId="{25B98074-FA70-18D1-B8DC-4786CB6A5147}"/>
          </ac:spMkLst>
        </pc:spChg>
      </pc:sldChg>
      <pc:sldChg chg="modSp add mod">
        <pc:chgData name="松川 岳久" userId="d79c3d20-a060-4dfd-b135-b1c4226336af" providerId="ADAL" clId="{F9FFB3E8-DE2E-4685-B669-4E4FAF868C9E}" dt="2026-06-01T06:03:05.574" v="5213"/>
        <pc:sldMkLst>
          <pc:docMk/>
          <pc:sldMk cId="2703967424" sldId="405"/>
        </pc:sldMkLst>
        <pc:spChg chg="mod">
          <ac:chgData name="松川 岳久" userId="d79c3d20-a060-4dfd-b135-b1c4226336af" providerId="ADAL" clId="{F9FFB3E8-DE2E-4685-B669-4E4FAF868C9E}" dt="2026-06-01T06:03:05.574" v="5213"/>
          <ac:spMkLst>
            <pc:docMk/>
            <pc:sldMk cId="2703967424" sldId="405"/>
            <ac:spMk id="73" creationId="{01A19C94-3187-C66F-6329-B98DED09B408}"/>
          </ac:spMkLst>
        </pc:spChg>
      </pc:sldChg>
      <pc:sldChg chg="addSp delSp modSp add mod ord">
        <pc:chgData name="松川 岳久" userId="d79c3d20-a060-4dfd-b135-b1c4226336af" providerId="ADAL" clId="{F9FFB3E8-DE2E-4685-B669-4E4FAF868C9E}" dt="2026-05-22T04:19:08.397" v="1457" actId="478"/>
        <pc:sldMkLst>
          <pc:docMk/>
          <pc:sldMk cId="2789336137" sldId="406"/>
        </pc:sldMkLst>
        <pc:spChg chg="add mod">
          <ac:chgData name="松川 岳久" userId="d79c3d20-a060-4dfd-b135-b1c4226336af" providerId="ADAL" clId="{F9FFB3E8-DE2E-4685-B669-4E4FAF868C9E}" dt="2026-05-22T04:17:47.766" v="1389" actId="1076"/>
          <ac:spMkLst>
            <pc:docMk/>
            <pc:sldMk cId="2789336137" sldId="406"/>
            <ac:spMk id="7" creationId="{49040EB6-00A2-B71E-F554-68506702087F}"/>
          </ac:spMkLst>
        </pc:spChg>
        <pc:spChg chg="add mod">
          <ac:chgData name="松川 岳久" userId="d79c3d20-a060-4dfd-b135-b1c4226336af" providerId="ADAL" clId="{F9FFB3E8-DE2E-4685-B669-4E4FAF868C9E}" dt="2026-05-22T04:18:03.242" v="1394" actId="1037"/>
          <ac:spMkLst>
            <pc:docMk/>
            <pc:sldMk cId="2789336137" sldId="406"/>
            <ac:spMk id="8" creationId="{C8627D28-95C4-0AA5-F8F1-4B0AB112C3C1}"/>
          </ac:spMkLst>
        </pc:spChg>
        <pc:spChg chg="add mod">
          <ac:chgData name="松川 岳久" userId="d79c3d20-a060-4dfd-b135-b1c4226336af" providerId="ADAL" clId="{F9FFB3E8-DE2E-4685-B669-4E4FAF868C9E}" dt="2026-05-22T04:18:54.472" v="1456"/>
          <ac:spMkLst>
            <pc:docMk/>
            <pc:sldMk cId="2789336137" sldId="406"/>
            <ac:spMk id="9" creationId="{CAD135A1-3F4F-B446-89E1-51DF44336A2A}"/>
          </ac:spMkLst>
        </pc:spChg>
        <pc:spChg chg="mod">
          <ac:chgData name="松川 岳久" userId="d79c3d20-a060-4dfd-b135-b1c4226336af" providerId="ADAL" clId="{F9FFB3E8-DE2E-4685-B669-4E4FAF868C9E}" dt="2026-05-22T04:18:17.485" v="1441" actId="1076"/>
          <ac:spMkLst>
            <pc:docMk/>
            <pc:sldMk cId="2789336137" sldId="406"/>
            <ac:spMk id="203" creationId="{00000000-0000-0000-0000-000000000000}"/>
          </ac:spMkLst>
        </pc:spChg>
        <pc:spChg chg="mod">
          <ac:chgData name="松川 岳久" userId="d79c3d20-a060-4dfd-b135-b1c4226336af" providerId="ADAL" clId="{F9FFB3E8-DE2E-4685-B669-4E4FAF868C9E}" dt="2026-05-22T04:18:12.323" v="1440" actId="1035"/>
          <ac:spMkLst>
            <pc:docMk/>
            <pc:sldMk cId="2789336137" sldId="406"/>
            <ac:spMk id="227" creationId="{00000000-0000-0000-0000-000000000000}"/>
          </ac:spMkLst>
        </pc:spChg>
        <pc:spChg chg="mod">
          <ac:chgData name="松川 岳久" userId="d79c3d20-a060-4dfd-b135-b1c4226336af" providerId="ADAL" clId="{F9FFB3E8-DE2E-4685-B669-4E4FAF868C9E}" dt="2026-05-22T04:18:12.323" v="1440" actId="1035"/>
          <ac:spMkLst>
            <pc:docMk/>
            <pc:sldMk cId="2789336137" sldId="406"/>
            <ac:spMk id="228" creationId="{00000000-0000-0000-0000-000000000000}"/>
          </ac:spMkLst>
        </pc:spChg>
        <pc:cxnChg chg="add mod">
          <ac:chgData name="松川 岳久" userId="d79c3d20-a060-4dfd-b135-b1c4226336af" providerId="ADAL" clId="{F9FFB3E8-DE2E-4685-B669-4E4FAF868C9E}" dt="2026-05-22T04:17:33.557" v="1386" actId="1076"/>
          <ac:cxnSpMkLst>
            <pc:docMk/>
            <pc:sldMk cId="2789336137" sldId="406"/>
            <ac:cxnSpMk id="4" creationId="{D52E4692-F00C-2073-62EB-D6C2EE3A7581}"/>
          </ac:cxnSpMkLst>
        </pc:cxnChg>
      </pc:sldChg>
      <pc:sldChg chg="modSp add mod">
        <pc:chgData name="松川 岳久" userId="d79c3d20-a060-4dfd-b135-b1c4226336af" providerId="ADAL" clId="{F9FFB3E8-DE2E-4685-B669-4E4FAF868C9E}" dt="2026-06-01T06:03:05.578" v="5215"/>
        <pc:sldMkLst>
          <pc:docMk/>
          <pc:sldMk cId="2035609215" sldId="407"/>
        </pc:sldMkLst>
        <pc:spChg chg="mod">
          <ac:chgData name="松川 岳久" userId="d79c3d20-a060-4dfd-b135-b1c4226336af" providerId="ADAL" clId="{F9FFB3E8-DE2E-4685-B669-4E4FAF868C9E}" dt="2026-06-01T06:03:05.578" v="5215"/>
          <ac:spMkLst>
            <pc:docMk/>
            <pc:sldMk cId="2035609215" sldId="407"/>
            <ac:spMk id="73" creationId="{B453CC70-0E03-28D5-A37F-4B8F4326D643}"/>
          </ac:spMkLst>
        </pc:spChg>
      </pc:sldChg>
      <pc:sldChg chg="add">
        <pc:chgData name="松川 岳久" userId="d79c3d20-a060-4dfd-b135-b1c4226336af" providerId="ADAL" clId="{F9FFB3E8-DE2E-4685-B669-4E4FAF868C9E}" dt="2026-05-22T04:42:37.110" v="1890"/>
        <pc:sldMkLst>
          <pc:docMk/>
          <pc:sldMk cId="95924485" sldId="435"/>
        </pc:sldMkLst>
      </pc:sldChg>
      <pc:sldChg chg="add">
        <pc:chgData name="松川 岳久" userId="d79c3d20-a060-4dfd-b135-b1c4226336af" providerId="ADAL" clId="{F9FFB3E8-DE2E-4685-B669-4E4FAF868C9E}" dt="2026-05-22T04:42:37.110" v="1890"/>
        <pc:sldMkLst>
          <pc:docMk/>
          <pc:sldMk cId="4261480450" sldId="436"/>
        </pc:sldMkLst>
      </pc:sldChg>
      <pc:sldChg chg="modSp add mod">
        <pc:chgData name="松川 岳久" userId="d79c3d20-a060-4dfd-b135-b1c4226336af" providerId="ADAL" clId="{F9FFB3E8-DE2E-4685-B669-4E4FAF868C9E}" dt="2026-06-01T06:03:05.582" v="5217"/>
        <pc:sldMkLst>
          <pc:docMk/>
          <pc:sldMk cId="2254563266" sldId="437"/>
        </pc:sldMkLst>
        <pc:spChg chg="mod">
          <ac:chgData name="松川 岳久" userId="d79c3d20-a060-4dfd-b135-b1c4226336af" providerId="ADAL" clId="{F9FFB3E8-DE2E-4685-B669-4E4FAF868C9E}" dt="2026-06-01T06:03:05.582" v="5217"/>
          <ac:spMkLst>
            <pc:docMk/>
            <pc:sldMk cId="2254563266" sldId="437"/>
            <ac:spMk id="73" creationId="{ACC4669F-3E6A-A0FD-D3E6-BDA09F62C9E9}"/>
          </ac:spMkLst>
        </pc:spChg>
      </pc:sldChg>
      <pc:sldChg chg="modSp add mod">
        <pc:chgData name="松川 岳久" userId="d79c3d20-a060-4dfd-b135-b1c4226336af" providerId="ADAL" clId="{F9FFB3E8-DE2E-4685-B669-4E4FAF868C9E}" dt="2026-06-01T06:03:05.591" v="5219"/>
        <pc:sldMkLst>
          <pc:docMk/>
          <pc:sldMk cId="1945529739" sldId="438"/>
        </pc:sldMkLst>
        <pc:spChg chg="mod">
          <ac:chgData name="松川 岳久" userId="d79c3d20-a060-4dfd-b135-b1c4226336af" providerId="ADAL" clId="{F9FFB3E8-DE2E-4685-B669-4E4FAF868C9E}" dt="2026-06-01T06:03:05.591" v="5219"/>
          <ac:spMkLst>
            <pc:docMk/>
            <pc:sldMk cId="1945529739" sldId="438"/>
            <ac:spMk id="73" creationId="{B57AF357-FFDB-8E59-0BC3-AC2616AE5037}"/>
          </ac:spMkLst>
        </pc:spChg>
      </pc:sldChg>
      <pc:sldChg chg="modSp add mod">
        <pc:chgData name="松川 岳久" userId="d79c3d20-a060-4dfd-b135-b1c4226336af" providerId="ADAL" clId="{F9FFB3E8-DE2E-4685-B669-4E4FAF868C9E}" dt="2026-06-01T06:03:05.596" v="5221"/>
        <pc:sldMkLst>
          <pc:docMk/>
          <pc:sldMk cId="622244746" sldId="439"/>
        </pc:sldMkLst>
        <pc:spChg chg="mod">
          <ac:chgData name="松川 岳久" userId="d79c3d20-a060-4dfd-b135-b1c4226336af" providerId="ADAL" clId="{F9FFB3E8-DE2E-4685-B669-4E4FAF868C9E}" dt="2026-06-01T06:03:05.596" v="5221"/>
          <ac:spMkLst>
            <pc:docMk/>
            <pc:sldMk cId="622244746" sldId="439"/>
            <ac:spMk id="73" creationId="{49CDEA3F-9CC0-785D-D215-BFD174D2BCEE}"/>
          </ac:spMkLst>
        </pc:spChg>
      </pc:sldChg>
      <pc:sldChg chg="add">
        <pc:chgData name="松川 岳久" userId="d79c3d20-a060-4dfd-b135-b1c4226336af" providerId="ADAL" clId="{F9FFB3E8-DE2E-4685-B669-4E4FAF868C9E}" dt="2026-05-22T05:18:10.284" v="2825"/>
        <pc:sldMkLst>
          <pc:docMk/>
          <pc:sldMk cId="3111135939" sldId="2334"/>
        </pc:sldMkLst>
      </pc:sldChg>
      <pc:sldChg chg="add">
        <pc:chgData name="松川 岳久" userId="d79c3d20-a060-4dfd-b135-b1c4226336af" providerId="ADAL" clId="{F9FFB3E8-DE2E-4685-B669-4E4FAF868C9E}" dt="2026-05-22T05:18:10.284" v="2825"/>
        <pc:sldMkLst>
          <pc:docMk/>
          <pc:sldMk cId="2412885401" sldId="4104"/>
        </pc:sldMkLst>
      </pc:sldChg>
      <pc:sldChg chg="add">
        <pc:chgData name="松川 岳久" userId="d79c3d20-a060-4dfd-b135-b1c4226336af" providerId="ADAL" clId="{F9FFB3E8-DE2E-4685-B669-4E4FAF868C9E}" dt="2026-05-22T05:18:10.284" v="2825"/>
        <pc:sldMkLst>
          <pc:docMk/>
          <pc:sldMk cId="1351892561" sldId="4105"/>
        </pc:sldMkLst>
      </pc:sldChg>
      <pc:sldChg chg="add">
        <pc:chgData name="松川 岳久" userId="d79c3d20-a060-4dfd-b135-b1c4226336af" providerId="ADAL" clId="{F9FFB3E8-DE2E-4685-B669-4E4FAF868C9E}" dt="2026-05-22T05:18:10.284" v="2825"/>
        <pc:sldMkLst>
          <pc:docMk/>
          <pc:sldMk cId="996146193" sldId="4106"/>
        </pc:sldMkLst>
      </pc:sldChg>
      <pc:sldChg chg="add">
        <pc:chgData name="松川 岳久" userId="d79c3d20-a060-4dfd-b135-b1c4226336af" providerId="ADAL" clId="{F9FFB3E8-DE2E-4685-B669-4E4FAF868C9E}" dt="2026-05-22T05:18:10.284" v="2825"/>
        <pc:sldMkLst>
          <pc:docMk/>
          <pc:sldMk cId="3512776056" sldId="4107"/>
        </pc:sldMkLst>
      </pc:sldChg>
      <pc:sldChg chg="add">
        <pc:chgData name="松川 岳久" userId="d79c3d20-a060-4dfd-b135-b1c4226336af" providerId="ADAL" clId="{F9FFB3E8-DE2E-4685-B669-4E4FAF868C9E}" dt="2026-05-22T05:18:10.284" v="2825"/>
        <pc:sldMkLst>
          <pc:docMk/>
          <pc:sldMk cId="1280232685" sldId="4108"/>
        </pc:sldMkLst>
      </pc:sldChg>
      <pc:sldChg chg="addSp delSp modSp add mod ord">
        <pc:chgData name="松川 岳久" userId="d79c3d20-a060-4dfd-b135-b1c4226336af" providerId="ADAL" clId="{F9FFB3E8-DE2E-4685-B669-4E4FAF868C9E}" dt="2026-05-22T07:07:39.284" v="3433"/>
        <pc:sldMkLst>
          <pc:docMk/>
          <pc:sldMk cId="3353570889" sldId="4109"/>
        </pc:sldMkLst>
        <pc:spChg chg="add mod">
          <ac:chgData name="松川 岳久" userId="d79c3d20-a060-4dfd-b135-b1c4226336af" providerId="ADAL" clId="{F9FFB3E8-DE2E-4685-B669-4E4FAF868C9E}" dt="2026-05-22T07:07:24.797" v="3429" actId="1076"/>
          <ac:spMkLst>
            <pc:docMk/>
            <pc:sldMk cId="3353570889" sldId="4109"/>
            <ac:spMk id="2" creationId="{512C9420-45C5-EFCC-3D42-CB6527500F17}"/>
          </ac:spMkLst>
        </pc:spChg>
        <pc:spChg chg="add mod">
          <ac:chgData name="松川 岳久" userId="d79c3d20-a060-4dfd-b135-b1c4226336af" providerId="ADAL" clId="{F9FFB3E8-DE2E-4685-B669-4E4FAF868C9E}" dt="2026-05-22T07:07:16.705" v="3427"/>
          <ac:spMkLst>
            <pc:docMk/>
            <pc:sldMk cId="3353570889" sldId="4109"/>
            <ac:spMk id="4" creationId="{F7A34AC1-8331-5BE1-E762-177CBCD1FE5A}"/>
          </ac:spMkLst>
        </pc:spChg>
        <pc:spChg chg="add mod">
          <ac:chgData name="松川 岳久" userId="d79c3d20-a060-4dfd-b135-b1c4226336af" providerId="ADAL" clId="{F9FFB3E8-DE2E-4685-B669-4E4FAF868C9E}" dt="2026-05-22T07:07:16.705" v="3427"/>
          <ac:spMkLst>
            <pc:docMk/>
            <pc:sldMk cId="3353570889" sldId="4109"/>
            <ac:spMk id="6" creationId="{30A2C5AF-7708-8C4D-63F1-B25DCA8C0EEA}"/>
          </ac:spMkLst>
        </pc:spChg>
        <pc:picChg chg="mod">
          <ac:chgData name="松川 岳久" userId="d79c3d20-a060-4dfd-b135-b1c4226336af" providerId="ADAL" clId="{F9FFB3E8-DE2E-4685-B669-4E4FAF868C9E}" dt="2026-05-22T07:07:20.636" v="3428" actId="1076"/>
          <ac:picMkLst>
            <pc:docMk/>
            <pc:sldMk cId="3353570889" sldId="4109"/>
            <ac:picMk id="5" creationId="{4873D005-D023-1BF8-8B48-A43447E19BA1}"/>
          </ac:picMkLst>
        </pc:picChg>
      </pc:sldChg>
      <pc:sldChg chg="add">
        <pc:chgData name="松川 岳久" userId="d79c3d20-a060-4dfd-b135-b1c4226336af" providerId="ADAL" clId="{F9FFB3E8-DE2E-4685-B669-4E4FAF868C9E}" dt="2026-05-22T07:35:32.380" v="3854"/>
        <pc:sldMkLst>
          <pc:docMk/>
          <pc:sldMk cId="855049877" sldId="4113"/>
        </pc:sldMkLst>
      </pc:sldChg>
      <pc:sldChg chg="addSp delSp modSp add mod">
        <pc:chgData name="松川 岳久" userId="d79c3d20-a060-4dfd-b135-b1c4226336af" providerId="ADAL" clId="{F9FFB3E8-DE2E-4685-B669-4E4FAF868C9E}" dt="2026-06-01T03:37:18.958" v="4785" actId="113"/>
        <pc:sldMkLst>
          <pc:docMk/>
          <pc:sldMk cId="938631573" sldId="4132"/>
        </pc:sldMkLst>
        <pc:spChg chg="add mod">
          <ac:chgData name="松川 岳久" userId="d79c3d20-a060-4dfd-b135-b1c4226336af" providerId="ADAL" clId="{F9FFB3E8-DE2E-4685-B669-4E4FAF868C9E}" dt="2026-05-22T05:33:26.750" v="2917" actId="1582"/>
          <ac:spMkLst>
            <pc:docMk/>
            <pc:sldMk cId="938631573" sldId="4132"/>
            <ac:spMk id="10" creationId="{9075FD87-9566-AB97-CD37-6EE427D111BA}"/>
          </ac:spMkLst>
        </pc:spChg>
        <pc:spChg chg="add mod">
          <ac:chgData name="松川 岳久" userId="d79c3d20-a060-4dfd-b135-b1c4226336af" providerId="ADAL" clId="{F9FFB3E8-DE2E-4685-B669-4E4FAF868C9E}" dt="2026-05-22T05:33:39.194" v="2922" actId="14100"/>
          <ac:spMkLst>
            <pc:docMk/>
            <pc:sldMk cId="938631573" sldId="4132"/>
            <ac:spMk id="11" creationId="{5CE01358-E3A2-B8B1-6A43-23DFAEDE35C5}"/>
          </ac:spMkLst>
        </pc:spChg>
        <pc:spChg chg="add mod">
          <ac:chgData name="松川 岳久" userId="d79c3d20-a060-4dfd-b135-b1c4226336af" providerId="ADAL" clId="{F9FFB3E8-DE2E-4685-B669-4E4FAF868C9E}" dt="2026-05-22T05:33:56.783" v="2929" actId="14100"/>
          <ac:spMkLst>
            <pc:docMk/>
            <pc:sldMk cId="938631573" sldId="4132"/>
            <ac:spMk id="12" creationId="{17093F44-4395-75BC-734A-47F5B2352ABE}"/>
          </ac:spMkLst>
        </pc:spChg>
        <pc:spChg chg="add mod">
          <ac:chgData name="松川 岳久" userId="d79c3d20-a060-4dfd-b135-b1c4226336af" providerId="ADAL" clId="{F9FFB3E8-DE2E-4685-B669-4E4FAF868C9E}" dt="2026-06-01T03:37:18.958" v="4785" actId="113"/>
          <ac:spMkLst>
            <pc:docMk/>
            <pc:sldMk cId="938631573" sldId="4132"/>
            <ac:spMk id="14" creationId="{55D0ED79-D96E-B4AB-DE42-648AEEE76464}"/>
          </ac:spMkLst>
        </pc:spChg>
        <pc:picChg chg="add mod">
          <ac:chgData name="松川 岳久" userId="d79c3d20-a060-4dfd-b135-b1c4226336af" providerId="ADAL" clId="{F9FFB3E8-DE2E-4685-B669-4E4FAF868C9E}" dt="2026-05-22T05:33:47.124" v="2927" actId="1076"/>
          <ac:picMkLst>
            <pc:docMk/>
            <pc:sldMk cId="938631573" sldId="4132"/>
            <ac:picMk id="7" creationId="{C9FB60DD-0894-4A37-2EF3-2469E5251FF7}"/>
          </ac:picMkLst>
        </pc:picChg>
      </pc:sldChg>
      <pc:sldChg chg="addSp modSp add mod">
        <pc:chgData name="松川 岳久" userId="d79c3d20-a060-4dfd-b135-b1c4226336af" providerId="ADAL" clId="{F9FFB3E8-DE2E-4685-B669-4E4FAF868C9E}" dt="2026-05-22T05:20:19.143" v="2885"/>
        <pc:sldMkLst>
          <pc:docMk/>
          <pc:sldMk cId="533276135" sldId="4141"/>
        </pc:sldMkLst>
        <pc:spChg chg="add mod">
          <ac:chgData name="松川 岳久" userId="d79c3d20-a060-4dfd-b135-b1c4226336af" providerId="ADAL" clId="{F9FFB3E8-DE2E-4685-B669-4E4FAF868C9E}" dt="2026-05-22T05:19:13.374" v="2838" actId="1076"/>
          <ac:spMkLst>
            <pc:docMk/>
            <pc:sldMk cId="533276135" sldId="4141"/>
            <ac:spMk id="2" creationId="{C6990EC7-B6D6-F8D8-4F08-7763E0B458E8}"/>
          </ac:spMkLst>
        </pc:spChg>
        <pc:spChg chg="add mod">
          <ac:chgData name="松川 岳久" userId="d79c3d20-a060-4dfd-b135-b1c4226336af" providerId="ADAL" clId="{F9FFB3E8-DE2E-4685-B669-4E4FAF868C9E}" dt="2026-05-22T05:19:29.337" v="2847" actId="14100"/>
          <ac:spMkLst>
            <pc:docMk/>
            <pc:sldMk cId="533276135" sldId="4141"/>
            <ac:spMk id="3" creationId="{88771C2C-8597-FECE-CCA3-E167A3E7538D}"/>
          </ac:spMkLst>
        </pc:spChg>
        <pc:spChg chg="add mod">
          <ac:chgData name="松川 岳久" userId="d79c3d20-a060-4dfd-b135-b1c4226336af" providerId="ADAL" clId="{F9FFB3E8-DE2E-4685-B669-4E4FAF868C9E}" dt="2026-05-22T05:19:51.508" v="2863" actId="1037"/>
          <ac:spMkLst>
            <pc:docMk/>
            <pc:sldMk cId="533276135" sldId="4141"/>
            <ac:spMk id="4" creationId="{3146DB26-2A99-F62E-9B0A-82ADC4389872}"/>
          </ac:spMkLst>
        </pc:spChg>
        <pc:spChg chg="add mod">
          <ac:chgData name="松川 岳久" userId="d79c3d20-a060-4dfd-b135-b1c4226336af" providerId="ADAL" clId="{F9FFB3E8-DE2E-4685-B669-4E4FAF868C9E}" dt="2026-05-22T05:20:19.143" v="2885"/>
          <ac:spMkLst>
            <pc:docMk/>
            <pc:sldMk cId="533276135" sldId="4141"/>
            <ac:spMk id="6" creationId="{EFFCADDB-4D44-A549-05ED-02656DDD9048}"/>
          </ac:spMkLst>
        </pc:spChg>
      </pc:sldChg>
      <pc:sldChg chg="addSp delSp modSp new mod">
        <pc:chgData name="松川 岳久" userId="d79c3d20-a060-4dfd-b135-b1c4226336af" providerId="ADAL" clId="{F9FFB3E8-DE2E-4685-B669-4E4FAF868C9E}" dt="2026-06-01T03:37:42.856" v="4789" actId="207"/>
        <pc:sldMkLst>
          <pc:docMk/>
          <pc:sldMk cId="2593610652" sldId="4142"/>
        </pc:sldMkLst>
        <pc:spChg chg="add mod">
          <ac:chgData name="松川 岳久" userId="d79c3d20-a060-4dfd-b135-b1c4226336af" providerId="ADAL" clId="{F9FFB3E8-DE2E-4685-B669-4E4FAF868C9E}" dt="2026-06-01T03:37:42.856" v="4789" actId="207"/>
          <ac:spMkLst>
            <pc:docMk/>
            <pc:sldMk cId="2593610652" sldId="4142"/>
            <ac:spMk id="21" creationId="{0283E54D-D8AC-62A4-E6E0-FA1C1E5A4D78}"/>
          </ac:spMkLst>
        </pc:spChg>
        <pc:spChg chg="add mod">
          <ac:chgData name="松川 岳久" userId="d79c3d20-a060-4dfd-b135-b1c4226336af" providerId="ADAL" clId="{F9FFB3E8-DE2E-4685-B669-4E4FAF868C9E}" dt="2026-06-01T03:37:33.133" v="4787" actId="113"/>
          <ac:spMkLst>
            <pc:docMk/>
            <pc:sldMk cId="2593610652" sldId="4142"/>
            <ac:spMk id="23" creationId="{2282E3CB-17AF-7C75-93CD-FAA02A0446B9}"/>
          </ac:spMkLst>
        </pc:spChg>
        <pc:spChg chg="add mod">
          <ac:chgData name="松川 岳久" userId="d79c3d20-a060-4dfd-b135-b1c4226336af" providerId="ADAL" clId="{F9FFB3E8-DE2E-4685-B669-4E4FAF868C9E}" dt="2026-05-22T07:05:29.047" v="3317" actId="1076"/>
          <ac:spMkLst>
            <pc:docMk/>
            <pc:sldMk cId="2593610652" sldId="4142"/>
            <ac:spMk id="27" creationId="{314BBDEB-2EC0-F52C-5800-73275D8290C3}"/>
          </ac:spMkLst>
        </pc:spChg>
        <pc:spChg chg="add mod">
          <ac:chgData name="松川 岳久" userId="d79c3d20-a060-4dfd-b135-b1c4226336af" providerId="ADAL" clId="{F9FFB3E8-DE2E-4685-B669-4E4FAF868C9E}" dt="2026-05-22T07:06:07.292" v="3423" actId="14100"/>
          <ac:spMkLst>
            <pc:docMk/>
            <pc:sldMk cId="2593610652" sldId="4142"/>
            <ac:spMk id="28" creationId="{6386A57F-091B-8A12-3FA3-037C19AED27D}"/>
          </ac:spMkLst>
        </pc:spChg>
        <pc:picChg chg="add mod ord">
          <ac:chgData name="松川 岳久" userId="d79c3d20-a060-4dfd-b135-b1c4226336af" providerId="ADAL" clId="{F9FFB3E8-DE2E-4685-B669-4E4FAF868C9E}" dt="2026-05-22T05:40:29.634" v="3265" actId="27614"/>
          <ac:picMkLst>
            <pc:docMk/>
            <pc:sldMk cId="2593610652" sldId="4142"/>
            <ac:picMk id="5" creationId="{F46B99B4-C9E1-CE3E-ED31-B5DA2F52737A}"/>
          </ac:picMkLst>
        </pc:picChg>
        <pc:picChg chg="add mod">
          <ac:chgData name="松川 岳久" userId="d79c3d20-a060-4dfd-b135-b1c4226336af" providerId="ADAL" clId="{F9FFB3E8-DE2E-4685-B669-4E4FAF868C9E}" dt="2026-05-22T05:41:12.816" v="3289" actId="1076"/>
          <ac:picMkLst>
            <pc:docMk/>
            <pc:sldMk cId="2593610652" sldId="4142"/>
            <ac:picMk id="19" creationId="{2055E43B-8DBA-E302-3FF7-E1097A65B828}"/>
          </ac:picMkLst>
        </pc:picChg>
        <pc:picChg chg="add mod">
          <ac:chgData name="松川 岳久" userId="d79c3d20-a060-4dfd-b135-b1c4226336af" providerId="ADAL" clId="{F9FFB3E8-DE2E-4685-B669-4E4FAF868C9E}" dt="2026-05-22T07:05:18.268" v="3315" actId="962"/>
          <ac:picMkLst>
            <pc:docMk/>
            <pc:sldMk cId="2593610652" sldId="4142"/>
            <ac:picMk id="25" creationId="{5093D035-5CAC-9130-B1C8-350011D2A11A}"/>
          </ac:picMkLst>
        </pc:picChg>
      </pc:sldChg>
      <pc:sldChg chg="modSp add mod">
        <pc:chgData name="松川 岳久" userId="d79c3d20-a060-4dfd-b135-b1c4226336af" providerId="ADAL" clId="{F9FFB3E8-DE2E-4685-B669-4E4FAF868C9E}" dt="2026-06-01T06:05:27.889" v="5247" actId="20577"/>
        <pc:sldMkLst>
          <pc:docMk/>
          <pc:sldMk cId="4034387095" sldId="4143"/>
        </pc:sldMkLst>
        <pc:spChg chg="mod">
          <ac:chgData name="松川 岳久" userId="d79c3d20-a060-4dfd-b135-b1c4226336af" providerId="ADAL" clId="{F9FFB3E8-DE2E-4685-B669-4E4FAF868C9E}" dt="2026-06-01T06:05:27.889" v="5247" actId="20577"/>
          <ac:spMkLst>
            <pc:docMk/>
            <pc:sldMk cId="4034387095" sldId="4143"/>
            <ac:spMk id="4" creationId="{92A97414-AB1C-F58D-B44F-1D2D658077DD}"/>
          </ac:spMkLst>
        </pc:spChg>
      </pc:sldChg>
      <pc:sldChg chg="addSp delSp modSp new mod">
        <pc:chgData name="松川 岳久" userId="d79c3d20-a060-4dfd-b135-b1c4226336af" providerId="ADAL" clId="{F9FFB3E8-DE2E-4685-B669-4E4FAF868C9E}" dt="2026-05-22T07:31:15.161" v="3724" actId="1076"/>
        <pc:sldMkLst>
          <pc:docMk/>
          <pc:sldMk cId="2368493891" sldId="4144"/>
        </pc:sldMkLst>
        <pc:spChg chg="add mod">
          <ac:chgData name="松川 岳久" userId="d79c3d20-a060-4dfd-b135-b1c4226336af" providerId="ADAL" clId="{F9FFB3E8-DE2E-4685-B669-4E4FAF868C9E}" dt="2026-05-22T07:30:27.657" v="3692" actId="1076"/>
          <ac:spMkLst>
            <pc:docMk/>
            <pc:sldMk cId="2368493891" sldId="4144"/>
            <ac:spMk id="5" creationId="{8CA826FC-B216-D934-E9F1-8E9C2EDD4258}"/>
          </ac:spMkLst>
        </pc:spChg>
        <pc:spChg chg="add mod">
          <ac:chgData name="松川 岳久" userId="d79c3d20-a060-4dfd-b135-b1c4226336af" providerId="ADAL" clId="{F9FFB3E8-DE2E-4685-B669-4E4FAF868C9E}" dt="2026-05-22T07:31:15.161" v="3724" actId="1076"/>
          <ac:spMkLst>
            <pc:docMk/>
            <pc:sldMk cId="2368493891" sldId="4144"/>
            <ac:spMk id="10" creationId="{45E9F599-11E9-C21F-A67F-BC5A7552AD0D}"/>
          </ac:spMkLst>
        </pc:spChg>
        <pc:spChg chg="add mod">
          <ac:chgData name="松川 岳久" userId="d79c3d20-a060-4dfd-b135-b1c4226336af" providerId="ADAL" clId="{F9FFB3E8-DE2E-4685-B669-4E4FAF868C9E}" dt="2026-05-22T07:31:11.772" v="3723" actId="1076"/>
          <ac:spMkLst>
            <pc:docMk/>
            <pc:sldMk cId="2368493891" sldId="4144"/>
            <ac:spMk id="12" creationId="{DA147126-C283-87F4-DD2B-933846A5EA12}"/>
          </ac:spMkLst>
        </pc:spChg>
        <pc:picChg chg="add mod">
          <ac:chgData name="松川 岳久" userId="d79c3d20-a060-4dfd-b135-b1c4226336af" providerId="ADAL" clId="{F9FFB3E8-DE2E-4685-B669-4E4FAF868C9E}" dt="2026-05-22T07:30:22.880" v="3689" actId="27614"/>
          <ac:picMkLst>
            <pc:docMk/>
            <pc:sldMk cId="2368493891" sldId="4144"/>
            <ac:picMk id="9" creationId="{7BBC31B9-7EEA-45B2-2F58-EBE470095525}"/>
          </ac:picMkLst>
        </pc:picChg>
      </pc:sldChg>
      <pc:sldChg chg="modSp add mod">
        <pc:chgData name="松川 岳久" userId="d79c3d20-a060-4dfd-b135-b1c4226336af" providerId="ADAL" clId="{F9FFB3E8-DE2E-4685-B669-4E4FAF868C9E}" dt="2026-06-01T06:03:05.600" v="5223"/>
        <pc:sldMkLst>
          <pc:docMk/>
          <pc:sldMk cId="3187644559" sldId="4145"/>
        </pc:sldMkLst>
        <pc:spChg chg="mod">
          <ac:chgData name="松川 岳久" userId="d79c3d20-a060-4dfd-b135-b1c4226336af" providerId="ADAL" clId="{F9FFB3E8-DE2E-4685-B669-4E4FAF868C9E}" dt="2026-06-01T06:03:05.600" v="5223"/>
          <ac:spMkLst>
            <pc:docMk/>
            <pc:sldMk cId="3187644559" sldId="4145"/>
            <ac:spMk id="73" creationId="{D4965691-4D42-5E82-B0A6-2A0768BABFDC}"/>
          </ac:spMkLst>
        </pc:spChg>
      </pc:sldChg>
      <pc:sldChg chg="delSp modSp add mod setBg">
        <pc:chgData name="松川 岳久" userId="d79c3d20-a060-4dfd-b135-b1c4226336af" providerId="ADAL" clId="{F9FFB3E8-DE2E-4685-B669-4E4FAF868C9E}" dt="2026-05-27T06:32:32.587" v="4458" actId="478"/>
        <pc:sldMkLst>
          <pc:docMk/>
          <pc:sldMk cId="4206384646" sldId="4146"/>
        </pc:sldMkLst>
        <pc:spChg chg="mod">
          <ac:chgData name="松川 岳久" userId="d79c3d20-a060-4dfd-b135-b1c4226336af" providerId="ADAL" clId="{F9FFB3E8-DE2E-4685-B669-4E4FAF868C9E}" dt="2026-05-27T06:32:21.562" v="4456"/>
          <ac:spMkLst>
            <pc:docMk/>
            <pc:sldMk cId="4206384646" sldId="4146"/>
            <ac:spMk id="2" creationId="{1826E504-FC69-4B55-104F-EFFCE085E43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307453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4C1BA-28BF-60A4-0E8D-9B757D0C4A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B37FF5-2DCD-5682-CDDC-0DF2B68CA0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141BD3-D5EC-9FC2-7C05-7C7A43191A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F3D24D-92A9-E376-ECE6-A5DBA1399B5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225230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0837-4C20-1922-797C-D23445DEE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3BC63-37CD-8C91-2A44-307A2BCB99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219122-8F99-6B9E-B8C3-399E7DFB58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4C79A2-0F1A-738B-7AB4-AABD46758585}"/>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157441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16FF3-BAF8-B8DC-082D-1B21B1D30A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5894A9-CF94-FA03-E5DD-8DE4355D2D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6950B5-8FD1-6CB9-1756-1714901785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3EB2FF-5220-AFA5-66D6-AC78CFDBF6BF}"/>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9997362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B6B57-E9CE-0546-15B8-1619FB60D2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41A048-7442-F77E-32AD-CAA4DF9FE9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BD5836-18FD-8A85-9B75-C21FABFB96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2CA4C6-F635-0718-B230-4ECFFC175775}"/>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6595378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4C317-5715-BB67-59EA-3D1E4E828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B9758-6415-4A76-ABB7-9157004D85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21AA3-996F-F9FB-A168-2A94B74951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BE98E0-8CD5-DDCE-AE90-F286284AC8F0}"/>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42799939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910AD-84EE-4B33-320D-0A287D3A07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EAF32D-B7E9-85B1-5D6F-6DA11E7697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DC665D-A36B-D37C-A5F6-24EF650B00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C91F9A-948F-76EC-1B22-649992477A77}"/>
              </a:ext>
            </a:extLst>
          </p:cNvPr>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7354274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D38B0-7C38-CCCE-FDD2-D5AD436848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02E29-8F6C-DEB8-B846-772FA43563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1BF7DD-F632-5FEE-7C46-95CA44C6FB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E24666-FC0D-9DE9-68D7-DA25567B7881}"/>
              </a:ext>
            </a:extLst>
          </p:cNvPr>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323749993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8A87E-6B45-E34E-E934-5D053A7BE3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1EC9B4-B3D4-75E6-2A6E-A2B0C72AE1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BCD404-4E7E-C775-99BE-7A36E1705E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3DBD4E-89AE-B89E-4119-B6B3126FD720}"/>
              </a:ext>
            </a:extLst>
          </p:cNvPr>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304802918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5F64F-6BCC-5310-BDE4-0120BE598A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02A8D8-5AF5-4B51-2CC2-472419474B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C609EB-5B1D-7ED6-BCB0-909C63E6DA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FD558D-BD36-43D4-3346-F4547204C452}"/>
              </a:ext>
            </a:extLst>
          </p:cNvPr>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870961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5786498-ED9D-4F54-B2C5-64C786E960CB}" type="datetimeFigureOut">
              <a:rPr kumimoji="1" lang="ja-JP" altLang="en-US" smtClean="0"/>
              <a:t>2026/6/1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4758317-02F3-4F3F-814D-E1307B06058A}" type="slidenum">
              <a:rPr kumimoji="1" lang="ja-JP" altLang="en-US" smtClean="0"/>
              <a:t>‹#›</a:t>
            </a:fld>
            <a:endParaRPr kumimoji="1" lang="ja-JP" altLang="en-US"/>
          </a:p>
        </p:txBody>
      </p:sp>
    </p:spTree>
    <p:extLst>
      <p:ext uri="{BB962C8B-B14F-4D97-AF65-F5344CB8AC3E}">
        <p14:creationId xmlns:p14="http://schemas.microsoft.com/office/powerpoint/2010/main" val="67218840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jp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 Id="rId6" Type="http://schemas.openxmlformats.org/officeDocument/2006/relationships/image" Target="../media/image11.svg"/><Relationship Id="rId7" Type="http://schemas.openxmlformats.org/officeDocument/2006/relationships/image" Target="../media/image12.svg"/><Relationship Id="rId8" Type="http://schemas.openxmlformats.org/officeDocument/2006/relationships/image" Target="../media/image13.svg"/><Relationship Id="rId9" Type="http://schemas.openxmlformats.org/officeDocument/2006/relationships/image" Target="../media/image14.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5.svg"/><Relationship Id="rId4" Type="http://schemas.openxmlformats.org/officeDocument/2006/relationships/image" Target="../media/image8.svg"/><Relationship Id="rId5" Type="http://schemas.openxmlformats.org/officeDocument/2006/relationships/image" Target="../media/image16.svg"/><Relationship Id="rId6" Type="http://schemas.openxmlformats.org/officeDocument/2006/relationships/image" Target="../media/image17.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8.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0.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1.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3.png"/><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5.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hyperlink" Target="https://news.yahoo.co.jp/articles/316e5fcf341fc6cbb52331ecc10b2b956a63d155" TargetMode="External"/><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7.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8.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9.jpe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3.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40.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image" Target="../media/image46.svg"/><Relationship Id="rId5" Type="http://schemas.openxmlformats.org/officeDocument/2006/relationships/image" Target="../media/image47.svg"/><Relationship Id="rId6" Type="http://schemas.openxmlformats.org/officeDocument/2006/relationships/image" Target="../media/image48.svg"/><Relationship Id="rId7" Type="http://schemas.openxmlformats.org/officeDocument/2006/relationships/image" Target="../media/image49.sv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jpeg"/><Relationship Id="rId3" Type="http://schemas.openxmlformats.org/officeDocument/2006/relationships/image" Target="../media/image5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 Id="rId3" Type="http://schemas.openxmlformats.org/officeDocument/2006/relationships/image" Target="../media/image56.gi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png"/><Relationship Id="rId3" Type="http://schemas.openxmlformats.org/officeDocument/2006/relationships/image" Target="../media/image58.jpeg"/><Relationship Id="rId4" Type="http://schemas.openxmlformats.org/officeDocument/2006/relationships/image" Target="../media/image59.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6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1.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jpg"/><Relationship Id="rId3" Type="http://schemas.openxmlformats.org/officeDocument/2006/relationships/image" Target="../media/image6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64.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 Id="rId3" Type="http://schemas.openxmlformats.org/officeDocument/2006/relationships/image" Target="../media/image56.gi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67.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68.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69.jpe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70.png"/><Relationship Id="rId4" Type="http://schemas.openxmlformats.org/officeDocument/2006/relationships/hyperlink" Target="https://ja.wikipedia.org/wiki/%E3%83%81%E3%83%A3%E3%83%BC%E3%83%AB%E3%82%BA%E3%83%BB%E3%83%87%E3%83%BC%E3%83%93%E3%83%83%E3%83%89%E3%83%BB%E3%82%AD%E3%83%BC%E3%83%AA%E3%83%B3%E3%82%B0"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71.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72.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73.jpe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74.jpe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75.jpe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76.jpe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77.jpe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78.jpeg"/><Relationship Id="rId4" Type="http://schemas.openxmlformats.org/officeDocument/2006/relationships/image" Target="../media/image79.jpe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80.jpe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81.jpe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5276"/>
        </a:solidFill>
        <a:effectLst/>
      </p:bgPr>
    </p:bg>
    <p:spTree>
      <p:nvGrpSpPr>
        <p:cNvPr id="1" name=""/>
        <p:cNvGrpSpPr/>
        <p:nvPr/>
      </p:nvGrpSpPr>
      <p:grpSpPr>
        <a:xfrm>
          <a:off x="0" y="0"/>
          <a:ext cx="0" cy="0"/>
          <a:chOff x="0" y="0"/>
          <a:chExt cx="0" cy="0"/>
        </a:xfrm>
      </p:grpSpPr>
      <p:sp>
        <p:nvSpPr>
          <p:cNvPr id="2" name="Shape 0"/>
          <p:cNvSpPr/>
          <p:nvPr/>
        </p:nvSpPr>
        <p:spPr>
          <a:xfrm>
            <a:off x="5637276" y="3657600"/>
            <a:ext cx="914400" cy="36576"/>
          </a:xfrm>
          <a:prstGeom prst="rect">
            <a:avLst/>
          </a:prstGeom>
          <a:solidFill>
            <a:srgbClr val="FFFFFF">
              <a:alpha val="40000"/>
            </a:srgbClr>
          </a:solidFill>
          <a:ln/>
        </p:spPr>
        <p:txBody>
          <a:bodyPr/>
          <a:lstStyle/>
          <a:p>
            <a:endParaRPr lang="ja-JP" altLang="en-US"/>
          </a:p>
        </p:txBody>
      </p:sp>
      <p:sp>
        <p:nvSpPr>
          <p:cNvPr id="3" name="Text 1"/>
          <p:cNvSpPr/>
          <p:nvPr/>
        </p:nvSpPr>
        <p:spPr>
          <a:xfrm>
            <a:off x="0" y="2194560"/>
            <a:ext cx="12188952" cy="457200"/>
          </a:xfrm>
          <a:prstGeom prst="rect">
            <a:avLst/>
          </a:prstGeom>
          <a:noFill/>
          <a:ln/>
        </p:spPr>
        <p:txBody>
          <a:bodyPr wrap="square" rtlCol="0" anchor="ctr"/>
          <a:lstStyle/>
          <a:p>
            <a:pPr marL="0" indent="0" algn="ctr">
              <a:buNone/>
            </a:pPr>
            <a:r>
              <a:rPr lang="ja-JP" altLang="en-US" sz="1400" dirty="0">
                <a:solidFill>
                  <a:srgbClr val="DBE4EE"/>
                </a:solidFill>
              </a:rPr>
              <a:t>衛生化学</a:t>
            </a:r>
            <a:r>
              <a:rPr lang="en-US" altLang="ja-JP" sz="1400" dirty="0">
                <a:solidFill>
                  <a:srgbClr val="DBE4EE"/>
                </a:solidFill>
              </a:rPr>
              <a:t>II</a:t>
            </a:r>
            <a:endParaRPr lang="en-US" sz="1400" dirty="0">
              <a:solidFill>
                <a:srgbClr val="DBE4EE"/>
              </a:solidFill>
            </a:endParaRPr>
          </a:p>
        </p:txBody>
      </p:sp>
      <p:sp>
        <p:nvSpPr>
          <p:cNvPr id="4" name="Text 2"/>
          <p:cNvSpPr/>
          <p:nvPr/>
        </p:nvSpPr>
        <p:spPr>
          <a:xfrm>
            <a:off x="0" y="2651760"/>
            <a:ext cx="12188952" cy="914400"/>
          </a:xfrm>
          <a:prstGeom prst="rect">
            <a:avLst/>
          </a:prstGeom>
          <a:noFill/>
          <a:ln/>
        </p:spPr>
        <p:txBody>
          <a:bodyPr wrap="square" rtlCol="0" anchor="ctr"/>
          <a:lstStyle/>
          <a:p>
            <a:pPr marL="0" indent="0" algn="ctr">
              <a:buNone/>
            </a:pPr>
            <a:r>
              <a:rPr lang="en-US" sz="4400" b="1" dirty="0">
                <a:solidFill>
                  <a:srgbClr val="FFFFFF"/>
                </a:solidFill>
                <a:latin typeface="Meiryo" pitchFamily="34" charset="0"/>
                <a:ea typeface="Meiryo" pitchFamily="34" charset="-122"/>
                <a:cs typeface="Meiryo" pitchFamily="34" charset="-120"/>
              </a:rPr>
              <a:t>第 9 回</a:t>
            </a:r>
            <a:endParaRPr lang="en-US" sz="4400" dirty="0"/>
          </a:p>
        </p:txBody>
      </p:sp>
      <p:sp>
        <p:nvSpPr>
          <p:cNvPr id="5" name="Text 3"/>
          <p:cNvSpPr/>
          <p:nvPr/>
        </p:nvSpPr>
        <p:spPr>
          <a:xfrm>
            <a:off x="0" y="3886200"/>
            <a:ext cx="12188952" cy="640080"/>
          </a:xfrm>
          <a:prstGeom prst="rect">
            <a:avLst/>
          </a:prstGeom>
          <a:noFill/>
          <a:ln/>
        </p:spPr>
        <p:txBody>
          <a:bodyPr wrap="square" rtlCol="0" anchor="ctr"/>
          <a:lstStyle/>
          <a:p>
            <a:pPr marL="0" indent="0" algn="ctr">
              <a:buNone/>
            </a:pPr>
            <a:r>
              <a:rPr lang="en-US" sz="2600" dirty="0">
                <a:solidFill>
                  <a:srgbClr val="DBE4EE"/>
                </a:solidFill>
                <a:latin typeface="Meiryo" pitchFamily="34" charset="0"/>
                <a:ea typeface="Meiryo" pitchFamily="34" charset="-122"/>
                <a:cs typeface="Meiryo" pitchFamily="34" charset="-120"/>
              </a:rPr>
              <a:t>地球環境と生態系</a:t>
            </a:r>
            <a:endParaRPr lang="en-US" sz="2600" dirty="0"/>
          </a:p>
        </p:txBody>
      </p:sp>
      <p:sp>
        <p:nvSpPr>
          <p:cNvPr id="6" name="Text 4"/>
          <p:cNvSpPr/>
          <p:nvPr/>
        </p:nvSpPr>
        <p:spPr>
          <a:xfrm>
            <a:off x="0" y="5212080"/>
            <a:ext cx="12188952" cy="1097280"/>
          </a:xfrm>
          <a:prstGeom prst="rect">
            <a:avLst/>
          </a:prstGeom>
          <a:noFill/>
          <a:ln/>
        </p:spPr>
        <p:txBody>
          <a:bodyPr wrap="square" rtlCol="0" anchor="ctr"/>
          <a:lstStyle/>
          <a:p>
            <a:pPr marL="0" indent="0" algn="ctr">
              <a:lnSpc>
                <a:spcPct val="180000"/>
              </a:lnSpc>
              <a:buNone/>
            </a:pPr>
            <a:r>
              <a:rPr lang="en-US" sz="1300" dirty="0">
                <a:solidFill>
                  <a:srgbClr val="AABEC9"/>
                </a:solidFill>
                <a:latin typeface="Meiryo" pitchFamily="34" charset="0"/>
                <a:ea typeface="Meiryo" pitchFamily="34" charset="-122"/>
                <a:cs typeface="Meiryo" pitchFamily="34" charset="-120"/>
              </a:rPr>
              <a:t>順天堂大学 薬学部</a:t>
            </a:r>
            <a:endParaRPr lang="en-US" sz="1300" dirty="0"/>
          </a:p>
          <a:p>
            <a:pPr marL="0" indent="0" algn="ctr">
              <a:lnSpc>
                <a:spcPct val="180000"/>
              </a:lnSpc>
              <a:buNone/>
            </a:pPr>
            <a:r>
              <a:rPr lang="en-US" sz="1300" dirty="0">
                <a:solidFill>
                  <a:srgbClr val="AABEC9"/>
                </a:solidFill>
                <a:latin typeface="Meiryo" pitchFamily="34" charset="0"/>
                <a:ea typeface="Meiryo" pitchFamily="34" charset="-122"/>
                <a:cs typeface="Meiryo" pitchFamily="34" charset="-120"/>
              </a:rPr>
              <a:t>教科書: 衛生薬学 改訂第5版（南江堂）第VI部 第1章 pp.600–625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衛生薬学とは — 「生を衛（まも）る」学問</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Text 2"/>
          <p:cNvSpPr/>
          <p:nvPr/>
        </p:nvSpPr>
        <p:spPr>
          <a:xfrm>
            <a:off x="411480" y="1097280"/>
            <a:ext cx="5486400" cy="731520"/>
          </a:xfrm>
          <a:prstGeom prst="rect">
            <a:avLst/>
          </a:prstGeom>
          <a:noFill/>
          <a:ln/>
        </p:spPr>
        <p:txBody>
          <a:bodyPr wrap="square" rtlCol="0" anchor="t"/>
          <a:lstStyle/>
          <a:p>
            <a:pPr marL="0" indent="0" algn="l">
              <a:lnSpc>
                <a:spcPct val="130000"/>
              </a:lnSpc>
              <a:spcAft>
                <a:spcPts val="400"/>
              </a:spcAft>
              <a:buNone/>
            </a:pPr>
            <a:r>
              <a:rPr lang="en-US" sz="2000" b="1" dirty="0" err="1">
                <a:solidFill>
                  <a:srgbClr val="1A5276"/>
                </a:solidFill>
                <a:latin typeface="Meiryo" pitchFamily="34" charset="0"/>
                <a:ea typeface="Meiryo" pitchFamily="34" charset="-122"/>
                <a:cs typeface="Meiryo" pitchFamily="34" charset="-120"/>
              </a:rPr>
              <a:t>人々の健康を守り</a:t>
            </a:r>
            <a:r>
              <a:rPr lang="en-US" sz="2000" b="1" dirty="0">
                <a:solidFill>
                  <a:srgbClr val="1A5276"/>
                </a:solidFill>
                <a:latin typeface="Meiryo" pitchFamily="34" charset="0"/>
                <a:ea typeface="Meiryo" pitchFamily="34" charset="-122"/>
                <a:cs typeface="Meiryo" pitchFamily="34" charset="-120"/>
              </a:rPr>
              <a:t>、</a:t>
            </a:r>
          </a:p>
          <a:p>
            <a:pPr marL="0" indent="0" algn="l">
              <a:lnSpc>
                <a:spcPct val="130000"/>
              </a:lnSpc>
              <a:spcAft>
                <a:spcPts val="400"/>
              </a:spcAft>
              <a:buNone/>
            </a:pPr>
            <a:r>
              <a:rPr lang="en-US" sz="2000" b="1" dirty="0" err="1">
                <a:solidFill>
                  <a:srgbClr val="1A5276"/>
                </a:solidFill>
                <a:latin typeface="Meiryo" pitchFamily="34" charset="0"/>
                <a:ea typeface="Meiryo" pitchFamily="34" charset="-122"/>
                <a:cs typeface="Meiryo" pitchFamily="34" charset="-120"/>
              </a:rPr>
              <a:t>病気を未然に防ぐための薬学</a:t>
            </a:r>
            <a:endParaRPr lang="en-US" sz="2000" dirty="0"/>
          </a:p>
          <a:p>
            <a:pPr marL="0" indent="0" algn="l">
              <a:lnSpc>
                <a:spcPct val="130000"/>
              </a:lnSpc>
              <a:spcAft>
                <a:spcPts val="400"/>
              </a:spcAft>
              <a:buNone/>
            </a:pPr>
            <a:endParaRPr lang="en-US" sz="2000" dirty="0"/>
          </a:p>
        </p:txBody>
      </p:sp>
      <p:sp>
        <p:nvSpPr>
          <p:cNvPr id="5" name="Text 3"/>
          <p:cNvSpPr/>
          <p:nvPr/>
        </p:nvSpPr>
        <p:spPr>
          <a:xfrm>
            <a:off x="89232" y="2194560"/>
            <a:ext cx="6265848" cy="2743200"/>
          </a:xfrm>
          <a:prstGeom prst="rect">
            <a:avLst/>
          </a:prstGeom>
          <a:noFill/>
          <a:ln/>
        </p:spPr>
        <p:txBody>
          <a:bodyPr wrap="square" rtlCol="0" anchor="t"/>
          <a:lstStyle/>
          <a:p>
            <a:pPr marL="0" indent="0" algn="l">
              <a:lnSpc>
                <a:spcPct val="135000"/>
              </a:lnSpc>
              <a:spcAft>
                <a:spcPts val="600"/>
              </a:spcAft>
              <a:buNone/>
            </a:pPr>
            <a:r>
              <a:rPr lang="en-US" sz="2000" b="1" dirty="0">
                <a:solidFill>
                  <a:srgbClr val="1A5276"/>
                </a:solidFill>
                <a:latin typeface="Meiryo" pitchFamily="34" charset="0"/>
                <a:ea typeface="Meiryo" pitchFamily="34" charset="-122"/>
                <a:cs typeface="Meiryo" pitchFamily="34" charset="-120"/>
              </a:rPr>
              <a:t>▸ 環境衛生</a:t>
            </a:r>
            <a:r>
              <a:rPr lang="en-US" sz="2000" dirty="0">
                <a:solidFill>
                  <a:srgbClr val="2C3E50"/>
                </a:solidFill>
                <a:latin typeface="Meiryo" pitchFamily="34" charset="0"/>
                <a:ea typeface="Meiryo" pitchFamily="34" charset="-122"/>
                <a:cs typeface="Meiryo" pitchFamily="34" charset="-120"/>
              </a:rPr>
              <a:t> — 大気・水・土壌、化学物質、地球環境</a:t>
            </a:r>
            <a:endParaRPr lang="en-US" sz="2000" dirty="0"/>
          </a:p>
          <a:p>
            <a:pPr marL="0" indent="0" algn="l">
              <a:lnSpc>
                <a:spcPct val="135000"/>
              </a:lnSpc>
              <a:spcAft>
                <a:spcPts val="600"/>
              </a:spcAft>
              <a:buNone/>
            </a:pPr>
            <a:r>
              <a:rPr lang="en-US" sz="2000" b="1" dirty="0">
                <a:solidFill>
                  <a:srgbClr val="1A5276"/>
                </a:solidFill>
                <a:latin typeface="Meiryo" pitchFamily="34" charset="0"/>
                <a:ea typeface="Meiryo" pitchFamily="34" charset="-122"/>
                <a:cs typeface="Meiryo" pitchFamily="34" charset="-120"/>
              </a:rPr>
              <a:t>▸ 食品衛生</a:t>
            </a:r>
            <a:r>
              <a:rPr lang="en-US" sz="2000" dirty="0">
                <a:solidFill>
                  <a:srgbClr val="2C3E50"/>
                </a:solidFill>
                <a:latin typeface="Meiryo" pitchFamily="34" charset="0"/>
                <a:ea typeface="Meiryo" pitchFamily="34" charset="-122"/>
                <a:cs typeface="Meiryo" pitchFamily="34" charset="-120"/>
              </a:rPr>
              <a:t> — 食中毒、食品添加物、残留農薬</a:t>
            </a:r>
            <a:endParaRPr lang="en-US" sz="2000" dirty="0"/>
          </a:p>
          <a:p>
            <a:pPr marL="0" indent="0" algn="l">
              <a:lnSpc>
                <a:spcPct val="135000"/>
              </a:lnSpc>
              <a:spcAft>
                <a:spcPts val="600"/>
              </a:spcAft>
              <a:buNone/>
            </a:pPr>
            <a:r>
              <a:rPr lang="en-US" sz="2000" b="1" dirty="0">
                <a:solidFill>
                  <a:srgbClr val="1A5276"/>
                </a:solidFill>
                <a:latin typeface="Meiryo" pitchFamily="34" charset="0"/>
                <a:ea typeface="Meiryo" pitchFamily="34" charset="-122"/>
                <a:cs typeface="Meiryo" pitchFamily="34" charset="-120"/>
              </a:rPr>
              <a:t>▸ 公衆衛生</a:t>
            </a:r>
            <a:r>
              <a:rPr lang="en-US" sz="2000" dirty="0">
                <a:solidFill>
                  <a:srgbClr val="2C3E50"/>
                </a:solidFill>
                <a:latin typeface="Meiryo" pitchFamily="34" charset="0"/>
                <a:ea typeface="Meiryo" pitchFamily="34" charset="-122"/>
                <a:cs typeface="Meiryo" pitchFamily="34" charset="-120"/>
              </a:rPr>
              <a:t> — 疫学、感染症、健康政策</a:t>
            </a:r>
            <a:endParaRPr lang="en-US" sz="2000" dirty="0"/>
          </a:p>
          <a:p>
            <a:pPr marL="0" indent="0" algn="l">
              <a:lnSpc>
                <a:spcPct val="135000"/>
              </a:lnSpc>
              <a:spcAft>
                <a:spcPts val="600"/>
              </a:spcAft>
              <a:buNone/>
            </a:pPr>
            <a:r>
              <a:rPr lang="en-US" sz="2000" b="1" dirty="0">
                <a:solidFill>
                  <a:srgbClr val="1A5276"/>
                </a:solidFill>
                <a:latin typeface="Meiryo" pitchFamily="34" charset="0"/>
                <a:ea typeface="Meiryo" pitchFamily="34" charset="-122"/>
                <a:cs typeface="Meiryo" pitchFamily="34" charset="-120"/>
              </a:rPr>
              <a:t>▸ 毒性学</a:t>
            </a:r>
            <a:r>
              <a:rPr lang="en-US" sz="2000" dirty="0">
                <a:solidFill>
                  <a:srgbClr val="2C3E50"/>
                </a:solidFill>
                <a:latin typeface="Meiryo" pitchFamily="34" charset="0"/>
                <a:ea typeface="Meiryo" pitchFamily="34" charset="-122"/>
                <a:cs typeface="Meiryo" pitchFamily="34" charset="-120"/>
              </a:rPr>
              <a:t> — 用量-反応、リスク評価</a:t>
            </a:r>
            <a:endParaRPr lang="en-US" sz="2000" dirty="0"/>
          </a:p>
        </p:txBody>
      </p:sp>
      <p:sp>
        <p:nvSpPr>
          <p:cNvPr id="6" name="Shape 4"/>
          <p:cNvSpPr/>
          <p:nvPr/>
        </p:nvSpPr>
        <p:spPr>
          <a:xfrm>
            <a:off x="6355080" y="1097280"/>
            <a:ext cx="5394960" cy="2286000"/>
          </a:xfrm>
          <a:prstGeom prst="rect">
            <a:avLst/>
          </a:prstGeom>
          <a:solidFill>
            <a:srgbClr val="EAF2F8"/>
          </a:solidFill>
          <a:ln/>
        </p:spPr>
        <p:txBody>
          <a:bodyPr/>
          <a:lstStyle/>
          <a:p>
            <a:endParaRPr lang="ja-JP" altLang="en-US"/>
          </a:p>
        </p:txBody>
      </p:sp>
      <p:sp>
        <p:nvSpPr>
          <p:cNvPr id="7" name="Shape 5"/>
          <p:cNvSpPr/>
          <p:nvPr/>
        </p:nvSpPr>
        <p:spPr>
          <a:xfrm>
            <a:off x="6355080" y="1097280"/>
            <a:ext cx="64008" cy="2286000"/>
          </a:xfrm>
          <a:prstGeom prst="rect">
            <a:avLst/>
          </a:prstGeom>
          <a:solidFill>
            <a:srgbClr val="2980B9"/>
          </a:solidFill>
          <a:ln/>
        </p:spPr>
        <p:txBody>
          <a:bodyPr/>
          <a:lstStyle/>
          <a:p>
            <a:endParaRPr lang="ja-JP" altLang="en-US"/>
          </a:p>
        </p:txBody>
      </p:sp>
      <p:sp>
        <p:nvSpPr>
          <p:cNvPr id="8" name="Text 6"/>
          <p:cNvSpPr/>
          <p:nvPr/>
        </p:nvSpPr>
        <p:spPr>
          <a:xfrm>
            <a:off x="6519672" y="1274958"/>
            <a:ext cx="5120640" cy="292608"/>
          </a:xfrm>
          <a:prstGeom prst="rect">
            <a:avLst/>
          </a:prstGeom>
          <a:noFill/>
          <a:ln/>
        </p:spPr>
        <p:txBody>
          <a:bodyPr wrap="square" rtlCol="0" anchor="ctr"/>
          <a:lstStyle/>
          <a:p>
            <a:pPr marL="0" indent="0">
              <a:buNone/>
            </a:pPr>
            <a:r>
              <a:rPr lang="en-US" b="1" dirty="0">
                <a:solidFill>
                  <a:srgbClr val="2980B9"/>
                </a:solidFill>
                <a:latin typeface="Meiryo" pitchFamily="34" charset="0"/>
                <a:ea typeface="Meiryo" pitchFamily="34" charset="-122"/>
                <a:cs typeface="Meiryo" pitchFamily="34" charset="-120"/>
              </a:rPr>
              <a:t>薬剤師と「予防」</a:t>
            </a:r>
            <a:endParaRPr lang="en-US" dirty="0"/>
          </a:p>
        </p:txBody>
      </p:sp>
      <p:sp>
        <p:nvSpPr>
          <p:cNvPr id="9" name="Text 7"/>
          <p:cNvSpPr/>
          <p:nvPr/>
        </p:nvSpPr>
        <p:spPr>
          <a:xfrm>
            <a:off x="6519672" y="1673037"/>
            <a:ext cx="5120640" cy="1901952"/>
          </a:xfrm>
          <a:prstGeom prst="rect">
            <a:avLst/>
          </a:prstGeom>
          <a:noFill/>
          <a:ln/>
        </p:spPr>
        <p:txBody>
          <a:bodyPr wrap="square" rtlCol="0" anchor="t"/>
          <a:lstStyle/>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治療だけでなく、地域社会の健康を守るのも薬剤師の責務。薬局窓口での化学物質の相談、健康サポート薬局、学校薬剤師 ─ すべて衛生薬学の知識を基盤としています。</a:t>
            </a:r>
            <a:endParaRPr lang="en-US" sz="1600" dirty="0"/>
          </a:p>
        </p:txBody>
      </p:sp>
      <p:sp>
        <p:nvSpPr>
          <p:cNvPr id="10" name="Shape 8"/>
          <p:cNvSpPr/>
          <p:nvPr/>
        </p:nvSpPr>
        <p:spPr>
          <a:xfrm>
            <a:off x="6355080" y="3566160"/>
            <a:ext cx="5394960" cy="2103120"/>
          </a:xfrm>
          <a:prstGeom prst="rect">
            <a:avLst/>
          </a:prstGeom>
          <a:solidFill>
            <a:srgbClr val="F8F9FA"/>
          </a:solidFill>
          <a:ln/>
        </p:spPr>
        <p:txBody>
          <a:bodyPr/>
          <a:lstStyle/>
          <a:p>
            <a:endParaRPr lang="ja-JP" altLang="en-US"/>
          </a:p>
        </p:txBody>
      </p:sp>
      <p:sp>
        <p:nvSpPr>
          <p:cNvPr id="11" name="Shape 9"/>
          <p:cNvSpPr/>
          <p:nvPr/>
        </p:nvSpPr>
        <p:spPr>
          <a:xfrm>
            <a:off x="6355080" y="3566160"/>
            <a:ext cx="64008" cy="2103120"/>
          </a:xfrm>
          <a:prstGeom prst="rect">
            <a:avLst/>
          </a:prstGeom>
          <a:solidFill>
            <a:srgbClr val="BDC3C7"/>
          </a:solidFill>
          <a:ln/>
        </p:spPr>
        <p:txBody>
          <a:bodyPr/>
          <a:lstStyle/>
          <a:p>
            <a:endParaRPr lang="ja-JP" altLang="en-US"/>
          </a:p>
        </p:txBody>
      </p:sp>
      <p:sp>
        <p:nvSpPr>
          <p:cNvPr id="12" name="Text 10"/>
          <p:cNvSpPr/>
          <p:nvPr/>
        </p:nvSpPr>
        <p:spPr>
          <a:xfrm>
            <a:off x="6519672" y="3621024"/>
            <a:ext cx="5120640" cy="292608"/>
          </a:xfrm>
          <a:prstGeom prst="rect">
            <a:avLst/>
          </a:prstGeom>
          <a:noFill/>
          <a:ln/>
        </p:spPr>
        <p:txBody>
          <a:bodyPr wrap="square" rtlCol="0" anchor="ctr"/>
          <a:lstStyle/>
          <a:p>
            <a:pPr marL="0" indent="0">
              <a:buNone/>
            </a:pPr>
            <a:r>
              <a:rPr lang="en-US" b="1" dirty="0">
                <a:solidFill>
                  <a:srgbClr val="BDC3C7"/>
                </a:solidFill>
                <a:latin typeface="Meiryo" pitchFamily="34" charset="0"/>
                <a:ea typeface="Meiryo" pitchFamily="34" charset="-122"/>
                <a:cs typeface="Meiryo" pitchFamily="34" charset="-120"/>
              </a:rPr>
              <a:t>本講義の位置づけ</a:t>
            </a:r>
            <a:endParaRPr lang="en-US" dirty="0"/>
          </a:p>
        </p:txBody>
      </p:sp>
      <p:sp>
        <p:nvSpPr>
          <p:cNvPr id="13" name="Text 11"/>
          <p:cNvSpPr/>
          <p:nvPr/>
        </p:nvSpPr>
        <p:spPr>
          <a:xfrm>
            <a:off x="6492240" y="3996243"/>
            <a:ext cx="5120640" cy="1719072"/>
          </a:xfrm>
          <a:prstGeom prst="rect">
            <a:avLst/>
          </a:prstGeom>
          <a:noFill/>
          <a:ln/>
        </p:spPr>
        <p:txBody>
          <a:bodyPr wrap="square" rtlCol="0" anchor="t"/>
          <a:lstStyle/>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a:t>
            </a:r>
            <a:r>
              <a:rPr lang="en-US" sz="1600" b="1" dirty="0" err="1">
                <a:solidFill>
                  <a:srgbClr val="1A5276"/>
                </a:solidFill>
                <a:latin typeface="Meiryo" pitchFamily="34" charset="0"/>
                <a:ea typeface="Meiryo" pitchFamily="34" charset="-122"/>
                <a:cs typeface="Meiryo" pitchFamily="34" charset="-120"/>
              </a:rPr>
              <a:t>衛生</a:t>
            </a:r>
            <a:r>
              <a:rPr lang="ja-JP" altLang="en-US" sz="1600" b="1" dirty="0">
                <a:solidFill>
                  <a:srgbClr val="1A5276"/>
                </a:solidFill>
                <a:latin typeface="Meiryo" pitchFamily="34" charset="0"/>
                <a:ea typeface="Meiryo" pitchFamily="34" charset="-122"/>
                <a:cs typeface="Meiryo" pitchFamily="34" charset="-120"/>
              </a:rPr>
              <a:t>化学</a:t>
            </a:r>
            <a:r>
              <a:rPr lang="en-US" altLang="ja-JP" sz="1600" b="1" dirty="0">
                <a:solidFill>
                  <a:srgbClr val="1A5276"/>
                </a:solidFill>
                <a:latin typeface="Meiryo" pitchFamily="34" charset="0"/>
                <a:ea typeface="Meiryo" pitchFamily="34" charset="-122"/>
                <a:cs typeface="Meiryo" pitchFamily="34" charset="-120"/>
              </a:rPr>
              <a:t>II</a:t>
            </a:r>
            <a:r>
              <a:rPr lang="en-US" sz="1600" dirty="0">
                <a:solidFill>
                  <a:srgbClr val="2C3E50"/>
                </a:solidFill>
                <a:latin typeface="Meiryo" pitchFamily="34" charset="0"/>
                <a:ea typeface="Meiryo" pitchFamily="34" charset="-122"/>
                <a:cs typeface="Meiryo" pitchFamily="34" charset="-120"/>
              </a:rPr>
              <a:t>」全15回の</a:t>
            </a:r>
            <a:r>
              <a:rPr lang="en-US" sz="1600" b="1" dirty="0">
                <a:solidFill>
                  <a:srgbClr val="1A5276"/>
                </a:solidFill>
                <a:latin typeface="Meiryo" pitchFamily="34" charset="0"/>
                <a:ea typeface="Meiryo" pitchFamily="34" charset="-122"/>
                <a:cs typeface="Meiryo" pitchFamily="34" charset="-120"/>
              </a:rPr>
              <a:t>第9回</a:t>
            </a:r>
            <a:r>
              <a:rPr lang="en-US" sz="1600" dirty="0">
                <a:solidFill>
                  <a:srgbClr val="2C3E50"/>
                </a:solidFill>
                <a:latin typeface="Meiryo" pitchFamily="34" charset="0"/>
                <a:ea typeface="Meiryo" pitchFamily="34" charset="-122"/>
                <a:cs typeface="Meiryo" pitchFamily="34" charset="-120"/>
              </a:rPr>
              <a:t>。地球規模の環境問題と生態系の概念から学びます。</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衛生化学II — 第9〜15回 講義マップ</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Shape 2"/>
          <p:cNvSpPr/>
          <p:nvPr/>
        </p:nvSpPr>
        <p:spPr>
          <a:xfrm>
            <a:off x="411480" y="1097280"/>
            <a:ext cx="3666744" cy="3108960"/>
          </a:xfrm>
          <a:prstGeom prst="rect">
            <a:avLst/>
          </a:prstGeom>
          <a:solidFill>
            <a:srgbClr val="F8F9FA"/>
          </a:solidFill>
          <a:ln/>
        </p:spPr>
        <p:txBody>
          <a:bodyPr/>
          <a:lstStyle/>
          <a:p>
            <a:endParaRPr lang="ja-JP" altLang="en-US"/>
          </a:p>
        </p:txBody>
      </p:sp>
      <p:sp>
        <p:nvSpPr>
          <p:cNvPr id="5" name="Shape 3"/>
          <p:cNvSpPr/>
          <p:nvPr/>
        </p:nvSpPr>
        <p:spPr>
          <a:xfrm>
            <a:off x="411480" y="1097280"/>
            <a:ext cx="64008" cy="3108960"/>
          </a:xfrm>
          <a:prstGeom prst="rect">
            <a:avLst/>
          </a:prstGeom>
          <a:solidFill>
            <a:srgbClr val="BDC3C7"/>
          </a:solidFill>
          <a:ln/>
        </p:spPr>
        <p:txBody>
          <a:bodyPr/>
          <a:lstStyle/>
          <a:p>
            <a:endParaRPr lang="ja-JP" altLang="en-US"/>
          </a:p>
        </p:txBody>
      </p:sp>
      <p:sp>
        <p:nvSpPr>
          <p:cNvPr id="6" name="Text 4"/>
          <p:cNvSpPr/>
          <p:nvPr/>
        </p:nvSpPr>
        <p:spPr>
          <a:xfrm>
            <a:off x="576072" y="1152144"/>
            <a:ext cx="3392424" cy="292608"/>
          </a:xfrm>
          <a:prstGeom prst="rect">
            <a:avLst/>
          </a:prstGeom>
          <a:noFill/>
          <a:ln/>
        </p:spPr>
        <p:txBody>
          <a:bodyPr wrap="square" rtlCol="0" anchor="ctr"/>
          <a:lstStyle/>
          <a:p>
            <a:pPr marL="0" indent="0">
              <a:buNone/>
            </a:pPr>
            <a:r>
              <a:rPr lang="en-US" sz="1400" b="1" dirty="0">
                <a:solidFill>
                  <a:schemeClr val="tx1">
                    <a:lumMod val="85000"/>
                    <a:lumOff val="15000"/>
                  </a:schemeClr>
                </a:solidFill>
                <a:latin typeface="Meiryo" pitchFamily="34" charset="0"/>
                <a:ea typeface="Meiryo" pitchFamily="34" charset="-122"/>
                <a:cs typeface="Meiryo" pitchFamily="34" charset="-120"/>
              </a:rPr>
              <a:t>環境基盤（第9〜11回）</a:t>
            </a:r>
            <a:endParaRPr lang="en-US" sz="1400" dirty="0">
              <a:solidFill>
                <a:schemeClr val="tx1">
                  <a:lumMod val="85000"/>
                  <a:lumOff val="15000"/>
                </a:schemeClr>
              </a:solidFill>
            </a:endParaRPr>
          </a:p>
        </p:txBody>
      </p:sp>
      <p:sp>
        <p:nvSpPr>
          <p:cNvPr id="7" name="Text 5"/>
          <p:cNvSpPr/>
          <p:nvPr/>
        </p:nvSpPr>
        <p:spPr>
          <a:xfrm>
            <a:off x="576072" y="1435608"/>
            <a:ext cx="3392424" cy="2724912"/>
          </a:xfrm>
          <a:prstGeom prst="rect">
            <a:avLst/>
          </a:prstGeom>
          <a:noFill/>
          <a:ln/>
        </p:spPr>
        <p:txBody>
          <a:bodyPr wrap="square" rtlCol="0" anchor="t"/>
          <a:lstStyle/>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第9回 地球環境と生態系 ← 今回</a:t>
            </a:r>
            <a:endParaRPr lang="en-US" sz="1600" dirty="0"/>
          </a:p>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第10回 廃棄物と土壌汚染</a:t>
            </a:r>
            <a:endParaRPr lang="en-US" sz="1600" dirty="0"/>
          </a:p>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第11回 放射線の生体への影響</a:t>
            </a:r>
            <a:endParaRPr lang="en-US" sz="1600" dirty="0"/>
          </a:p>
          <a:p>
            <a:pPr marL="0" indent="0" algn="l">
              <a:lnSpc>
                <a:spcPct val="130000"/>
              </a:lnSpc>
              <a:spcAft>
                <a:spcPts val="400"/>
              </a:spcAft>
              <a:buNone/>
            </a:pPr>
            <a:endParaRPr lang="en-US" sz="1600" dirty="0"/>
          </a:p>
          <a:p>
            <a:pPr marL="0" indent="0" algn="l">
              <a:lnSpc>
                <a:spcPct val="130000"/>
              </a:lnSpc>
              <a:spcAft>
                <a:spcPts val="400"/>
              </a:spcAft>
              <a:buNone/>
            </a:pPr>
            <a:endParaRPr lang="en-US" sz="1600" dirty="0"/>
          </a:p>
        </p:txBody>
      </p:sp>
      <p:sp>
        <p:nvSpPr>
          <p:cNvPr id="8" name="Shape 6"/>
          <p:cNvSpPr/>
          <p:nvPr/>
        </p:nvSpPr>
        <p:spPr>
          <a:xfrm>
            <a:off x="4261104" y="1097280"/>
            <a:ext cx="3666744" cy="3108960"/>
          </a:xfrm>
          <a:prstGeom prst="rect">
            <a:avLst/>
          </a:prstGeom>
          <a:solidFill>
            <a:srgbClr val="F8F9FA"/>
          </a:solidFill>
          <a:ln/>
        </p:spPr>
        <p:txBody>
          <a:bodyPr/>
          <a:lstStyle/>
          <a:p>
            <a:endParaRPr lang="ja-JP" altLang="en-US" sz="2400"/>
          </a:p>
        </p:txBody>
      </p:sp>
      <p:sp>
        <p:nvSpPr>
          <p:cNvPr id="9" name="Shape 7"/>
          <p:cNvSpPr/>
          <p:nvPr/>
        </p:nvSpPr>
        <p:spPr>
          <a:xfrm>
            <a:off x="4261104" y="1097280"/>
            <a:ext cx="64008" cy="3108960"/>
          </a:xfrm>
          <a:prstGeom prst="rect">
            <a:avLst/>
          </a:prstGeom>
          <a:solidFill>
            <a:srgbClr val="BDC3C7"/>
          </a:solidFill>
          <a:ln/>
        </p:spPr>
        <p:txBody>
          <a:bodyPr/>
          <a:lstStyle/>
          <a:p>
            <a:endParaRPr lang="ja-JP" altLang="en-US"/>
          </a:p>
        </p:txBody>
      </p:sp>
      <p:sp>
        <p:nvSpPr>
          <p:cNvPr id="10" name="Text 8"/>
          <p:cNvSpPr/>
          <p:nvPr/>
        </p:nvSpPr>
        <p:spPr>
          <a:xfrm>
            <a:off x="4425696" y="1152144"/>
            <a:ext cx="3392424" cy="292608"/>
          </a:xfrm>
          <a:prstGeom prst="rect">
            <a:avLst/>
          </a:prstGeom>
          <a:noFill/>
          <a:ln/>
        </p:spPr>
        <p:txBody>
          <a:bodyPr wrap="square" rtlCol="0" anchor="ctr"/>
          <a:lstStyle/>
          <a:p>
            <a:pPr marL="0" indent="0">
              <a:buNone/>
            </a:pPr>
            <a:r>
              <a:rPr lang="en-US" sz="1400" b="1" dirty="0">
                <a:solidFill>
                  <a:schemeClr val="tx1">
                    <a:lumMod val="85000"/>
                    <a:lumOff val="15000"/>
                  </a:schemeClr>
                </a:solidFill>
                <a:latin typeface="Meiryo" pitchFamily="34" charset="0"/>
                <a:ea typeface="Meiryo" pitchFamily="34" charset="-122"/>
                <a:cs typeface="Meiryo" pitchFamily="34" charset="-120"/>
              </a:rPr>
              <a:t>水環境（第12〜13回）</a:t>
            </a:r>
            <a:endParaRPr lang="en-US" sz="1400" dirty="0">
              <a:solidFill>
                <a:schemeClr val="tx1">
                  <a:lumMod val="85000"/>
                  <a:lumOff val="15000"/>
                </a:schemeClr>
              </a:solidFill>
            </a:endParaRPr>
          </a:p>
        </p:txBody>
      </p:sp>
      <p:sp>
        <p:nvSpPr>
          <p:cNvPr id="11" name="Text 9"/>
          <p:cNvSpPr/>
          <p:nvPr/>
        </p:nvSpPr>
        <p:spPr>
          <a:xfrm>
            <a:off x="4425696" y="1435608"/>
            <a:ext cx="3392424" cy="2724912"/>
          </a:xfrm>
          <a:prstGeom prst="rect">
            <a:avLst/>
          </a:prstGeom>
          <a:noFill/>
          <a:ln/>
        </p:spPr>
        <p:txBody>
          <a:bodyPr wrap="square" rtlCol="0" anchor="t"/>
          <a:lstStyle/>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第12回 上水（水道・浄水処理）</a:t>
            </a:r>
            <a:endParaRPr lang="en-US" sz="1600" dirty="0"/>
          </a:p>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第13回 下水と水質汚濁</a:t>
            </a:r>
            <a:endParaRPr lang="en-US" sz="1600" dirty="0"/>
          </a:p>
          <a:p>
            <a:pPr marL="0" indent="0" algn="l">
              <a:lnSpc>
                <a:spcPct val="130000"/>
              </a:lnSpc>
              <a:spcAft>
                <a:spcPts val="400"/>
              </a:spcAft>
              <a:buNone/>
            </a:pPr>
            <a:endParaRPr lang="en-US" sz="1600" dirty="0"/>
          </a:p>
          <a:p>
            <a:pPr marL="0" indent="0" algn="l">
              <a:lnSpc>
                <a:spcPct val="130000"/>
              </a:lnSpc>
              <a:spcAft>
                <a:spcPts val="400"/>
              </a:spcAft>
              <a:buNone/>
            </a:pPr>
            <a:endParaRPr lang="en-US" sz="1600" dirty="0"/>
          </a:p>
        </p:txBody>
      </p:sp>
      <p:sp>
        <p:nvSpPr>
          <p:cNvPr id="12" name="Shape 10"/>
          <p:cNvSpPr/>
          <p:nvPr/>
        </p:nvSpPr>
        <p:spPr>
          <a:xfrm>
            <a:off x="8110728" y="1097280"/>
            <a:ext cx="3666744" cy="3108960"/>
          </a:xfrm>
          <a:prstGeom prst="rect">
            <a:avLst/>
          </a:prstGeom>
          <a:solidFill>
            <a:srgbClr val="F8F9FA"/>
          </a:solidFill>
          <a:ln/>
        </p:spPr>
        <p:txBody>
          <a:bodyPr/>
          <a:lstStyle/>
          <a:p>
            <a:endParaRPr lang="ja-JP" altLang="en-US">
              <a:solidFill>
                <a:schemeClr val="tx1">
                  <a:lumMod val="85000"/>
                  <a:lumOff val="15000"/>
                </a:schemeClr>
              </a:solidFill>
            </a:endParaRPr>
          </a:p>
        </p:txBody>
      </p:sp>
      <p:sp>
        <p:nvSpPr>
          <p:cNvPr id="13" name="Shape 11"/>
          <p:cNvSpPr/>
          <p:nvPr/>
        </p:nvSpPr>
        <p:spPr>
          <a:xfrm>
            <a:off x="8110728" y="1097280"/>
            <a:ext cx="64008" cy="3108960"/>
          </a:xfrm>
          <a:prstGeom prst="rect">
            <a:avLst/>
          </a:prstGeom>
          <a:solidFill>
            <a:srgbClr val="BDC3C7"/>
          </a:solidFill>
          <a:ln/>
        </p:spPr>
        <p:txBody>
          <a:bodyPr/>
          <a:lstStyle/>
          <a:p>
            <a:endParaRPr lang="ja-JP" altLang="en-US"/>
          </a:p>
        </p:txBody>
      </p:sp>
      <p:sp>
        <p:nvSpPr>
          <p:cNvPr id="14" name="Text 12"/>
          <p:cNvSpPr/>
          <p:nvPr/>
        </p:nvSpPr>
        <p:spPr>
          <a:xfrm>
            <a:off x="8275320" y="1152144"/>
            <a:ext cx="3392424" cy="292608"/>
          </a:xfrm>
          <a:prstGeom prst="rect">
            <a:avLst/>
          </a:prstGeom>
          <a:noFill/>
          <a:ln/>
        </p:spPr>
        <p:txBody>
          <a:bodyPr wrap="square" rtlCol="0" anchor="ctr"/>
          <a:lstStyle/>
          <a:p>
            <a:pPr marL="0" indent="0">
              <a:buNone/>
            </a:pPr>
            <a:r>
              <a:rPr lang="en-US" sz="1400" b="1" dirty="0">
                <a:solidFill>
                  <a:schemeClr val="tx1">
                    <a:lumMod val="85000"/>
                    <a:lumOff val="15000"/>
                  </a:schemeClr>
                </a:solidFill>
                <a:latin typeface="Meiryo" pitchFamily="34" charset="0"/>
                <a:ea typeface="Meiryo" pitchFamily="34" charset="-122"/>
                <a:cs typeface="Meiryo" pitchFamily="34" charset="-120"/>
              </a:rPr>
              <a:t>大気と室内（第14〜15回）</a:t>
            </a:r>
            <a:endParaRPr lang="en-US" sz="1400" dirty="0">
              <a:solidFill>
                <a:schemeClr val="tx1">
                  <a:lumMod val="85000"/>
                  <a:lumOff val="15000"/>
                </a:schemeClr>
              </a:solidFill>
            </a:endParaRPr>
          </a:p>
        </p:txBody>
      </p:sp>
      <p:sp>
        <p:nvSpPr>
          <p:cNvPr id="15" name="Text 13"/>
          <p:cNvSpPr/>
          <p:nvPr/>
        </p:nvSpPr>
        <p:spPr>
          <a:xfrm>
            <a:off x="8275320" y="1435608"/>
            <a:ext cx="3392424" cy="2724912"/>
          </a:xfrm>
          <a:prstGeom prst="rect">
            <a:avLst/>
          </a:prstGeom>
          <a:noFill/>
          <a:ln/>
        </p:spPr>
        <p:txBody>
          <a:bodyPr wrap="square" rtlCol="0" anchor="t"/>
          <a:lstStyle/>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第14回 大気環境</a:t>
            </a:r>
            <a:endParaRPr lang="en-US" sz="1600" dirty="0"/>
          </a:p>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第15回 室内環境</a:t>
            </a:r>
            <a:endParaRPr lang="en-US" sz="1600" dirty="0"/>
          </a:p>
          <a:p>
            <a:pPr marL="0" indent="0" algn="l">
              <a:lnSpc>
                <a:spcPct val="130000"/>
              </a:lnSpc>
              <a:spcAft>
                <a:spcPts val="400"/>
              </a:spcAft>
              <a:buNone/>
            </a:pPr>
            <a:endParaRPr lang="en-US" sz="1600" dirty="0"/>
          </a:p>
          <a:p>
            <a:pPr marL="0" indent="0" algn="l">
              <a:lnSpc>
                <a:spcPct val="130000"/>
              </a:lnSpc>
              <a:spcAft>
                <a:spcPts val="400"/>
              </a:spcAft>
              <a:buNone/>
            </a:pPr>
            <a:endParaRPr lang="en-US" sz="1600" dirty="0"/>
          </a:p>
          <a:p>
            <a:pPr marL="0" indent="0" algn="l">
              <a:lnSpc>
                <a:spcPct val="130000"/>
              </a:lnSpc>
              <a:spcAft>
                <a:spcPts val="400"/>
              </a:spcAft>
              <a:buNone/>
            </a:pPr>
            <a:endParaRPr lang="en-US" sz="1600" dirty="0"/>
          </a:p>
          <a:p>
            <a:pPr marL="0" indent="0" algn="l">
              <a:lnSpc>
                <a:spcPct val="130000"/>
              </a:lnSpc>
              <a:spcAft>
                <a:spcPts val="400"/>
              </a:spcAft>
              <a:buNone/>
            </a:pPr>
            <a:endParaRPr lang="en-US" sz="1600" dirty="0"/>
          </a:p>
        </p:txBody>
      </p:sp>
      <p:sp>
        <p:nvSpPr>
          <p:cNvPr id="16" name="Shape 14"/>
          <p:cNvSpPr/>
          <p:nvPr/>
        </p:nvSpPr>
        <p:spPr>
          <a:xfrm>
            <a:off x="411480" y="4389120"/>
            <a:ext cx="11365992" cy="2020350"/>
          </a:xfrm>
          <a:prstGeom prst="rect">
            <a:avLst/>
          </a:prstGeom>
          <a:solidFill>
            <a:srgbClr val="EAF2F8"/>
          </a:solidFill>
          <a:ln/>
        </p:spPr>
        <p:txBody>
          <a:bodyPr/>
          <a:lstStyle/>
          <a:p>
            <a:endParaRPr lang="ja-JP" altLang="en-US"/>
          </a:p>
        </p:txBody>
      </p:sp>
      <p:sp>
        <p:nvSpPr>
          <p:cNvPr id="17" name="Shape 15"/>
          <p:cNvSpPr/>
          <p:nvPr/>
        </p:nvSpPr>
        <p:spPr>
          <a:xfrm>
            <a:off x="411480" y="4389120"/>
            <a:ext cx="64008" cy="1005840"/>
          </a:xfrm>
          <a:prstGeom prst="rect">
            <a:avLst/>
          </a:prstGeom>
          <a:solidFill>
            <a:srgbClr val="2980B9"/>
          </a:solidFill>
          <a:ln/>
        </p:spPr>
        <p:txBody>
          <a:bodyPr/>
          <a:lstStyle/>
          <a:p>
            <a:endParaRPr lang="ja-JP" altLang="en-US"/>
          </a:p>
        </p:txBody>
      </p:sp>
      <p:sp>
        <p:nvSpPr>
          <p:cNvPr id="18" name="Text 16"/>
          <p:cNvSpPr/>
          <p:nvPr/>
        </p:nvSpPr>
        <p:spPr>
          <a:xfrm>
            <a:off x="576072" y="4443984"/>
            <a:ext cx="11091672" cy="292608"/>
          </a:xfrm>
          <a:prstGeom prst="rect">
            <a:avLst/>
          </a:prstGeom>
          <a:noFill/>
          <a:ln/>
        </p:spPr>
        <p:txBody>
          <a:bodyPr wrap="square" rtlCol="0" anchor="ctr"/>
          <a:lstStyle/>
          <a:p>
            <a:pPr marL="0" indent="0">
              <a:buNone/>
            </a:pPr>
            <a:r>
              <a:rPr lang="en-US" sz="1100" b="1" dirty="0">
                <a:solidFill>
                  <a:srgbClr val="2980B9"/>
                </a:solidFill>
                <a:latin typeface="Meiryo" pitchFamily="34" charset="0"/>
                <a:ea typeface="Meiryo" pitchFamily="34" charset="-122"/>
                <a:cs typeface="Meiryo" pitchFamily="34" charset="-120"/>
              </a:rPr>
              <a:t>衛生化学IIで学ぶこと</a:t>
            </a:r>
            <a:endParaRPr lang="en-US" sz="1100" dirty="0"/>
          </a:p>
        </p:txBody>
      </p:sp>
      <p:sp>
        <p:nvSpPr>
          <p:cNvPr id="19" name="Text 17"/>
          <p:cNvSpPr/>
          <p:nvPr/>
        </p:nvSpPr>
        <p:spPr>
          <a:xfrm>
            <a:off x="576072" y="4727448"/>
            <a:ext cx="11091672" cy="62179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化学物質や環境変化が「生態系」を通じて人の健康にどう影響するのか ─ 地球規模から室内環境まで、7回をかけて環境衛生の全体像をつかみます。第9回はその出発点として「生態系の見取り図」を学びます。</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647938" cy="594360"/>
          </a:xfrm>
          <a:prstGeom prst="rect">
            <a:avLst/>
          </a:prstGeom>
          <a:noFill/>
          <a:ln/>
        </p:spPr>
        <p:txBody>
          <a:bodyPr wrap="square" rtlCol="0" anchor="ctr"/>
          <a:lstStyle/>
          <a:p>
            <a:pPr marL="0" indent="0">
              <a:buNone/>
            </a:pPr>
            <a:r>
              <a:rPr lang="en-US" sz="3600" b="1" dirty="0">
                <a:solidFill>
                  <a:srgbClr val="1A5276"/>
                </a:solidFill>
                <a:latin typeface="Meiryo" pitchFamily="34" charset="0"/>
                <a:ea typeface="Meiryo" pitchFamily="34" charset="-122"/>
                <a:cs typeface="Meiryo" pitchFamily="34" charset="-120"/>
              </a:rPr>
              <a:t>本日の範囲 — 教科書VI-1章の全体構造</a:t>
            </a:r>
            <a:endParaRPr lang="en-US" sz="3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sz="2800"/>
          </a:p>
        </p:txBody>
      </p:sp>
      <p:sp>
        <p:nvSpPr>
          <p:cNvPr id="7" name="Text 5"/>
          <p:cNvSpPr/>
          <p:nvPr/>
        </p:nvSpPr>
        <p:spPr>
          <a:xfrm>
            <a:off x="411480" y="6355080"/>
            <a:ext cx="11365992" cy="274320"/>
          </a:xfrm>
          <a:prstGeom prst="rect">
            <a:avLst/>
          </a:prstGeom>
          <a:noFill/>
          <a:ln/>
        </p:spPr>
        <p:txBody>
          <a:bodyPr wrap="square" rtlCol="0" anchor="ctr"/>
          <a:lstStyle/>
          <a:p>
            <a:pPr marL="0" indent="0">
              <a:buNone/>
            </a:pPr>
            <a:r>
              <a:rPr lang="en-US" sz="1600" i="1" dirty="0">
                <a:solidFill>
                  <a:srgbClr val="5D6D7E"/>
                </a:solidFill>
                <a:latin typeface="Meiryo" pitchFamily="34" charset="0"/>
                <a:ea typeface="Meiryo" pitchFamily="34" charset="-122"/>
                <a:cs typeface="Meiryo" pitchFamily="34" charset="-120"/>
              </a:rPr>
              <a:t>★ = 重要度（学術的核心概念）／ 無印も全範囲が試験範囲</a:t>
            </a:r>
            <a:endParaRPr lang="en-US" sz="1600" dirty="0"/>
          </a:p>
        </p:txBody>
      </p:sp>
      <p:sp>
        <p:nvSpPr>
          <p:cNvPr id="8" name="Rectangle 7"/>
          <p:cNvSpPr/>
          <p:nvPr/>
        </p:nvSpPr>
        <p:spPr>
          <a:xfrm>
            <a:off x="411480"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 name="Rectangle 8"/>
          <p:cNvSpPr/>
          <p:nvPr/>
        </p:nvSpPr>
        <p:spPr>
          <a:xfrm>
            <a:off x="411480" y="1234440"/>
            <a:ext cx="2718054" cy="9601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p:cNvSpPr txBox="1"/>
          <p:nvPr/>
        </p:nvSpPr>
        <p:spPr>
          <a:xfrm>
            <a:off x="548640"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A</a:t>
            </a:r>
          </a:p>
        </p:txBody>
      </p:sp>
      <p:sp>
        <p:nvSpPr>
          <p:cNvPr id="11" name="TextBox 10"/>
          <p:cNvSpPr txBox="1"/>
          <p:nvPr/>
        </p:nvSpPr>
        <p:spPr>
          <a:xfrm>
            <a:off x="1280160"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地球環境と</a:t>
            </a:r>
          </a:p>
          <a:p>
            <a:pPr algn="l"/>
            <a:r>
              <a:rPr b="1">
                <a:solidFill>
                  <a:srgbClr val="FFFFFF"/>
                </a:solidFill>
                <a:latin typeface="Yu Gothic"/>
              </a:rPr>
              <a:t>生態系の構造</a:t>
            </a:r>
          </a:p>
        </p:txBody>
      </p:sp>
      <p:sp>
        <p:nvSpPr>
          <p:cNvPr id="12" name="Rectangle 11"/>
          <p:cNvSpPr/>
          <p:nvPr/>
        </p:nvSpPr>
        <p:spPr>
          <a:xfrm>
            <a:off x="521208"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TextBox 12"/>
          <p:cNvSpPr txBox="1"/>
          <p:nvPr/>
        </p:nvSpPr>
        <p:spPr>
          <a:xfrm>
            <a:off x="630936" y="2432304"/>
            <a:ext cx="777240" cy="276999"/>
          </a:xfrm>
          <a:prstGeom prst="rect">
            <a:avLst/>
          </a:prstGeom>
          <a:noFill/>
        </p:spPr>
        <p:txBody>
          <a:bodyPr wrap="square" lIns="0" tIns="0" rIns="0" bIns="0" anchor="t">
            <a:spAutoFit/>
          </a:bodyPr>
          <a:lstStyle/>
          <a:p>
            <a:pPr algn="l"/>
            <a:r>
              <a:rPr b="1">
                <a:solidFill>
                  <a:srgbClr val="1A5276"/>
                </a:solidFill>
                <a:latin typeface="Yu Gothic"/>
              </a:rPr>
              <a:t>A-1</a:t>
            </a:r>
          </a:p>
        </p:txBody>
      </p:sp>
      <p:sp>
        <p:nvSpPr>
          <p:cNvPr id="14" name="TextBox 13"/>
          <p:cNvSpPr txBox="1"/>
          <p:nvPr/>
        </p:nvSpPr>
        <p:spPr>
          <a:xfrm>
            <a:off x="630936" y="2724912"/>
            <a:ext cx="2443734" cy="246221"/>
          </a:xfrm>
          <a:prstGeom prst="rect">
            <a:avLst/>
          </a:prstGeom>
          <a:noFill/>
        </p:spPr>
        <p:txBody>
          <a:bodyPr wrap="square" lIns="0" tIns="0" rIns="0" bIns="0" anchor="t">
            <a:spAutoFit/>
          </a:bodyPr>
          <a:lstStyle/>
          <a:p>
            <a:pPr algn="l"/>
            <a:r>
              <a:rPr sz="1600" b="0" dirty="0" err="1">
                <a:solidFill>
                  <a:srgbClr val="2C3E50"/>
                </a:solidFill>
                <a:latin typeface="Yu Gothic"/>
              </a:rPr>
              <a:t>四圏（地・水・気・生物</a:t>
            </a:r>
            <a:r>
              <a:rPr sz="1600" b="0" dirty="0">
                <a:solidFill>
                  <a:srgbClr val="2C3E50"/>
                </a:solidFill>
                <a:latin typeface="Yu Gothic"/>
              </a:rPr>
              <a:t>）</a:t>
            </a:r>
          </a:p>
        </p:txBody>
      </p:sp>
      <p:sp>
        <p:nvSpPr>
          <p:cNvPr id="15" name="Rectangle 14"/>
          <p:cNvSpPr/>
          <p:nvPr/>
        </p:nvSpPr>
        <p:spPr>
          <a:xfrm>
            <a:off x="521208"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TextBox 15"/>
          <p:cNvSpPr txBox="1"/>
          <p:nvPr/>
        </p:nvSpPr>
        <p:spPr>
          <a:xfrm>
            <a:off x="630936" y="3273552"/>
            <a:ext cx="777240" cy="276999"/>
          </a:xfrm>
          <a:prstGeom prst="rect">
            <a:avLst/>
          </a:prstGeom>
          <a:noFill/>
        </p:spPr>
        <p:txBody>
          <a:bodyPr wrap="square" lIns="0" tIns="0" rIns="0" bIns="0" anchor="t">
            <a:spAutoFit/>
          </a:bodyPr>
          <a:lstStyle/>
          <a:p>
            <a:pPr algn="l"/>
            <a:r>
              <a:rPr b="1">
                <a:solidFill>
                  <a:srgbClr val="1A5276"/>
                </a:solidFill>
                <a:latin typeface="Yu Gothic"/>
              </a:rPr>
              <a:t>A-2</a:t>
            </a:r>
          </a:p>
        </p:txBody>
      </p:sp>
      <p:sp>
        <p:nvSpPr>
          <p:cNvPr id="17" name="TextBox 16"/>
          <p:cNvSpPr txBox="1"/>
          <p:nvPr/>
        </p:nvSpPr>
        <p:spPr>
          <a:xfrm>
            <a:off x="630936"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生態系の構成と機能</a:t>
            </a:r>
          </a:p>
        </p:txBody>
      </p:sp>
      <p:sp>
        <p:nvSpPr>
          <p:cNvPr id="18" name="TextBox 17"/>
          <p:cNvSpPr txBox="1"/>
          <p:nvPr/>
        </p:nvSpPr>
        <p:spPr>
          <a:xfrm>
            <a:off x="1280160"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19" name="Rectangle 18"/>
          <p:cNvSpPr/>
          <p:nvPr/>
        </p:nvSpPr>
        <p:spPr>
          <a:xfrm>
            <a:off x="521208"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p:cNvSpPr txBox="1"/>
          <p:nvPr/>
        </p:nvSpPr>
        <p:spPr>
          <a:xfrm>
            <a:off x="630936" y="4114800"/>
            <a:ext cx="777240" cy="276999"/>
          </a:xfrm>
          <a:prstGeom prst="rect">
            <a:avLst/>
          </a:prstGeom>
          <a:noFill/>
        </p:spPr>
        <p:txBody>
          <a:bodyPr wrap="square" lIns="0" tIns="0" rIns="0" bIns="0" anchor="t">
            <a:spAutoFit/>
          </a:bodyPr>
          <a:lstStyle/>
          <a:p>
            <a:pPr algn="l"/>
            <a:r>
              <a:rPr b="1">
                <a:solidFill>
                  <a:srgbClr val="1A5276"/>
                </a:solidFill>
                <a:latin typeface="Yu Gothic"/>
              </a:rPr>
              <a:t>A-3</a:t>
            </a:r>
          </a:p>
        </p:txBody>
      </p:sp>
      <p:sp>
        <p:nvSpPr>
          <p:cNvPr id="21" name="TextBox 20"/>
          <p:cNvSpPr txBox="1"/>
          <p:nvPr/>
        </p:nvSpPr>
        <p:spPr>
          <a:xfrm>
            <a:off x="630936"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物質循環（C / N / P）</a:t>
            </a:r>
          </a:p>
        </p:txBody>
      </p:sp>
      <p:sp>
        <p:nvSpPr>
          <p:cNvPr id="22" name="Rectangle 21"/>
          <p:cNvSpPr/>
          <p:nvPr/>
        </p:nvSpPr>
        <p:spPr>
          <a:xfrm>
            <a:off x="3294126"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Rectangle 22"/>
          <p:cNvSpPr/>
          <p:nvPr/>
        </p:nvSpPr>
        <p:spPr>
          <a:xfrm>
            <a:off x="3294126" y="1234440"/>
            <a:ext cx="2718054" cy="96012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4" name="TextBox 23"/>
          <p:cNvSpPr txBox="1"/>
          <p:nvPr/>
        </p:nvSpPr>
        <p:spPr>
          <a:xfrm>
            <a:off x="3431286"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B</a:t>
            </a:r>
          </a:p>
        </p:txBody>
      </p:sp>
      <p:sp>
        <p:nvSpPr>
          <p:cNvPr id="25" name="TextBox 24"/>
          <p:cNvSpPr txBox="1"/>
          <p:nvPr/>
        </p:nvSpPr>
        <p:spPr>
          <a:xfrm>
            <a:off x="4162806" y="1437501"/>
            <a:ext cx="1757934" cy="553998"/>
          </a:xfrm>
          <a:prstGeom prst="rect">
            <a:avLst/>
          </a:prstGeom>
          <a:noFill/>
        </p:spPr>
        <p:txBody>
          <a:bodyPr wrap="square" lIns="0" tIns="0" rIns="0" bIns="0" anchor="ctr">
            <a:spAutoFit/>
          </a:bodyPr>
          <a:lstStyle/>
          <a:p>
            <a:pPr algn="l"/>
            <a:r>
              <a:rPr b="1">
                <a:solidFill>
                  <a:srgbClr val="FFFFFF"/>
                </a:solidFill>
                <a:latin typeface="Yu Gothic"/>
              </a:rPr>
              <a:t>化学物質の</a:t>
            </a:r>
          </a:p>
          <a:p>
            <a:pPr algn="l"/>
            <a:r>
              <a:rPr b="1">
                <a:solidFill>
                  <a:srgbClr val="FFFFFF"/>
                </a:solidFill>
                <a:latin typeface="Yu Gothic"/>
              </a:rPr>
              <a:t>環境内動態</a:t>
            </a:r>
          </a:p>
        </p:txBody>
      </p:sp>
      <p:sp>
        <p:nvSpPr>
          <p:cNvPr id="26" name="Rectangle 25"/>
          <p:cNvSpPr/>
          <p:nvPr/>
        </p:nvSpPr>
        <p:spPr>
          <a:xfrm>
            <a:off x="3403854"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3513582" y="2432304"/>
            <a:ext cx="777240" cy="276999"/>
          </a:xfrm>
          <a:prstGeom prst="rect">
            <a:avLst/>
          </a:prstGeom>
          <a:noFill/>
        </p:spPr>
        <p:txBody>
          <a:bodyPr wrap="square" lIns="0" tIns="0" rIns="0" bIns="0" anchor="t">
            <a:spAutoFit/>
          </a:bodyPr>
          <a:lstStyle/>
          <a:p>
            <a:pPr algn="l"/>
            <a:r>
              <a:rPr b="1">
                <a:solidFill>
                  <a:srgbClr val="2980B9"/>
                </a:solidFill>
                <a:latin typeface="Yu Gothic"/>
              </a:rPr>
              <a:t>B-1</a:t>
            </a:r>
          </a:p>
        </p:txBody>
      </p:sp>
      <p:sp>
        <p:nvSpPr>
          <p:cNvPr id="28" name="TextBox 27"/>
          <p:cNvSpPr txBox="1"/>
          <p:nvPr/>
        </p:nvSpPr>
        <p:spPr>
          <a:xfrm>
            <a:off x="3513582"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環境中の化学物質</a:t>
            </a:r>
          </a:p>
        </p:txBody>
      </p:sp>
      <p:sp>
        <p:nvSpPr>
          <p:cNvPr id="29" name="Rectangle 28"/>
          <p:cNvSpPr/>
          <p:nvPr/>
        </p:nvSpPr>
        <p:spPr>
          <a:xfrm>
            <a:off x="3403854"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p:cNvSpPr txBox="1"/>
          <p:nvPr/>
        </p:nvSpPr>
        <p:spPr>
          <a:xfrm>
            <a:off x="3513582" y="3273552"/>
            <a:ext cx="777240" cy="276999"/>
          </a:xfrm>
          <a:prstGeom prst="rect">
            <a:avLst/>
          </a:prstGeom>
          <a:noFill/>
        </p:spPr>
        <p:txBody>
          <a:bodyPr wrap="square" lIns="0" tIns="0" rIns="0" bIns="0" anchor="t">
            <a:spAutoFit/>
          </a:bodyPr>
          <a:lstStyle/>
          <a:p>
            <a:pPr algn="l"/>
            <a:r>
              <a:rPr b="1">
                <a:solidFill>
                  <a:srgbClr val="2980B9"/>
                </a:solidFill>
                <a:latin typeface="Yu Gothic"/>
              </a:rPr>
              <a:t>B-2</a:t>
            </a:r>
          </a:p>
        </p:txBody>
      </p:sp>
      <p:sp>
        <p:nvSpPr>
          <p:cNvPr id="31" name="TextBox 30"/>
          <p:cNvSpPr txBox="1"/>
          <p:nvPr/>
        </p:nvSpPr>
        <p:spPr>
          <a:xfrm>
            <a:off x="3513582"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生物濃縮</a:t>
            </a:r>
          </a:p>
        </p:txBody>
      </p:sp>
      <p:sp>
        <p:nvSpPr>
          <p:cNvPr id="32" name="TextBox 31"/>
          <p:cNvSpPr txBox="1"/>
          <p:nvPr/>
        </p:nvSpPr>
        <p:spPr>
          <a:xfrm>
            <a:off x="4162806"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3" name="Rectangle 32"/>
          <p:cNvSpPr/>
          <p:nvPr/>
        </p:nvSpPr>
        <p:spPr>
          <a:xfrm>
            <a:off x="3403854"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TextBox 33"/>
          <p:cNvSpPr txBox="1"/>
          <p:nvPr/>
        </p:nvSpPr>
        <p:spPr>
          <a:xfrm>
            <a:off x="3513582" y="4114800"/>
            <a:ext cx="777240" cy="276999"/>
          </a:xfrm>
          <a:prstGeom prst="rect">
            <a:avLst/>
          </a:prstGeom>
          <a:noFill/>
        </p:spPr>
        <p:txBody>
          <a:bodyPr wrap="square" lIns="0" tIns="0" rIns="0" bIns="0" anchor="t">
            <a:spAutoFit/>
          </a:bodyPr>
          <a:lstStyle/>
          <a:p>
            <a:pPr algn="l"/>
            <a:r>
              <a:rPr b="1">
                <a:solidFill>
                  <a:srgbClr val="2980B9"/>
                </a:solidFill>
                <a:latin typeface="Yu Gothic"/>
              </a:rPr>
              <a:t>B-3</a:t>
            </a:r>
          </a:p>
        </p:txBody>
      </p:sp>
      <p:sp>
        <p:nvSpPr>
          <p:cNvPr id="35" name="TextBox 34"/>
          <p:cNvSpPr txBox="1"/>
          <p:nvPr/>
        </p:nvSpPr>
        <p:spPr>
          <a:xfrm>
            <a:off x="3513582"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POPsと化審法</a:t>
            </a:r>
          </a:p>
        </p:txBody>
      </p:sp>
      <p:sp>
        <p:nvSpPr>
          <p:cNvPr id="36" name="TextBox 35"/>
          <p:cNvSpPr txBox="1"/>
          <p:nvPr/>
        </p:nvSpPr>
        <p:spPr>
          <a:xfrm>
            <a:off x="4162806" y="4096512"/>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7" name="Rectangle 36"/>
          <p:cNvSpPr/>
          <p:nvPr/>
        </p:nvSpPr>
        <p:spPr>
          <a:xfrm>
            <a:off x="6176772" y="1234440"/>
            <a:ext cx="2718054" cy="4892040"/>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8" name="Rectangle 37"/>
          <p:cNvSpPr/>
          <p:nvPr/>
        </p:nvSpPr>
        <p:spPr>
          <a:xfrm>
            <a:off x="6176772" y="1234440"/>
            <a:ext cx="2718054" cy="96012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6313932"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C</a:t>
            </a:r>
          </a:p>
        </p:txBody>
      </p:sp>
      <p:sp>
        <p:nvSpPr>
          <p:cNvPr id="40" name="TextBox 39"/>
          <p:cNvSpPr txBox="1"/>
          <p:nvPr/>
        </p:nvSpPr>
        <p:spPr>
          <a:xfrm>
            <a:off x="7045452"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地球環境問題と</a:t>
            </a:r>
          </a:p>
          <a:p>
            <a:pPr algn="l"/>
            <a:r>
              <a:rPr b="1">
                <a:solidFill>
                  <a:srgbClr val="FFFFFF"/>
                </a:solidFill>
                <a:latin typeface="Yu Gothic"/>
              </a:rPr>
              <a:t>国際的取り組み</a:t>
            </a:r>
          </a:p>
        </p:txBody>
      </p:sp>
      <p:sp>
        <p:nvSpPr>
          <p:cNvPr id="41" name="Rectangle 40"/>
          <p:cNvSpPr/>
          <p:nvPr/>
        </p:nvSpPr>
        <p:spPr>
          <a:xfrm>
            <a:off x="6286500" y="2359152"/>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2" name="TextBox 41"/>
          <p:cNvSpPr txBox="1"/>
          <p:nvPr/>
        </p:nvSpPr>
        <p:spPr>
          <a:xfrm>
            <a:off x="6396228" y="2432304"/>
            <a:ext cx="777240" cy="276999"/>
          </a:xfrm>
          <a:prstGeom prst="rect">
            <a:avLst/>
          </a:prstGeom>
          <a:noFill/>
        </p:spPr>
        <p:txBody>
          <a:bodyPr wrap="square" lIns="0" tIns="0" rIns="0" bIns="0" anchor="t">
            <a:spAutoFit/>
          </a:bodyPr>
          <a:lstStyle/>
          <a:p>
            <a:pPr algn="l"/>
            <a:r>
              <a:rPr b="1">
                <a:solidFill>
                  <a:srgbClr val="E67E22"/>
                </a:solidFill>
                <a:latin typeface="Yu Gothic"/>
              </a:rPr>
              <a:t>C-1</a:t>
            </a:r>
          </a:p>
        </p:txBody>
      </p:sp>
      <p:sp>
        <p:nvSpPr>
          <p:cNvPr id="43" name="TextBox 42"/>
          <p:cNvSpPr txBox="1"/>
          <p:nvPr/>
        </p:nvSpPr>
        <p:spPr>
          <a:xfrm>
            <a:off x="6396228"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オゾン層破壊</a:t>
            </a:r>
          </a:p>
        </p:txBody>
      </p:sp>
      <p:sp>
        <p:nvSpPr>
          <p:cNvPr id="44" name="TextBox 43"/>
          <p:cNvSpPr txBox="1"/>
          <p:nvPr/>
        </p:nvSpPr>
        <p:spPr>
          <a:xfrm>
            <a:off x="7045452"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5" name="Rectangle 44"/>
          <p:cNvSpPr/>
          <p:nvPr/>
        </p:nvSpPr>
        <p:spPr>
          <a:xfrm>
            <a:off x="6286500" y="3079699"/>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6" name="TextBox 45"/>
          <p:cNvSpPr txBox="1"/>
          <p:nvPr/>
        </p:nvSpPr>
        <p:spPr>
          <a:xfrm>
            <a:off x="6396228" y="3152851"/>
            <a:ext cx="777240" cy="276999"/>
          </a:xfrm>
          <a:prstGeom prst="rect">
            <a:avLst/>
          </a:prstGeom>
          <a:noFill/>
        </p:spPr>
        <p:txBody>
          <a:bodyPr wrap="square" lIns="0" tIns="0" rIns="0" bIns="0" anchor="t">
            <a:spAutoFit/>
          </a:bodyPr>
          <a:lstStyle/>
          <a:p>
            <a:pPr algn="l"/>
            <a:r>
              <a:rPr b="1">
                <a:solidFill>
                  <a:srgbClr val="E67E22"/>
                </a:solidFill>
                <a:latin typeface="Yu Gothic"/>
              </a:rPr>
              <a:t>C-2</a:t>
            </a:r>
          </a:p>
        </p:txBody>
      </p:sp>
      <p:sp>
        <p:nvSpPr>
          <p:cNvPr id="47" name="TextBox 46"/>
          <p:cNvSpPr txBox="1"/>
          <p:nvPr/>
        </p:nvSpPr>
        <p:spPr>
          <a:xfrm>
            <a:off x="6396228" y="3445459"/>
            <a:ext cx="2279142" cy="246221"/>
          </a:xfrm>
          <a:prstGeom prst="rect">
            <a:avLst/>
          </a:prstGeom>
          <a:noFill/>
        </p:spPr>
        <p:txBody>
          <a:bodyPr wrap="square" lIns="0" tIns="0" rIns="0" bIns="0" anchor="t">
            <a:spAutoFit/>
          </a:bodyPr>
          <a:lstStyle/>
          <a:p>
            <a:pPr algn="l"/>
            <a:r>
              <a:rPr sz="1600" b="0">
                <a:solidFill>
                  <a:srgbClr val="2C3E50"/>
                </a:solidFill>
                <a:latin typeface="Yu Gothic"/>
              </a:rPr>
              <a:t>地球温暖化</a:t>
            </a:r>
          </a:p>
        </p:txBody>
      </p:sp>
      <p:sp>
        <p:nvSpPr>
          <p:cNvPr id="48" name="TextBox 47"/>
          <p:cNvSpPr txBox="1"/>
          <p:nvPr/>
        </p:nvSpPr>
        <p:spPr>
          <a:xfrm>
            <a:off x="7045452" y="3134563"/>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9" name="Rectangle 48"/>
          <p:cNvSpPr/>
          <p:nvPr/>
        </p:nvSpPr>
        <p:spPr>
          <a:xfrm>
            <a:off x="6286500" y="3800246"/>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0" name="TextBox 49"/>
          <p:cNvSpPr txBox="1"/>
          <p:nvPr/>
        </p:nvSpPr>
        <p:spPr>
          <a:xfrm>
            <a:off x="6396228" y="3873398"/>
            <a:ext cx="777240" cy="276999"/>
          </a:xfrm>
          <a:prstGeom prst="rect">
            <a:avLst/>
          </a:prstGeom>
          <a:noFill/>
        </p:spPr>
        <p:txBody>
          <a:bodyPr wrap="square" lIns="0" tIns="0" rIns="0" bIns="0" anchor="t">
            <a:spAutoFit/>
          </a:bodyPr>
          <a:lstStyle/>
          <a:p>
            <a:pPr algn="l"/>
            <a:r>
              <a:rPr b="1">
                <a:solidFill>
                  <a:srgbClr val="E67E22"/>
                </a:solidFill>
                <a:latin typeface="Yu Gothic"/>
              </a:rPr>
              <a:t>C-3</a:t>
            </a:r>
          </a:p>
        </p:txBody>
      </p:sp>
      <p:sp>
        <p:nvSpPr>
          <p:cNvPr id="51" name="TextBox 50"/>
          <p:cNvSpPr txBox="1"/>
          <p:nvPr/>
        </p:nvSpPr>
        <p:spPr>
          <a:xfrm>
            <a:off x="6396228" y="4166006"/>
            <a:ext cx="2279142" cy="246221"/>
          </a:xfrm>
          <a:prstGeom prst="rect">
            <a:avLst/>
          </a:prstGeom>
          <a:noFill/>
        </p:spPr>
        <p:txBody>
          <a:bodyPr wrap="square" lIns="0" tIns="0" rIns="0" bIns="0" anchor="t">
            <a:spAutoFit/>
          </a:bodyPr>
          <a:lstStyle/>
          <a:p>
            <a:pPr algn="l"/>
            <a:r>
              <a:rPr sz="1600" b="0">
                <a:solidFill>
                  <a:srgbClr val="2C3E50"/>
                </a:solidFill>
                <a:latin typeface="Yu Gothic"/>
              </a:rPr>
              <a:t>酸性雨</a:t>
            </a:r>
          </a:p>
        </p:txBody>
      </p:sp>
      <p:sp>
        <p:nvSpPr>
          <p:cNvPr id="52" name="TextBox 51"/>
          <p:cNvSpPr txBox="1"/>
          <p:nvPr/>
        </p:nvSpPr>
        <p:spPr>
          <a:xfrm>
            <a:off x="7045452" y="3855110"/>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53" name="Rectangle 52"/>
          <p:cNvSpPr/>
          <p:nvPr/>
        </p:nvSpPr>
        <p:spPr>
          <a:xfrm>
            <a:off x="6286500" y="4520793"/>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4" name="TextBox 53"/>
          <p:cNvSpPr txBox="1"/>
          <p:nvPr/>
        </p:nvSpPr>
        <p:spPr>
          <a:xfrm>
            <a:off x="6396228" y="4593945"/>
            <a:ext cx="777240" cy="276999"/>
          </a:xfrm>
          <a:prstGeom prst="rect">
            <a:avLst/>
          </a:prstGeom>
          <a:noFill/>
        </p:spPr>
        <p:txBody>
          <a:bodyPr wrap="square" lIns="0" tIns="0" rIns="0" bIns="0" anchor="t">
            <a:spAutoFit/>
          </a:bodyPr>
          <a:lstStyle/>
          <a:p>
            <a:pPr algn="l"/>
            <a:r>
              <a:rPr b="1">
                <a:solidFill>
                  <a:srgbClr val="E67E22"/>
                </a:solidFill>
                <a:latin typeface="Yu Gothic"/>
              </a:rPr>
              <a:t>C-4</a:t>
            </a:r>
          </a:p>
        </p:txBody>
      </p:sp>
      <p:sp>
        <p:nvSpPr>
          <p:cNvPr id="55" name="TextBox 54"/>
          <p:cNvSpPr txBox="1"/>
          <p:nvPr/>
        </p:nvSpPr>
        <p:spPr>
          <a:xfrm>
            <a:off x="6396228" y="4886553"/>
            <a:ext cx="2279142" cy="246221"/>
          </a:xfrm>
          <a:prstGeom prst="rect">
            <a:avLst/>
          </a:prstGeom>
          <a:noFill/>
        </p:spPr>
        <p:txBody>
          <a:bodyPr wrap="square" lIns="0" tIns="0" rIns="0" bIns="0" anchor="t">
            <a:spAutoFit/>
          </a:bodyPr>
          <a:lstStyle/>
          <a:p>
            <a:pPr algn="l"/>
            <a:r>
              <a:rPr sz="1600" b="0">
                <a:solidFill>
                  <a:srgbClr val="2C3E50"/>
                </a:solidFill>
                <a:latin typeface="Yu Gothic"/>
              </a:rPr>
              <a:t>海洋汚染・生物多様性</a:t>
            </a:r>
          </a:p>
        </p:txBody>
      </p:sp>
      <p:sp>
        <p:nvSpPr>
          <p:cNvPr id="56" name="Rectangle 55"/>
          <p:cNvSpPr/>
          <p:nvPr/>
        </p:nvSpPr>
        <p:spPr>
          <a:xfrm>
            <a:off x="6286500" y="5241340"/>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6396228" y="5314492"/>
            <a:ext cx="777240" cy="276999"/>
          </a:xfrm>
          <a:prstGeom prst="rect">
            <a:avLst/>
          </a:prstGeom>
          <a:noFill/>
        </p:spPr>
        <p:txBody>
          <a:bodyPr wrap="square" lIns="0" tIns="0" rIns="0" bIns="0" anchor="t">
            <a:spAutoFit/>
          </a:bodyPr>
          <a:lstStyle/>
          <a:p>
            <a:pPr algn="l"/>
            <a:r>
              <a:rPr b="1">
                <a:solidFill>
                  <a:srgbClr val="E67E22"/>
                </a:solidFill>
                <a:latin typeface="Yu Gothic"/>
              </a:rPr>
              <a:t>C-5</a:t>
            </a:r>
          </a:p>
        </p:txBody>
      </p:sp>
      <p:sp>
        <p:nvSpPr>
          <p:cNvPr id="58" name="TextBox 57"/>
          <p:cNvSpPr txBox="1"/>
          <p:nvPr/>
        </p:nvSpPr>
        <p:spPr>
          <a:xfrm>
            <a:off x="6396228" y="5607100"/>
            <a:ext cx="2279142" cy="246221"/>
          </a:xfrm>
          <a:prstGeom prst="rect">
            <a:avLst/>
          </a:prstGeom>
          <a:noFill/>
        </p:spPr>
        <p:txBody>
          <a:bodyPr wrap="square" lIns="0" tIns="0" rIns="0" bIns="0" anchor="t">
            <a:spAutoFit/>
          </a:bodyPr>
          <a:lstStyle/>
          <a:p>
            <a:pPr algn="l"/>
            <a:r>
              <a:rPr sz="1600" b="0">
                <a:solidFill>
                  <a:srgbClr val="2C3E50"/>
                </a:solidFill>
                <a:latin typeface="Yu Gothic"/>
              </a:rPr>
              <a:t>公害から環境法へ</a:t>
            </a:r>
          </a:p>
        </p:txBody>
      </p:sp>
      <p:sp>
        <p:nvSpPr>
          <p:cNvPr id="59" name="Rectangle 58"/>
          <p:cNvSpPr/>
          <p:nvPr/>
        </p:nvSpPr>
        <p:spPr>
          <a:xfrm>
            <a:off x="9059418" y="1234440"/>
            <a:ext cx="2718054" cy="4892040"/>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0" name="Rectangle 59"/>
          <p:cNvSpPr/>
          <p:nvPr/>
        </p:nvSpPr>
        <p:spPr>
          <a:xfrm>
            <a:off x="9059418" y="1234440"/>
            <a:ext cx="2718054" cy="960120"/>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9196578"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D</a:t>
            </a:r>
          </a:p>
        </p:txBody>
      </p:sp>
      <p:sp>
        <p:nvSpPr>
          <p:cNvPr id="62" name="TextBox 61"/>
          <p:cNvSpPr txBox="1"/>
          <p:nvPr/>
        </p:nvSpPr>
        <p:spPr>
          <a:xfrm>
            <a:off x="9928098" y="1299001"/>
            <a:ext cx="1757934" cy="830997"/>
          </a:xfrm>
          <a:prstGeom prst="rect">
            <a:avLst/>
          </a:prstGeom>
          <a:noFill/>
        </p:spPr>
        <p:txBody>
          <a:bodyPr wrap="square" lIns="0" tIns="0" rIns="0" bIns="0" anchor="ctr">
            <a:spAutoFit/>
          </a:bodyPr>
          <a:lstStyle/>
          <a:p>
            <a:pPr algn="l"/>
            <a:r>
              <a:rPr b="1">
                <a:solidFill>
                  <a:srgbClr val="FFFFFF"/>
                </a:solidFill>
                <a:latin typeface="Yu Gothic"/>
              </a:rPr>
              <a:t>環境リスク評価と</a:t>
            </a:r>
          </a:p>
          <a:p>
            <a:pPr algn="l"/>
            <a:r>
              <a:rPr b="1">
                <a:solidFill>
                  <a:srgbClr val="FFFFFF"/>
                </a:solidFill>
                <a:latin typeface="Yu Gothic"/>
              </a:rPr>
              <a:t>リスコミ</a:t>
            </a:r>
          </a:p>
        </p:txBody>
      </p:sp>
      <p:sp>
        <p:nvSpPr>
          <p:cNvPr id="63" name="Rectangle 62"/>
          <p:cNvSpPr/>
          <p:nvPr/>
        </p:nvSpPr>
        <p:spPr>
          <a:xfrm>
            <a:off x="9169146"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4" name="TextBox 63"/>
          <p:cNvSpPr txBox="1"/>
          <p:nvPr/>
        </p:nvSpPr>
        <p:spPr>
          <a:xfrm>
            <a:off x="9278874" y="2432304"/>
            <a:ext cx="777240" cy="276999"/>
          </a:xfrm>
          <a:prstGeom prst="rect">
            <a:avLst/>
          </a:prstGeom>
          <a:noFill/>
        </p:spPr>
        <p:txBody>
          <a:bodyPr wrap="square" lIns="0" tIns="0" rIns="0" bIns="0" anchor="t">
            <a:spAutoFit/>
          </a:bodyPr>
          <a:lstStyle/>
          <a:p>
            <a:pPr algn="l"/>
            <a:r>
              <a:rPr b="1">
                <a:solidFill>
                  <a:srgbClr val="8E44AD"/>
                </a:solidFill>
                <a:latin typeface="Yu Gothic"/>
              </a:rPr>
              <a:t>D-1</a:t>
            </a:r>
          </a:p>
        </p:txBody>
      </p:sp>
      <p:sp>
        <p:nvSpPr>
          <p:cNvPr id="65" name="TextBox 64"/>
          <p:cNvSpPr txBox="1"/>
          <p:nvPr/>
        </p:nvSpPr>
        <p:spPr>
          <a:xfrm>
            <a:off x="9278874"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リスク評価の基本</a:t>
            </a:r>
          </a:p>
        </p:txBody>
      </p:sp>
      <p:sp>
        <p:nvSpPr>
          <p:cNvPr id="66" name="TextBox 65"/>
          <p:cNvSpPr txBox="1"/>
          <p:nvPr/>
        </p:nvSpPr>
        <p:spPr>
          <a:xfrm>
            <a:off x="9928098"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67" name="Rectangle 66"/>
          <p:cNvSpPr/>
          <p:nvPr/>
        </p:nvSpPr>
        <p:spPr>
          <a:xfrm>
            <a:off x="9169146"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8" name="TextBox 67"/>
          <p:cNvSpPr txBox="1"/>
          <p:nvPr/>
        </p:nvSpPr>
        <p:spPr>
          <a:xfrm>
            <a:off x="9278874" y="3273552"/>
            <a:ext cx="777240" cy="276999"/>
          </a:xfrm>
          <a:prstGeom prst="rect">
            <a:avLst/>
          </a:prstGeom>
          <a:noFill/>
        </p:spPr>
        <p:txBody>
          <a:bodyPr wrap="square" lIns="0" tIns="0" rIns="0" bIns="0" anchor="t">
            <a:spAutoFit/>
          </a:bodyPr>
          <a:lstStyle/>
          <a:p>
            <a:pPr algn="l"/>
            <a:r>
              <a:rPr b="1">
                <a:solidFill>
                  <a:srgbClr val="8E44AD"/>
                </a:solidFill>
                <a:latin typeface="Yu Gothic"/>
              </a:rPr>
              <a:t>D-2</a:t>
            </a:r>
          </a:p>
        </p:txBody>
      </p:sp>
      <p:sp>
        <p:nvSpPr>
          <p:cNvPr id="69" name="TextBox 68"/>
          <p:cNvSpPr txBox="1"/>
          <p:nvPr/>
        </p:nvSpPr>
        <p:spPr>
          <a:xfrm>
            <a:off x="9278874"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ADI / VSD / ARfD</a:t>
            </a:r>
          </a:p>
        </p:txBody>
      </p:sp>
      <p:sp>
        <p:nvSpPr>
          <p:cNvPr id="70" name="TextBox 69"/>
          <p:cNvSpPr txBox="1"/>
          <p:nvPr/>
        </p:nvSpPr>
        <p:spPr>
          <a:xfrm>
            <a:off x="9928098"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71" name="Rectangle 70"/>
          <p:cNvSpPr/>
          <p:nvPr/>
        </p:nvSpPr>
        <p:spPr>
          <a:xfrm>
            <a:off x="9169146"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2" name="TextBox 71"/>
          <p:cNvSpPr txBox="1"/>
          <p:nvPr/>
        </p:nvSpPr>
        <p:spPr>
          <a:xfrm>
            <a:off x="9278874" y="4114800"/>
            <a:ext cx="777240" cy="276999"/>
          </a:xfrm>
          <a:prstGeom prst="rect">
            <a:avLst/>
          </a:prstGeom>
          <a:noFill/>
        </p:spPr>
        <p:txBody>
          <a:bodyPr wrap="square" lIns="0" tIns="0" rIns="0" bIns="0" anchor="t">
            <a:spAutoFit/>
          </a:bodyPr>
          <a:lstStyle/>
          <a:p>
            <a:pPr algn="l"/>
            <a:r>
              <a:rPr b="1">
                <a:solidFill>
                  <a:srgbClr val="8E44AD"/>
                </a:solidFill>
                <a:latin typeface="Yu Gothic"/>
              </a:rPr>
              <a:t>D-3</a:t>
            </a:r>
          </a:p>
        </p:txBody>
      </p:sp>
      <p:sp>
        <p:nvSpPr>
          <p:cNvPr id="73" name="TextBox 72"/>
          <p:cNvSpPr txBox="1"/>
          <p:nvPr/>
        </p:nvSpPr>
        <p:spPr>
          <a:xfrm>
            <a:off x="9278874" y="4407408"/>
            <a:ext cx="2628900" cy="279400"/>
          </a:xfrm>
          <a:prstGeom prst="rect">
            <a:avLst/>
          </a:prstGeom>
          <a:noFill/>
        </p:spPr>
        <p:txBody>
          <a:bodyPr wrap="square" lIns="0" tIns="0" rIns="0" bIns="0" anchor="t">
            <a:spAutoFit/>
          </a:bodyPr>
          <a:lstStyle/>
          <a:p>
            <a:pPr algn="l"/>
            <a:r>
              <a:rPr sz="1600" b="0" dirty="0" err="1">
                <a:solidFill>
                  <a:srgbClr val="2C3E50"/>
                </a:solidFill>
                <a:latin typeface="Yu Gothic"/>
              </a:rPr>
              <a:t>リスクコミュニケーション</a:t>
            </a:r>
            <a:endParaRPr sz="1600" b="0" dirty="0">
              <a:solidFill>
                <a:srgbClr val="2C3E50"/>
              </a:solidFill>
              <a:latin typeface="Yu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2F8"/>
        </a:solidFill>
        <a:effectLst/>
      </p:bgPr>
    </p:bg>
    <p:spTree>
      <p:nvGrpSpPr>
        <p:cNvPr id="1" name=""/>
        <p:cNvGrpSpPr/>
        <p:nvPr/>
      </p:nvGrpSpPr>
      <p:grpSpPr>
        <a:xfrm>
          <a:off x="0" y="0"/>
          <a:ext cx="0" cy="0"/>
          <a:chOff x="0" y="0"/>
          <a:chExt cx="0" cy="0"/>
        </a:xfrm>
      </p:grpSpPr>
      <p:sp>
        <p:nvSpPr>
          <p:cNvPr id="2" name="Text 0"/>
          <p:cNvSpPr/>
          <p:nvPr/>
        </p:nvSpPr>
        <p:spPr>
          <a:xfrm>
            <a:off x="0" y="1371600"/>
            <a:ext cx="12188952" cy="914400"/>
          </a:xfrm>
          <a:prstGeom prst="rect">
            <a:avLst/>
          </a:prstGeom>
          <a:noFill/>
          <a:ln/>
        </p:spPr>
        <p:txBody>
          <a:bodyPr wrap="square" rtlCol="0" anchor="ctr"/>
          <a:lstStyle/>
          <a:p>
            <a:pPr marL="0" indent="0" algn="ctr">
              <a:buNone/>
            </a:pPr>
            <a:r>
              <a:rPr lang="en-US" sz="6000" dirty="0">
                <a:solidFill>
                  <a:srgbClr val="2980B9"/>
                </a:solidFill>
                <a:latin typeface="Meiryo" pitchFamily="34" charset="0"/>
                <a:ea typeface="Meiryo" pitchFamily="34" charset="-122"/>
                <a:cs typeface="Meiryo" pitchFamily="34" charset="-120"/>
              </a:rPr>
              <a:t>?</a:t>
            </a:r>
            <a:endParaRPr lang="en-US" sz="6000" dirty="0"/>
          </a:p>
        </p:txBody>
      </p:sp>
      <p:sp>
        <p:nvSpPr>
          <p:cNvPr id="3" name="Text 1"/>
          <p:cNvSpPr/>
          <p:nvPr/>
        </p:nvSpPr>
        <p:spPr>
          <a:xfrm>
            <a:off x="914400" y="2560320"/>
            <a:ext cx="10360152" cy="1828800"/>
          </a:xfrm>
          <a:prstGeom prst="rect">
            <a:avLst/>
          </a:prstGeom>
          <a:noFill/>
          <a:ln/>
        </p:spPr>
        <p:txBody>
          <a:bodyPr wrap="square" rtlCol="0" anchor="ctr"/>
          <a:lstStyle/>
          <a:p>
            <a:pPr marL="0" indent="0" algn="ctr">
              <a:lnSpc>
                <a:spcPct val="150000"/>
              </a:lnSpc>
              <a:buNone/>
            </a:pPr>
            <a:r>
              <a:rPr lang="en-US" sz="2600" b="1" dirty="0">
                <a:solidFill>
                  <a:srgbClr val="1A5276"/>
                </a:solidFill>
                <a:latin typeface="Meiryo" pitchFamily="34" charset="0"/>
                <a:ea typeface="Meiryo" pitchFamily="34" charset="-122"/>
                <a:cs typeface="Meiryo" pitchFamily="34" charset="-120"/>
              </a:rPr>
              <a:t>薬剤師が「地球環境」を学ぶ意義は</a:t>
            </a:r>
            <a:endParaRPr lang="en-US" sz="2600" dirty="0"/>
          </a:p>
          <a:p>
            <a:pPr marL="0" indent="0" algn="ctr">
              <a:lnSpc>
                <a:spcPct val="150000"/>
              </a:lnSpc>
              <a:buNone/>
            </a:pPr>
            <a:r>
              <a:rPr lang="en-US" sz="2600" b="1" dirty="0">
                <a:solidFill>
                  <a:srgbClr val="1A5276"/>
                </a:solidFill>
                <a:latin typeface="Meiryo" pitchFamily="34" charset="0"/>
                <a:ea typeface="Meiryo" pitchFamily="34" charset="-122"/>
                <a:cs typeface="Meiryo" pitchFamily="34" charset="-120"/>
              </a:rPr>
              <a:t>どこにあるのでしょうか</a:t>
            </a:r>
            <a:endParaRPr lang="en-US" sz="2600" dirty="0"/>
          </a:p>
        </p:txBody>
      </p:sp>
      <p:sp>
        <p:nvSpPr>
          <p:cNvPr id="4" name="Text 2"/>
          <p:cNvSpPr/>
          <p:nvPr/>
        </p:nvSpPr>
        <p:spPr>
          <a:xfrm>
            <a:off x="0" y="5029200"/>
            <a:ext cx="12188952" cy="457200"/>
          </a:xfrm>
          <a:prstGeom prst="rect">
            <a:avLst/>
          </a:prstGeom>
          <a:noFill/>
          <a:ln/>
        </p:spPr>
        <p:txBody>
          <a:bodyPr wrap="square" rtlCol="0" anchor="ctr"/>
          <a:lstStyle/>
          <a:p>
            <a:pPr marL="0" indent="0" algn="ctr">
              <a:buNone/>
            </a:pPr>
            <a:r>
              <a:rPr lang="en-US" sz="1300" i="1" dirty="0">
                <a:solidFill>
                  <a:srgbClr val="5D6D7E"/>
                </a:solidFill>
                <a:latin typeface="Meiryo" pitchFamily="34" charset="0"/>
                <a:ea typeface="Meiryo" pitchFamily="34" charset="-122"/>
                <a:cs typeface="Meiryo" pitchFamily="34" charset="-120"/>
              </a:rPr>
              <a:t>隣の人と30秒、意見交換してみましょう</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環境の変化は「健康」に直結する</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Shape 2"/>
          <p:cNvSpPr/>
          <p:nvPr/>
        </p:nvSpPr>
        <p:spPr>
          <a:xfrm>
            <a:off x="4265676" y="1188720"/>
            <a:ext cx="3657600" cy="640080"/>
          </a:xfrm>
          <a:prstGeom prst="roundRect">
            <a:avLst>
              <a:gd name="adj" fmla="val 50000"/>
            </a:avLst>
          </a:prstGeom>
          <a:solidFill>
            <a:srgbClr val="1A5276"/>
          </a:solidFill>
          <a:ln/>
        </p:spPr>
        <p:txBody>
          <a:bodyPr/>
          <a:lstStyle/>
          <a:p>
            <a:endParaRPr lang="ja-JP" altLang="en-US"/>
          </a:p>
        </p:txBody>
      </p:sp>
      <p:sp>
        <p:nvSpPr>
          <p:cNvPr id="5" name="Text 3"/>
          <p:cNvSpPr/>
          <p:nvPr/>
        </p:nvSpPr>
        <p:spPr>
          <a:xfrm>
            <a:off x="4265676" y="1188720"/>
            <a:ext cx="3657600" cy="640080"/>
          </a:xfrm>
          <a:prstGeom prst="rect">
            <a:avLst/>
          </a:prstGeom>
          <a:noFill/>
          <a:ln/>
        </p:spPr>
        <p:txBody>
          <a:bodyPr wrap="square" rtlCol="0" anchor="ctr"/>
          <a:lstStyle/>
          <a:p>
            <a:pPr marL="0" indent="0" algn="ctr">
              <a:buNone/>
            </a:pPr>
            <a:r>
              <a:rPr lang="en-US" sz="2000" b="1" dirty="0">
                <a:solidFill>
                  <a:srgbClr val="FFFFFF"/>
                </a:solidFill>
                <a:latin typeface="Meiryo" pitchFamily="34" charset="0"/>
                <a:ea typeface="Meiryo" pitchFamily="34" charset="-122"/>
                <a:cs typeface="Meiryo" pitchFamily="34" charset="-120"/>
              </a:rPr>
              <a:t>地球環境の変化</a:t>
            </a:r>
            <a:endParaRPr lang="en-US" sz="2000" dirty="0"/>
          </a:p>
        </p:txBody>
      </p:sp>
      <p:sp>
        <p:nvSpPr>
          <p:cNvPr id="6" name="Shape 4"/>
          <p:cNvSpPr/>
          <p:nvPr/>
        </p:nvSpPr>
        <p:spPr>
          <a:xfrm>
            <a:off x="411480" y="2286000"/>
            <a:ext cx="3657600" cy="502920"/>
          </a:xfrm>
          <a:prstGeom prst="roundRect">
            <a:avLst>
              <a:gd name="adj" fmla="val 14545"/>
            </a:avLst>
          </a:prstGeom>
          <a:solidFill>
            <a:srgbClr val="EAF2F8"/>
          </a:solidFill>
          <a:ln w="12700">
            <a:solidFill>
              <a:srgbClr val="1A5276"/>
            </a:solidFill>
            <a:prstDash val="solid"/>
          </a:ln>
        </p:spPr>
        <p:txBody>
          <a:bodyPr/>
          <a:lstStyle/>
          <a:p>
            <a:endParaRPr lang="ja-JP" altLang="en-US"/>
          </a:p>
        </p:txBody>
      </p:sp>
      <p:sp>
        <p:nvSpPr>
          <p:cNvPr id="7" name="Text 5"/>
          <p:cNvSpPr/>
          <p:nvPr/>
        </p:nvSpPr>
        <p:spPr>
          <a:xfrm>
            <a:off x="411480" y="2286000"/>
            <a:ext cx="3657600" cy="502920"/>
          </a:xfrm>
          <a:prstGeom prst="rect">
            <a:avLst/>
          </a:prstGeom>
          <a:noFill/>
          <a:ln/>
        </p:spPr>
        <p:txBody>
          <a:bodyPr wrap="square" rtlCol="0" anchor="ctr"/>
          <a:lstStyle/>
          <a:p>
            <a:pPr marL="0" indent="0" algn="ctr">
              <a:buNone/>
            </a:pPr>
            <a:r>
              <a:rPr lang="en-US" sz="1300" b="1" dirty="0">
                <a:solidFill>
                  <a:srgbClr val="1A5276"/>
                </a:solidFill>
                <a:latin typeface="Meiryo" pitchFamily="34" charset="0"/>
                <a:ea typeface="Meiryo" pitchFamily="34" charset="-122"/>
                <a:cs typeface="Meiryo" pitchFamily="34" charset="-120"/>
              </a:rPr>
              <a:t>オゾン層破壊 → 紫外線↑</a:t>
            </a:r>
            <a:endParaRPr lang="en-US" sz="1300" dirty="0"/>
          </a:p>
        </p:txBody>
      </p:sp>
      <p:sp>
        <p:nvSpPr>
          <p:cNvPr id="8" name="Shape 6"/>
          <p:cNvSpPr/>
          <p:nvPr/>
        </p:nvSpPr>
        <p:spPr>
          <a:xfrm>
            <a:off x="594360" y="3108960"/>
            <a:ext cx="3291840" cy="457200"/>
          </a:xfrm>
          <a:prstGeom prst="rect">
            <a:avLst/>
          </a:prstGeom>
          <a:solidFill>
            <a:srgbClr val="FDEDEC"/>
          </a:solidFill>
          <a:ln w="6350">
            <a:solidFill>
              <a:srgbClr val="C0392B"/>
            </a:solidFill>
            <a:prstDash val="solid"/>
          </a:ln>
        </p:spPr>
        <p:txBody>
          <a:bodyPr/>
          <a:lstStyle/>
          <a:p>
            <a:endParaRPr lang="ja-JP" altLang="en-US"/>
          </a:p>
        </p:txBody>
      </p:sp>
      <p:sp>
        <p:nvSpPr>
          <p:cNvPr id="9" name="Text 7"/>
          <p:cNvSpPr/>
          <p:nvPr/>
        </p:nvSpPr>
        <p:spPr>
          <a:xfrm>
            <a:off x="594360" y="3108960"/>
            <a:ext cx="3291840" cy="457200"/>
          </a:xfrm>
          <a:prstGeom prst="rect">
            <a:avLst/>
          </a:prstGeom>
          <a:noFill/>
          <a:ln/>
        </p:spPr>
        <p:txBody>
          <a:bodyPr wrap="square" rtlCol="0" anchor="ctr"/>
          <a:lstStyle/>
          <a:p>
            <a:pPr marL="0" indent="0" algn="ctr">
              <a:buNone/>
            </a:pPr>
            <a:r>
              <a:rPr lang="en-US" sz="1200" dirty="0">
                <a:solidFill>
                  <a:srgbClr val="C0392B"/>
                </a:solidFill>
                <a:latin typeface="Meiryo" pitchFamily="34" charset="0"/>
                <a:ea typeface="Meiryo" pitchFamily="34" charset="-122"/>
                <a:cs typeface="Meiryo" pitchFamily="34" charset="-120"/>
              </a:rPr>
              <a:t>皮膚がん・白内障</a:t>
            </a:r>
            <a:endParaRPr lang="en-US" sz="1200" dirty="0"/>
          </a:p>
        </p:txBody>
      </p:sp>
      <p:sp>
        <p:nvSpPr>
          <p:cNvPr id="10" name="Shape 8"/>
          <p:cNvSpPr/>
          <p:nvPr/>
        </p:nvSpPr>
        <p:spPr>
          <a:xfrm>
            <a:off x="502920" y="3840480"/>
            <a:ext cx="3474720" cy="914400"/>
          </a:xfrm>
          <a:prstGeom prst="rect">
            <a:avLst/>
          </a:prstGeom>
          <a:solidFill>
            <a:srgbClr val="FFFFFF"/>
          </a:solidFill>
          <a:ln w="12700">
            <a:solidFill>
              <a:srgbClr val="1A5276"/>
            </a:solidFill>
            <a:prstDash val="solid"/>
          </a:ln>
        </p:spPr>
        <p:txBody>
          <a:bodyPr/>
          <a:lstStyle/>
          <a:p>
            <a:endParaRPr lang="ja-JP" altLang="en-US"/>
          </a:p>
        </p:txBody>
      </p:sp>
      <p:sp>
        <p:nvSpPr>
          <p:cNvPr id="11" name="Text 9"/>
          <p:cNvSpPr/>
          <p:nvPr/>
        </p:nvSpPr>
        <p:spPr>
          <a:xfrm>
            <a:off x="502920" y="3886200"/>
            <a:ext cx="3474720" cy="274320"/>
          </a:xfrm>
          <a:prstGeom prst="rect">
            <a:avLst/>
          </a:prstGeom>
          <a:noFill/>
          <a:ln/>
        </p:spPr>
        <p:txBody>
          <a:bodyPr wrap="square" rtlCol="0" anchor="ctr"/>
          <a:lstStyle/>
          <a:p>
            <a:pPr marL="0" indent="0" algn="ctr">
              <a:buNone/>
            </a:pPr>
            <a:r>
              <a:rPr lang="en-US" sz="1100" b="1" dirty="0">
                <a:solidFill>
                  <a:srgbClr val="1A5276"/>
                </a:solidFill>
                <a:latin typeface="Meiryo" pitchFamily="34" charset="0"/>
                <a:ea typeface="Meiryo" pitchFamily="34" charset="-122"/>
                <a:cs typeface="Meiryo" pitchFamily="34" charset="-120"/>
              </a:rPr>
              <a:t>薬剤師の関わり</a:t>
            </a:r>
            <a:endParaRPr lang="en-US" sz="1100" dirty="0"/>
          </a:p>
        </p:txBody>
      </p:sp>
      <p:sp>
        <p:nvSpPr>
          <p:cNvPr id="12" name="Text 10"/>
          <p:cNvSpPr/>
          <p:nvPr/>
        </p:nvSpPr>
        <p:spPr>
          <a:xfrm>
            <a:off x="594360" y="4160520"/>
            <a:ext cx="3291840" cy="548640"/>
          </a:xfrm>
          <a:prstGeom prst="rect">
            <a:avLst/>
          </a:prstGeom>
          <a:noFill/>
          <a:ln/>
        </p:spPr>
        <p:txBody>
          <a:bodyPr wrap="square" rtlCol="0" anchor="t"/>
          <a:lstStyle/>
          <a:p>
            <a:pPr marL="0" indent="0" algn="ctr">
              <a:lnSpc>
                <a:spcPct val="125000"/>
              </a:lnSpc>
              <a:buNone/>
            </a:pPr>
            <a:r>
              <a:rPr lang="en-US" sz="1100" dirty="0">
                <a:solidFill>
                  <a:srgbClr val="2C3E50"/>
                </a:solidFill>
                <a:latin typeface="Meiryo" pitchFamily="34" charset="0"/>
                <a:ea typeface="Meiryo" pitchFamily="34" charset="-122"/>
                <a:cs typeface="Meiryo" pitchFamily="34" charset="-120"/>
              </a:rPr>
              <a:t>光線過敏症となる薬剤の説明</a:t>
            </a:r>
            <a:endParaRPr lang="en-US" sz="1100" dirty="0"/>
          </a:p>
          <a:p>
            <a:pPr marL="0" indent="0" algn="ctr">
              <a:lnSpc>
                <a:spcPct val="125000"/>
              </a:lnSpc>
              <a:buNone/>
            </a:pPr>
            <a:r>
              <a:rPr lang="en-US" sz="1100" dirty="0">
                <a:solidFill>
                  <a:srgbClr val="2C3E50"/>
                </a:solidFill>
                <a:latin typeface="Meiryo" pitchFamily="34" charset="0"/>
                <a:ea typeface="Meiryo" pitchFamily="34" charset="-122"/>
                <a:cs typeface="Meiryo" pitchFamily="34" charset="-120"/>
              </a:rPr>
              <a:t>日焼け止めの選択支援</a:t>
            </a:r>
            <a:endParaRPr lang="en-US" sz="1100" dirty="0"/>
          </a:p>
        </p:txBody>
      </p:sp>
      <p:sp>
        <p:nvSpPr>
          <p:cNvPr id="13" name="Shape 11"/>
          <p:cNvSpPr/>
          <p:nvPr/>
        </p:nvSpPr>
        <p:spPr>
          <a:xfrm>
            <a:off x="6094476" y="1828800"/>
            <a:ext cx="0" cy="457200"/>
          </a:xfrm>
          <a:prstGeom prst="line">
            <a:avLst/>
          </a:prstGeom>
          <a:noFill/>
          <a:ln w="19050">
            <a:solidFill>
              <a:srgbClr val="2980B9"/>
            </a:solidFill>
            <a:prstDash val="solid"/>
            <a:tailEnd type="triangle"/>
          </a:ln>
        </p:spPr>
        <p:txBody>
          <a:bodyPr/>
          <a:lstStyle/>
          <a:p>
            <a:endParaRPr lang="ja-JP" altLang="en-US"/>
          </a:p>
        </p:txBody>
      </p:sp>
      <p:sp>
        <p:nvSpPr>
          <p:cNvPr id="14" name="Shape 12"/>
          <p:cNvSpPr/>
          <p:nvPr/>
        </p:nvSpPr>
        <p:spPr>
          <a:xfrm>
            <a:off x="2240280" y="2816352"/>
            <a:ext cx="0" cy="274320"/>
          </a:xfrm>
          <a:prstGeom prst="line">
            <a:avLst/>
          </a:prstGeom>
          <a:noFill/>
          <a:ln w="19050">
            <a:solidFill>
              <a:srgbClr val="2980B9"/>
            </a:solidFill>
            <a:prstDash val="solid"/>
            <a:tailEnd type="triangle"/>
          </a:ln>
        </p:spPr>
        <p:txBody>
          <a:bodyPr/>
          <a:lstStyle/>
          <a:p>
            <a:endParaRPr lang="ja-JP" altLang="en-US"/>
          </a:p>
        </p:txBody>
      </p:sp>
      <p:sp>
        <p:nvSpPr>
          <p:cNvPr id="15" name="Shape 13"/>
          <p:cNvSpPr/>
          <p:nvPr/>
        </p:nvSpPr>
        <p:spPr>
          <a:xfrm>
            <a:off x="2240280" y="3584448"/>
            <a:ext cx="0" cy="228600"/>
          </a:xfrm>
          <a:prstGeom prst="line">
            <a:avLst/>
          </a:prstGeom>
          <a:noFill/>
          <a:ln w="19050">
            <a:solidFill>
              <a:srgbClr val="2980B9"/>
            </a:solidFill>
            <a:prstDash val="solid"/>
            <a:tailEnd type="triangle"/>
          </a:ln>
        </p:spPr>
        <p:txBody>
          <a:bodyPr/>
          <a:lstStyle/>
          <a:p>
            <a:endParaRPr lang="ja-JP" altLang="en-US"/>
          </a:p>
        </p:txBody>
      </p:sp>
      <p:sp>
        <p:nvSpPr>
          <p:cNvPr id="16" name="Shape 14"/>
          <p:cNvSpPr/>
          <p:nvPr/>
        </p:nvSpPr>
        <p:spPr>
          <a:xfrm>
            <a:off x="4265676" y="2286000"/>
            <a:ext cx="3657600" cy="502920"/>
          </a:xfrm>
          <a:prstGeom prst="roundRect">
            <a:avLst>
              <a:gd name="adj" fmla="val 14545"/>
            </a:avLst>
          </a:prstGeom>
          <a:solidFill>
            <a:srgbClr val="EAF2F8"/>
          </a:solidFill>
          <a:ln w="12700">
            <a:solidFill>
              <a:srgbClr val="1A5276"/>
            </a:solidFill>
            <a:prstDash val="solid"/>
          </a:ln>
        </p:spPr>
        <p:txBody>
          <a:bodyPr/>
          <a:lstStyle/>
          <a:p>
            <a:endParaRPr lang="ja-JP" altLang="en-US"/>
          </a:p>
        </p:txBody>
      </p:sp>
      <p:sp>
        <p:nvSpPr>
          <p:cNvPr id="17" name="Text 15"/>
          <p:cNvSpPr/>
          <p:nvPr/>
        </p:nvSpPr>
        <p:spPr>
          <a:xfrm>
            <a:off x="4265676" y="2286000"/>
            <a:ext cx="3657600" cy="502920"/>
          </a:xfrm>
          <a:prstGeom prst="rect">
            <a:avLst/>
          </a:prstGeom>
          <a:noFill/>
          <a:ln/>
        </p:spPr>
        <p:txBody>
          <a:bodyPr wrap="square" rtlCol="0" anchor="ctr"/>
          <a:lstStyle/>
          <a:p>
            <a:pPr marL="0" indent="0" algn="ctr">
              <a:buNone/>
            </a:pPr>
            <a:r>
              <a:rPr lang="en-US" sz="1300" b="1" dirty="0">
                <a:solidFill>
                  <a:srgbClr val="1A5276"/>
                </a:solidFill>
                <a:latin typeface="Meiryo" pitchFamily="34" charset="0"/>
                <a:ea typeface="Meiryo" pitchFamily="34" charset="-122"/>
                <a:cs typeface="Meiryo" pitchFamily="34" charset="-120"/>
              </a:rPr>
              <a:t>温暖化 → 気温・媒介生物</a:t>
            </a:r>
            <a:endParaRPr lang="en-US" sz="1300" dirty="0"/>
          </a:p>
        </p:txBody>
      </p:sp>
      <p:sp>
        <p:nvSpPr>
          <p:cNvPr id="18" name="Shape 16"/>
          <p:cNvSpPr/>
          <p:nvPr/>
        </p:nvSpPr>
        <p:spPr>
          <a:xfrm>
            <a:off x="4448556" y="3108960"/>
            <a:ext cx="3291840" cy="457200"/>
          </a:xfrm>
          <a:prstGeom prst="rect">
            <a:avLst/>
          </a:prstGeom>
          <a:solidFill>
            <a:srgbClr val="FDEDEC"/>
          </a:solidFill>
          <a:ln w="6350">
            <a:solidFill>
              <a:srgbClr val="C0392B"/>
            </a:solidFill>
            <a:prstDash val="solid"/>
          </a:ln>
        </p:spPr>
        <p:txBody>
          <a:bodyPr/>
          <a:lstStyle/>
          <a:p>
            <a:endParaRPr lang="ja-JP" altLang="en-US"/>
          </a:p>
        </p:txBody>
      </p:sp>
      <p:sp>
        <p:nvSpPr>
          <p:cNvPr id="19" name="Text 17"/>
          <p:cNvSpPr/>
          <p:nvPr/>
        </p:nvSpPr>
        <p:spPr>
          <a:xfrm>
            <a:off x="4448556" y="3108960"/>
            <a:ext cx="3291840" cy="457200"/>
          </a:xfrm>
          <a:prstGeom prst="rect">
            <a:avLst/>
          </a:prstGeom>
          <a:noFill/>
          <a:ln/>
        </p:spPr>
        <p:txBody>
          <a:bodyPr wrap="square" rtlCol="0" anchor="ctr"/>
          <a:lstStyle/>
          <a:p>
            <a:pPr marL="0" indent="0" algn="ctr">
              <a:buNone/>
            </a:pPr>
            <a:r>
              <a:rPr lang="en-US" sz="1200" dirty="0">
                <a:solidFill>
                  <a:srgbClr val="C0392B"/>
                </a:solidFill>
                <a:latin typeface="Meiryo" pitchFamily="34" charset="0"/>
                <a:ea typeface="Meiryo" pitchFamily="34" charset="-122"/>
                <a:cs typeface="Meiryo" pitchFamily="34" charset="-120"/>
              </a:rPr>
              <a:t>熱中症・感染症拡大</a:t>
            </a:r>
            <a:endParaRPr lang="en-US" sz="1200" dirty="0"/>
          </a:p>
        </p:txBody>
      </p:sp>
      <p:sp>
        <p:nvSpPr>
          <p:cNvPr id="20" name="Shape 18"/>
          <p:cNvSpPr/>
          <p:nvPr/>
        </p:nvSpPr>
        <p:spPr>
          <a:xfrm>
            <a:off x="4357116" y="3840480"/>
            <a:ext cx="3474720" cy="914400"/>
          </a:xfrm>
          <a:prstGeom prst="rect">
            <a:avLst/>
          </a:prstGeom>
          <a:solidFill>
            <a:srgbClr val="FFFFFF"/>
          </a:solidFill>
          <a:ln w="12700">
            <a:solidFill>
              <a:srgbClr val="1A5276"/>
            </a:solidFill>
            <a:prstDash val="solid"/>
          </a:ln>
        </p:spPr>
        <p:txBody>
          <a:bodyPr/>
          <a:lstStyle/>
          <a:p>
            <a:endParaRPr lang="ja-JP" altLang="en-US"/>
          </a:p>
        </p:txBody>
      </p:sp>
      <p:sp>
        <p:nvSpPr>
          <p:cNvPr id="21" name="Text 19"/>
          <p:cNvSpPr/>
          <p:nvPr/>
        </p:nvSpPr>
        <p:spPr>
          <a:xfrm>
            <a:off x="4357116" y="3886200"/>
            <a:ext cx="3474720" cy="274320"/>
          </a:xfrm>
          <a:prstGeom prst="rect">
            <a:avLst/>
          </a:prstGeom>
          <a:noFill/>
          <a:ln/>
        </p:spPr>
        <p:txBody>
          <a:bodyPr wrap="square" rtlCol="0" anchor="ctr"/>
          <a:lstStyle/>
          <a:p>
            <a:pPr marL="0" indent="0" algn="ctr">
              <a:buNone/>
            </a:pPr>
            <a:r>
              <a:rPr lang="en-US" sz="1100" b="1" dirty="0">
                <a:solidFill>
                  <a:srgbClr val="1A5276"/>
                </a:solidFill>
                <a:latin typeface="Meiryo" pitchFamily="34" charset="0"/>
                <a:ea typeface="Meiryo" pitchFamily="34" charset="-122"/>
                <a:cs typeface="Meiryo" pitchFamily="34" charset="-120"/>
              </a:rPr>
              <a:t>薬剤師の関わり</a:t>
            </a:r>
            <a:endParaRPr lang="en-US" sz="1100" dirty="0"/>
          </a:p>
        </p:txBody>
      </p:sp>
      <p:sp>
        <p:nvSpPr>
          <p:cNvPr id="22" name="Text 20"/>
          <p:cNvSpPr/>
          <p:nvPr/>
        </p:nvSpPr>
        <p:spPr>
          <a:xfrm>
            <a:off x="4448556" y="4160520"/>
            <a:ext cx="3291840" cy="548640"/>
          </a:xfrm>
          <a:prstGeom prst="rect">
            <a:avLst/>
          </a:prstGeom>
          <a:noFill/>
          <a:ln/>
        </p:spPr>
        <p:txBody>
          <a:bodyPr wrap="square" rtlCol="0" anchor="t"/>
          <a:lstStyle/>
          <a:p>
            <a:pPr marL="0" indent="0" algn="ctr">
              <a:lnSpc>
                <a:spcPct val="125000"/>
              </a:lnSpc>
              <a:buNone/>
            </a:pPr>
            <a:r>
              <a:rPr lang="en-US" sz="1100" dirty="0">
                <a:solidFill>
                  <a:srgbClr val="2C3E50"/>
                </a:solidFill>
                <a:latin typeface="Meiryo" pitchFamily="34" charset="0"/>
                <a:ea typeface="Meiryo" pitchFamily="34" charset="-122"/>
                <a:cs typeface="Meiryo" pitchFamily="34" charset="-120"/>
              </a:rPr>
              <a:t>熱中症リスクの服薬指導</a:t>
            </a:r>
            <a:endParaRPr lang="en-US" sz="1100" dirty="0"/>
          </a:p>
          <a:p>
            <a:pPr marL="0" indent="0" algn="ctr">
              <a:lnSpc>
                <a:spcPct val="125000"/>
              </a:lnSpc>
              <a:buNone/>
            </a:pPr>
            <a:r>
              <a:rPr lang="en-US" sz="1100" dirty="0">
                <a:solidFill>
                  <a:srgbClr val="2C3E50"/>
                </a:solidFill>
                <a:latin typeface="Meiryo" pitchFamily="34" charset="0"/>
                <a:ea typeface="Meiryo" pitchFamily="34" charset="-122"/>
                <a:cs typeface="Meiryo" pitchFamily="34" charset="-120"/>
              </a:rPr>
              <a:t>利尿薬・抗コリン薬の注意</a:t>
            </a:r>
            <a:endParaRPr lang="en-US" sz="1100" dirty="0"/>
          </a:p>
        </p:txBody>
      </p:sp>
      <p:sp>
        <p:nvSpPr>
          <p:cNvPr id="23" name="Shape 21"/>
          <p:cNvSpPr/>
          <p:nvPr/>
        </p:nvSpPr>
        <p:spPr>
          <a:xfrm>
            <a:off x="6094476" y="1828800"/>
            <a:ext cx="0" cy="457200"/>
          </a:xfrm>
          <a:prstGeom prst="line">
            <a:avLst/>
          </a:prstGeom>
          <a:noFill/>
          <a:ln w="19050">
            <a:solidFill>
              <a:srgbClr val="2980B9"/>
            </a:solidFill>
            <a:prstDash val="solid"/>
            <a:tailEnd type="triangle"/>
          </a:ln>
        </p:spPr>
        <p:txBody>
          <a:bodyPr/>
          <a:lstStyle/>
          <a:p>
            <a:endParaRPr lang="ja-JP" altLang="en-US"/>
          </a:p>
        </p:txBody>
      </p:sp>
      <p:sp>
        <p:nvSpPr>
          <p:cNvPr id="24" name="Shape 22"/>
          <p:cNvSpPr/>
          <p:nvPr/>
        </p:nvSpPr>
        <p:spPr>
          <a:xfrm>
            <a:off x="6094476" y="2816352"/>
            <a:ext cx="0" cy="274320"/>
          </a:xfrm>
          <a:prstGeom prst="line">
            <a:avLst/>
          </a:prstGeom>
          <a:noFill/>
          <a:ln w="19050">
            <a:solidFill>
              <a:srgbClr val="2980B9"/>
            </a:solidFill>
            <a:prstDash val="solid"/>
            <a:tailEnd type="triangle"/>
          </a:ln>
        </p:spPr>
        <p:txBody>
          <a:bodyPr/>
          <a:lstStyle/>
          <a:p>
            <a:endParaRPr lang="ja-JP" altLang="en-US"/>
          </a:p>
        </p:txBody>
      </p:sp>
      <p:sp>
        <p:nvSpPr>
          <p:cNvPr id="25" name="Shape 23"/>
          <p:cNvSpPr/>
          <p:nvPr/>
        </p:nvSpPr>
        <p:spPr>
          <a:xfrm>
            <a:off x="6094476" y="3584448"/>
            <a:ext cx="0" cy="228600"/>
          </a:xfrm>
          <a:prstGeom prst="line">
            <a:avLst/>
          </a:prstGeom>
          <a:noFill/>
          <a:ln w="19050">
            <a:solidFill>
              <a:srgbClr val="2980B9"/>
            </a:solidFill>
            <a:prstDash val="solid"/>
            <a:tailEnd type="triangle"/>
          </a:ln>
        </p:spPr>
        <p:txBody>
          <a:bodyPr/>
          <a:lstStyle/>
          <a:p>
            <a:endParaRPr lang="ja-JP" altLang="en-US"/>
          </a:p>
        </p:txBody>
      </p:sp>
      <p:sp>
        <p:nvSpPr>
          <p:cNvPr id="26" name="Shape 24"/>
          <p:cNvSpPr/>
          <p:nvPr/>
        </p:nvSpPr>
        <p:spPr>
          <a:xfrm>
            <a:off x="8119872" y="2286000"/>
            <a:ext cx="3657600" cy="502920"/>
          </a:xfrm>
          <a:prstGeom prst="roundRect">
            <a:avLst>
              <a:gd name="adj" fmla="val 14545"/>
            </a:avLst>
          </a:prstGeom>
          <a:solidFill>
            <a:srgbClr val="EAF2F8"/>
          </a:solidFill>
          <a:ln w="12700">
            <a:solidFill>
              <a:srgbClr val="1A5276"/>
            </a:solidFill>
            <a:prstDash val="solid"/>
          </a:ln>
        </p:spPr>
        <p:txBody>
          <a:bodyPr/>
          <a:lstStyle/>
          <a:p>
            <a:endParaRPr lang="ja-JP" altLang="en-US"/>
          </a:p>
        </p:txBody>
      </p:sp>
      <p:sp>
        <p:nvSpPr>
          <p:cNvPr id="27" name="Text 25"/>
          <p:cNvSpPr/>
          <p:nvPr/>
        </p:nvSpPr>
        <p:spPr>
          <a:xfrm>
            <a:off x="8119872" y="2286000"/>
            <a:ext cx="3657600" cy="502920"/>
          </a:xfrm>
          <a:prstGeom prst="rect">
            <a:avLst/>
          </a:prstGeom>
          <a:noFill/>
          <a:ln/>
        </p:spPr>
        <p:txBody>
          <a:bodyPr wrap="square" rtlCol="0" anchor="ctr"/>
          <a:lstStyle/>
          <a:p>
            <a:pPr marL="0" indent="0" algn="ctr">
              <a:buNone/>
            </a:pPr>
            <a:r>
              <a:rPr lang="en-US" sz="1300" b="1" dirty="0">
                <a:solidFill>
                  <a:srgbClr val="1A5276"/>
                </a:solidFill>
                <a:latin typeface="Meiryo" pitchFamily="34" charset="0"/>
                <a:ea typeface="Meiryo" pitchFamily="34" charset="-122"/>
                <a:cs typeface="Meiryo" pitchFamily="34" charset="-120"/>
              </a:rPr>
              <a:t>化学汚染 → 食品汚染</a:t>
            </a:r>
            <a:endParaRPr lang="en-US" sz="1300" dirty="0"/>
          </a:p>
        </p:txBody>
      </p:sp>
      <p:sp>
        <p:nvSpPr>
          <p:cNvPr id="28" name="Shape 26"/>
          <p:cNvSpPr/>
          <p:nvPr/>
        </p:nvSpPr>
        <p:spPr>
          <a:xfrm>
            <a:off x="8302752" y="3108960"/>
            <a:ext cx="3291840" cy="457200"/>
          </a:xfrm>
          <a:prstGeom prst="rect">
            <a:avLst/>
          </a:prstGeom>
          <a:solidFill>
            <a:srgbClr val="FDEDEC"/>
          </a:solidFill>
          <a:ln w="6350">
            <a:solidFill>
              <a:srgbClr val="C0392B"/>
            </a:solidFill>
            <a:prstDash val="solid"/>
          </a:ln>
        </p:spPr>
        <p:txBody>
          <a:bodyPr/>
          <a:lstStyle/>
          <a:p>
            <a:endParaRPr lang="ja-JP" altLang="en-US"/>
          </a:p>
        </p:txBody>
      </p:sp>
      <p:sp>
        <p:nvSpPr>
          <p:cNvPr id="29" name="Text 27"/>
          <p:cNvSpPr/>
          <p:nvPr/>
        </p:nvSpPr>
        <p:spPr>
          <a:xfrm>
            <a:off x="8302752" y="3108960"/>
            <a:ext cx="3291840" cy="457200"/>
          </a:xfrm>
          <a:prstGeom prst="rect">
            <a:avLst/>
          </a:prstGeom>
          <a:noFill/>
          <a:ln/>
        </p:spPr>
        <p:txBody>
          <a:bodyPr wrap="square" rtlCol="0" anchor="ctr"/>
          <a:lstStyle/>
          <a:p>
            <a:pPr marL="0" indent="0" algn="ctr">
              <a:buNone/>
            </a:pPr>
            <a:r>
              <a:rPr lang="en-US" sz="1200" dirty="0">
                <a:solidFill>
                  <a:srgbClr val="C0392B"/>
                </a:solidFill>
                <a:latin typeface="Meiryo" pitchFamily="34" charset="0"/>
                <a:ea typeface="Meiryo" pitchFamily="34" charset="-122"/>
                <a:cs typeface="Meiryo" pitchFamily="34" charset="-120"/>
              </a:rPr>
              <a:t>水銀中毒・内分泌かく乱</a:t>
            </a:r>
            <a:endParaRPr lang="en-US" sz="1200" dirty="0"/>
          </a:p>
        </p:txBody>
      </p:sp>
      <p:sp>
        <p:nvSpPr>
          <p:cNvPr id="30" name="Shape 28"/>
          <p:cNvSpPr/>
          <p:nvPr/>
        </p:nvSpPr>
        <p:spPr>
          <a:xfrm>
            <a:off x="8211312" y="3840480"/>
            <a:ext cx="3474720" cy="914400"/>
          </a:xfrm>
          <a:prstGeom prst="rect">
            <a:avLst/>
          </a:prstGeom>
          <a:solidFill>
            <a:srgbClr val="FFFFFF"/>
          </a:solidFill>
          <a:ln w="12700">
            <a:solidFill>
              <a:srgbClr val="1A5276"/>
            </a:solidFill>
            <a:prstDash val="solid"/>
          </a:ln>
        </p:spPr>
        <p:txBody>
          <a:bodyPr/>
          <a:lstStyle/>
          <a:p>
            <a:endParaRPr lang="ja-JP" altLang="en-US"/>
          </a:p>
        </p:txBody>
      </p:sp>
      <p:sp>
        <p:nvSpPr>
          <p:cNvPr id="31" name="Text 29"/>
          <p:cNvSpPr/>
          <p:nvPr/>
        </p:nvSpPr>
        <p:spPr>
          <a:xfrm>
            <a:off x="8211312" y="3886200"/>
            <a:ext cx="3474720" cy="274320"/>
          </a:xfrm>
          <a:prstGeom prst="rect">
            <a:avLst/>
          </a:prstGeom>
          <a:noFill/>
          <a:ln/>
        </p:spPr>
        <p:txBody>
          <a:bodyPr wrap="square" rtlCol="0" anchor="ctr"/>
          <a:lstStyle/>
          <a:p>
            <a:pPr marL="0" indent="0" algn="ctr">
              <a:buNone/>
            </a:pPr>
            <a:r>
              <a:rPr lang="en-US" sz="1100" b="1" dirty="0">
                <a:solidFill>
                  <a:srgbClr val="1A5276"/>
                </a:solidFill>
                <a:latin typeface="Meiryo" pitchFamily="34" charset="0"/>
                <a:ea typeface="Meiryo" pitchFamily="34" charset="-122"/>
                <a:cs typeface="Meiryo" pitchFamily="34" charset="-120"/>
              </a:rPr>
              <a:t>薬剤師の関わり</a:t>
            </a:r>
            <a:endParaRPr lang="en-US" sz="1100" dirty="0"/>
          </a:p>
        </p:txBody>
      </p:sp>
      <p:sp>
        <p:nvSpPr>
          <p:cNvPr id="32" name="Text 30"/>
          <p:cNvSpPr/>
          <p:nvPr/>
        </p:nvSpPr>
        <p:spPr>
          <a:xfrm>
            <a:off x="8302752" y="4160520"/>
            <a:ext cx="3291840" cy="548640"/>
          </a:xfrm>
          <a:prstGeom prst="rect">
            <a:avLst/>
          </a:prstGeom>
          <a:noFill/>
          <a:ln/>
        </p:spPr>
        <p:txBody>
          <a:bodyPr wrap="square" rtlCol="0" anchor="t"/>
          <a:lstStyle/>
          <a:p>
            <a:pPr marL="0" indent="0" algn="ctr">
              <a:lnSpc>
                <a:spcPct val="125000"/>
              </a:lnSpc>
              <a:buNone/>
            </a:pPr>
            <a:r>
              <a:rPr lang="en-US" sz="1100" dirty="0">
                <a:solidFill>
                  <a:srgbClr val="2C3E50"/>
                </a:solidFill>
                <a:latin typeface="Meiryo" pitchFamily="34" charset="0"/>
                <a:ea typeface="Meiryo" pitchFamily="34" charset="-122"/>
                <a:cs typeface="Meiryo" pitchFamily="34" charset="-120"/>
              </a:rPr>
              <a:t>妊婦への魚介類摂取指導</a:t>
            </a:r>
            <a:endParaRPr lang="en-US" sz="1100" dirty="0"/>
          </a:p>
          <a:p>
            <a:pPr marL="0" indent="0" algn="ctr">
              <a:lnSpc>
                <a:spcPct val="125000"/>
              </a:lnSpc>
              <a:buNone/>
            </a:pPr>
            <a:r>
              <a:rPr lang="en-US" sz="1100" dirty="0">
                <a:solidFill>
                  <a:srgbClr val="2C3E50"/>
                </a:solidFill>
                <a:latin typeface="Meiryo" pitchFamily="34" charset="0"/>
                <a:ea typeface="Meiryo" pitchFamily="34" charset="-122"/>
                <a:cs typeface="Meiryo" pitchFamily="34" charset="-120"/>
              </a:rPr>
              <a:t>水銀含有量の情報提供</a:t>
            </a:r>
            <a:endParaRPr lang="en-US" sz="1100" dirty="0"/>
          </a:p>
        </p:txBody>
      </p:sp>
      <p:sp>
        <p:nvSpPr>
          <p:cNvPr id="33" name="Shape 31"/>
          <p:cNvSpPr/>
          <p:nvPr/>
        </p:nvSpPr>
        <p:spPr>
          <a:xfrm>
            <a:off x="6094476" y="1828800"/>
            <a:ext cx="3854196" cy="457200"/>
          </a:xfrm>
          <a:prstGeom prst="line">
            <a:avLst/>
          </a:prstGeom>
          <a:noFill/>
          <a:ln w="19050">
            <a:solidFill>
              <a:srgbClr val="2980B9"/>
            </a:solidFill>
            <a:prstDash val="solid"/>
            <a:tailEnd type="triangle"/>
          </a:ln>
        </p:spPr>
        <p:txBody>
          <a:bodyPr/>
          <a:lstStyle/>
          <a:p>
            <a:endParaRPr lang="ja-JP" altLang="en-US"/>
          </a:p>
        </p:txBody>
      </p:sp>
      <p:sp>
        <p:nvSpPr>
          <p:cNvPr id="34" name="Shape 32"/>
          <p:cNvSpPr/>
          <p:nvPr/>
        </p:nvSpPr>
        <p:spPr>
          <a:xfrm>
            <a:off x="9948672" y="2816352"/>
            <a:ext cx="0" cy="274320"/>
          </a:xfrm>
          <a:prstGeom prst="line">
            <a:avLst/>
          </a:prstGeom>
          <a:noFill/>
          <a:ln w="19050">
            <a:solidFill>
              <a:srgbClr val="2980B9"/>
            </a:solidFill>
            <a:prstDash val="solid"/>
            <a:tailEnd type="triangle"/>
          </a:ln>
        </p:spPr>
        <p:txBody>
          <a:bodyPr/>
          <a:lstStyle/>
          <a:p>
            <a:endParaRPr lang="ja-JP" altLang="en-US"/>
          </a:p>
        </p:txBody>
      </p:sp>
      <p:sp>
        <p:nvSpPr>
          <p:cNvPr id="35" name="Shape 33"/>
          <p:cNvSpPr/>
          <p:nvPr/>
        </p:nvSpPr>
        <p:spPr>
          <a:xfrm>
            <a:off x="9948672" y="3584448"/>
            <a:ext cx="0" cy="228600"/>
          </a:xfrm>
          <a:prstGeom prst="line">
            <a:avLst/>
          </a:prstGeom>
          <a:noFill/>
          <a:ln w="19050">
            <a:solidFill>
              <a:srgbClr val="2980B9"/>
            </a:solidFill>
            <a:prstDash val="solid"/>
            <a:tailEnd type="triangle"/>
          </a:ln>
        </p:spPr>
        <p:txBody>
          <a:bodyPr/>
          <a:lstStyle/>
          <a:p>
            <a:endParaRPr lang="ja-JP" altLang="en-US"/>
          </a:p>
        </p:txBody>
      </p:sp>
      <p:sp>
        <p:nvSpPr>
          <p:cNvPr id="36" name="Shape 31">
            <a:extLst>
              <a:ext uri="{FF2B5EF4-FFF2-40B4-BE49-F238E27FC236}">
                <a16:creationId xmlns:a16="http://schemas.microsoft.com/office/drawing/2014/main" id="{AE391603-E1C5-7EC4-7E15-3C1F0DB162B3}"/>
              </a:ext>
            </a:extLst>
          </p:cNvPr>
          <p:cNvSpPr/>
          <p:nvPr/>
        </p:nvSpPr>
        <p:spPr>
          <a:xfrm flipH="1">
            <a:off x="2240279" y="1847088"/>
            <a:ext cx="3854196" cy="457200"/>
          </a:xfrm>
          <a:prstGeom prst="line">
            <a:avLst/>
          </a:prstGeom>
          <a:noFill/>
          <a:ln w="19050">
            <a:solidFill>
              <a:srgbClr val="2980B9"/>
            </a:solidFill>
            <a:prstDash val="solid"/>
            <a:tailEnd type="triangle"/>
          </a:ln>
        </p:spPr>
        <p:txBody>
          <a:bodyPr/>
          <a:lstStyle/>
          <a:p>
            <a:endParaRPr lang="ja-JP"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3600" b="1" dirty="0">
                <a:solidFill>
                  <a:srgbClr val="1A5276"/>
                </a:solidFill>
                <a:latin typeface="Meiryo" pitchFamily="34" charset="0"/>
                <a:ea typeface="Meiryo" pitchFamily="34" charset="-122"/>
                <a:cs typeface="Meiryo" pitchFamily="34" charset="-120"/>
              </a:rPr>
              <a:t>本日の到達目標</a:t>
            </a:r>
            <a:endParaRPr lang="en-US" sz="3600" dirty="0"/>
          </a:p>
        </p:txBody>
      </p:sp>
      <p:sp>
        <p:nvSpPr>
          <p:cNvPr id="3" name="Text 1"/>
          <p:cNvSpPr/>
          <p:nvPr/>
        </p:nvSpPr>
        <p:spPr>
          <a:xfrm>
            <a:off x="9034272" y="438912"/>
            <a:ext cx="2743200" cy="365760"/>
          </a:xfrm>
          <a:prstGeom prst="rect">
            <a:avLst/>
          </a:prstGeom>
          <a:noFill/>
          <a:ln/>
        </p:spPr>
        <p:txBody>
          <a:bodyPr wrap="square" rtlCol="0" anchor="ctr"/>
          <a:lstStyle/>
          <a:p>
            <a:pPr marL="0" indent="0" algn="r">
              <a:buNone/>
            </a:pPr>
            <a:r>
              <a:rPr lang="en-US" sz="1100" dirty="0">
                <a:solidFill>
                  <a:srgbClr val="85929E"/>
                </a:solidFill>
                <a:latin typeface="Consolas" pitchFamily="34" charset="0"/>
                <a:ea typeface="Consolas" pitchFamily="34" charset="-122"/>
                <a:cs typeface="Consolas" pitchFamily="34" charset="-120"/>
              </a:rPr>
              <a:t>SBO: E-3-2, E-3-1, E-1-1</a:t>
            </a:r>
            <a:endParaRPr lang="en-US" sz="11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sp>
        <p:nvSpPr>
          <p:cNvPr id="5" name="Text 3"/>
          <p:cNvSpPr/>
          <p:nvPr/>
        </p:nvSpPr>
        <p:spPr>
          <a:xfrm>
            <a:off x="411480" y="1097280"/>
            <a:ext cx="11365992" cy="457200"/>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この講義が終わる頃には、次のことを自分の言葉で説明できるようになります。</a:t>
            </a:r>
            <a:endParaRPr lang="en-US" dirty="0"/>
          </a:p>
        </p:txBody>
      </p:sp>
      <p:sp>
        <p:nvSpPr>
          <p:cNvPr id="6" name="Text 4"/>
          <p:cNvSpPr/>
          <p:nvPr/>
        </p:nvSpPr>
        <p:spPr>
          <a:xfrm>
            <a:off x="591206" y="1764161"/>
            <a:ext cx="11365991" cy="4572000"/>
          </a:xfrm>
          <a:prstGeom prst="rect">
            <a:avLst/>
          </a:prstGeom>
          <a:noFill/>
          <a:ln/>
        </p:spPr>
        <p:txBody>
          <a:bodyPr wrap="square" rtlCol="0" anchor="t"/>
          <a:lstStyle/>
          <a:p>
            <a:pPr marL="0" indent="0">
              <a:lnSpc>
                <a:spcPct val="170000"/>
              </a:lnSpc>
              <a:buNone/>
            </a:pPr>
            <a:r>
              <a:rPr lang="en-US" sz="2400" dirty="0">
                <a:solidFill>
                  <a:srgbClr val="2C3E50"/>
                </a:solidFill>
                <a:latin typeface="Meiryo" pitchFamily="34" charset="0"/>
                <a:ea typeface="Meiryo" pitchFamily="34" charset="-122"/>
                <a:cs typeface="Meiryo" pitchFamily="34" charset="-120"/>
              </a:rPr>
              <a:t>1. 地球の</a:t>
            </a:r>
            <a:r>
              <a:rPr lang="en-US" sz="2400" b="1" dirty="0">
                <a:solidFill>
                  <a:srgbClr val="1A5276"/>
                </a:solidFill>
                <a:latin typeface="Meiryo" pitchFamily="34" charset="0"/>
                <a:ea typeface="Meiryo" pitchFamily="34" charset="-122"/>
                <a:cs typeface="Meiryo" pitchFamily="34" charset="-120"/>
              </a:rPr>
              <a:t>四圏</a:t>
            </a:r>
            <a:r>
              <a:rPr lang="en-US" sz="2400" dirty="0">
                <a:solidFill>
                  <a:srgbClr val="2C3E50"/>
                </a:solidFill>
                <a:latin typeface="Meiryo" pitchFamily="34" charset="0"/>
                <a:ea typeface="Meiryo" pitchFamily="34" charset="-122"/>
                <a:cs typeface="Meiryo" pitchFamily="34" charset="-120"/>
              </a:rPr>
              <a:t>と</a:t>
            </a:r>
            <a:r>
              <a:rPr lang="en-US" sz="2400" b="1" dirty="0">
                <a:solidFill>
                  <a:srgbClr val="1A5276"/>
                </a:solidFill>
                <a:latin typeface="Meiryo" pitchFamily="34" charset="0"/>
                <a:ea typeface="Meiryo" pitchFamily="34" charset="-122"/>
                <a:cs typeface="Meiryo" pitchFamily="34" charset="-120"/>
              </a:rPr>
              <a:t>生態系</a:t>
            </a:r>
            <a:r>
              <a:rPr lang="en-US" sz="2400" dirty="0">
                <a:solidFill>
                  <a:srgbClr val="2C3E50"/>
                </a:solidFill>
                <a:latin typeface="Meiryo" pitchFamily="34" charset="0"/>
                <a:ea typeface="Meiryo" pitchFamily="34" charset="-122"/>
                <a:cs typeface="Meiryo" pitchFamily="34" charset="-120"/>
              </a:rPr>
              <a:t>の構造を説明できる</a:t>
            </a:r>
            <a:endParaRPr lang="en-US" sz="2400" dirty="0"/>
          </a:p>
          <a:p>
            <a:pPr marL="0" indent="0">
              <a:lnSpc>
                <a:spcPct val="170000"/>
              </a:lnSpc>
              <a:buNone/>
            </a:pPr>
            <a:r>
              <a:rPr lang="en-US" sz="2400" dirty="0">
                <a:solidFill>
                  <a:srgbClr val="2C3E50"/>
                </a:solidFill>
                <a:latin typeface="Meiryo" pitchFamily="34" charset="0"/>
                <a:ea typeface="Meiryo" pitchFamily="34" charset="-122"/>
                <a:cs typeface="Meiryo" pitchFamily="34" charset="-120"/>
              </a:rPr>
              <a:t>2. </a:t>
            </a:r>
            <a:r>
              <a:rPr lang="en-US" sz="2400" b="1" dirty="0">
                <a:solidFill>
                  <a:srgbClr val="1A5276"/>
                </a:solidFill>
                <a:latin typeface="Meiryo" pitchFamily="34" charset="0"/>
                <a:ea typeface="Meiryo" pitchFamily="34" charset="-122"/>
                <a:cs typeface="Meiryo" pitchFamily="34" charset="-120"/>
              </a:rPr>
              <a:t>物質循環</a:t>
            </a:r>
            <a:r>
              <a:rPr lang="en-US" sz="2400" dirty="0">
                <a:solidFill>
                  <a:srgbClr val="2C3E50"/>
                </a:solidFill>
                <a:latin typeface="Meiryo" pitchFamily="34" charset="0"/>
                <a:ea typeface="Meiryo" pitchFamily="34" charset="-122"/>
                <a:cs typeface="Meiryo" pitchFamily="34" charset="-120"/>
              </a:rPr>
              <a:t>（炭素・窒素・リン）の主要経路を描ける</a:t>
            </a:r>
            <a:endParaRPr lang="en-US" sz="2400" dirty="0"/>
          </a:p>
          <a:p>
            <a:pPr marL="0" indent="0">
              <a:lnSpc>
                <a:spcPct val="170000"/>
              </a:lnSpc>
              <a:buNone/>
            </a:pPr>
            <a:r>
              <a:rPr lang="en-US" sz="2400" dirty="0">
                <a:solidFill>
                  <a:srgbClr val="2C3E50"/>
                </a:solidFill>
                <a:latin typeface="Meiryo" pitchFamily="34" charset="0"/>
                <a:ea typeface="Meiryo" pitchFamily="34" charset="-122"/>
                <a:cs typeface="Meiryo" pitchFamily="34" charset="-120"/>
              </a:rPr>
              <a:t>3. </a:t>
            </a:r>
            <a:r>
              <a:rPr lang="en-US" sz="2400" b="1" dirty="0">
                <a:solidFill>
                  <a:srgbClr val="1A5276"/>
                </a:solidFill>
                <a:latin typeface="Meiryo" pitchFamily="34" charset="0"/>
                <a:ea typeface="Meiryo" pitchFamily="34" charset="-122"/>
                <a:cs typeface="Meiryo" pitchFamily="34" charset="-120"/>
              </a:rPr>
              <a:t>生物濃縮</a:t>
            </a:r>
            <a:r>
              <a:rPr lang="en-US" sz="2400" dirty="0">
                <a:solidFill>
                  <a:srgbClr val="2C3E50"/>
                </a:solidFill>
                <a:latin typeface="Meiryo" pitchFamily="34" charset="0"/>
                <a:ea typeface="Meiryo" pitchFamily="34" charset="-122"/>
                <a:cs typeface="Meiryo" pitchFamily="34" charset="-120"/>
              </a:rPr>
              <a:t>とBCFの意味を理解し、簡単な計算ができる</a:t>
            </a:r>
            <a:endParaRPr lang="en-US" sz="2400" dirty="0"/>
          </a:p>
          <a:p>
            <a:pPr marL="0" indent="0">
              <a:lnSpc>
                <a:spcPct val="170000"/>
              </a:lnSpc>
              <a:buNone/>
            </a:pPr>
            <a:r>
              <a:rPr lang="en-US" sz="2400" dirty="0">
                <a:solidFill>
                  <a:srgbClr val="2C3E50"/>
                </a:solidFill>
                <a:latin typeface="Meiryo" pitchFamily="34" charset="0"/>
                <a:ea typeface="Meiryo" pitchFamily="34" charset="-122"/>
                <a:cs typeface="Meiryo" pitchFamily="34" charset="-120"/>
              </a:rPr>
              <a:t>4. </a:t>
            </a:r>
            <a:r>
              <a:rPr lang="en-US" sz="2400" b="1" dirty="0">
                <a:solidFill>
                  <a:srgbClr val="1A5276"/>
                </a:solidFill>
                <a:latin typeface="Meiryo" pitchFamily="34" charset="0"/>
                <a:ea typeface="Meiryo" pitchFamily="34" charset="-122"/>
                <a:cs typeface="Meiryo" pitchFamily="34" charset="-120"/>
              </a:rPr>
              <a:t>POPs</a:t>
            </a:r>
            <a:r>
              <a:rPr lang="en-US" sz="2400" dirty="0">
                <a:solidFill>
                  <a:srgbClr val="2C3E50"/>
                </a:solidFill>
                <a:latin typeface="Meiryo" pitchFamily="34" charset="0"/>
                <a:ea typeface="Meiryo" pitchFamily="34" charset="-122"/>
                <a:cs typeface="Meiryo" pitchFamily="34" charset="-120"/>
              </a:rPr>
              <a:t>と</a:t>
            </a:r>
            <a:r>
              <a:rPr lang="en-US" sz="2400" b="1" dirty="0">
                <a:solidFill>
                  <a:srgbClr val="1A5276"/>
                </a:solidFill>
                <a:latin typeface="Meiryo" pitchFamily="34" charset="0"/>
                <a:ea typeface="Meiryo" pitchFamily="34" charset="-122"/>
                <a:cs typeface="Meiryo" pitchFamily="34" charset="-120"/>
              </a:rPr>
              <a:t>化審法</a:t>
            </a:r>
            <a:r>
              <a:rPr lang="en-US" sz="2400" dirty="0">
                <a:solidFill>
                  <a:srgbClr val="2C3E50"/>
                </a:solidFill>
                <a:latin typeface="Meiryo" pitchFamily="34" charset="0"/>
                <a:ea typeface="Meiryo" pitchFamily="34" charset="-122"/>
                <a:cs typeface="Meiryo" pitchFamily="34" charset="-120"/>
              </a:rPr>
              <a:t>の関係を整理して述べられる</a:t>
            </a:r>
            <a:endParaRPr lang="en-US" sz="2400" dirty="0"/>
          </a:p>
          <a:p>
            <a:pPr marL="0" indent="0">
              <a:lnSpc>
                <a:spcPct val="170000"/>
              </a:lnSpc>
              <a:buNone/>
            </a:pPr>
            <a:r>
              <a:rPr lang="en-US" sz="2400" dirty="0">
                <a:solidFill>
                  <a:srgbClr val="2C3E50"/>
                </a:solidFill>
                <a:latin typeface="Meiryo" pitchFamily="34" charset="0"/>
                <a:ea typeface="Meiryo" pitchFamily="34" charset="-122"/>
                <a:cs typeface="Meiryo" pitchFamily="34" charset="-120"/>
              </a:rPr>
              <a:t>5. </a:t>
            </a:r>
            <a:r>
              <a:rPr lang="en-US" sz="2400" b="1" dirty="0">
                <a:solidFill>
                  <a:srgbClr val="1A5276"/>
                </a:solidFill>
                <a:latin typeface="Meiryo" pitchFamily="34" charset="0"/>
                <a:ea typeface="Meiryo" pitchFamily="34" charset="-122"/>
                <a:cs typeface="Meiryo" pitchFamily="34" charset="-120"/>
              </a:rPr>
              <a:t>オゾン層破壊・温暖化・酸性雨</a:t>
            </a:r>
            <a:r>
              <a:rPr lang="en-US" sz="2400" dirty="0">
                <a:solidFill>
                  <a:srgbClr val="2C3E50"/>
                </a:solidFill>
                <a:latin typeface="Meiryo" pitchFamily="34" charset="0"/>
                <a:ea typeface="Meiryo" pitchFamily="34" charset="-122"/>
                <a:cs typeface="Meiryo" pitchFamily="34" charset="-120"/>
              </a:rPr>
              <a:t>のメカニズムと国際的取り組みを説明できる</a:t>
            </a:r>
            <a:endParaRPr lang="en-US" sz="2400" dirty="0"/>
          </a:p>
          <a:p>
            <a:pPr marL="0" indent="0">
              <a:lnSpc>
                <a:spcPct val="170000"/>
              </a:lnSpc>
              <a:buNone/>
            </a:pPr>
            <a:r>
              <a:rPr lang="en-US" sz="2400" dirty="0">
                <a:solidFill>
                  <a:srgbClr val="2C3E50"/>
                </a:solidFill>
                <a:latin typeface="Meiryo" pitchFamily="34" charset="0"/>
                <a:ea typeface="Meiryo" pitchFamily="34" charset="-122"/>
                <a:cs typeface="Meiryo" pitchFamily="34" charset="-120"/>
              </a:rPr>
              <a:t>6. </a:t>
            </a:r>
            <a:r>
              <a:rPr lang="en-US" sz="2400" b="1" dirty="0">
                <a:solidFill>
                  <a:srgbClr val="1A5276"/>
                </a:solidFill>
                <a:latin typeface="Meiryo" pitchFamily="34" charset="0"/>
                <a:ea typeface="Meiryo" pitchFamily="34" charset="-122"/>
                <a:cs typeface="Meiryo" pitchFamily="34" charset="-120"/>
              </a:rPr>
              <a:t>リスク評価</a:t>
            </a:r>
            <a:r>
              <a:rPr lang="en-US" sz="2400" dirty="0">
                <a:solidFill>
                  <a:srgbClr val="2C3E50"/>
                </a:solidFill>
                <a:latin typeface="Meiryo" pitchFamily="34" charset="0"/>
                <a:ea typeface="Meiryo" pitchFamily="34" charset="-122"/>
                <a:cs typeface="Meiryo" pitchFamily="34" charset="-120"/>
              </a:rPr>
              <a:t>（NOAEL → ADI/TDI/VSD）の流れを描ける</a:t>
            </a:r>
            <a:endParaRPr lang="en-US" sz="2400" dirty="0"/>
          </a:p>
          <a:p>
            <a:pPr marL="0" indent="0">
              <a:lnSpc>
                <a:spcPct val="170000"/>
              </a:lnSpc>
              <a:buNone/>
            </a:pPr>
            <a:r>
              <a:rPr lang="en-US" sz="2400" dirty="0">
                <a:solidFill>
                  <a:srgbClr val="2C3E50"/>
                </a:solidFill>
                <a:latin typeface="Meiryo" pitchFamily="34" charset="0"/>
                <a:ea typeface="Meiryo" pitchFamily="34" charset="-122"/>
                <a:cs typeface="Meiryo" pitchFamily="34" charset="-120"/>
              </a:rPr>
              <a:t>7. </a:t>
            </a:r>
            <a:r>
              <a:rPr lang="en-US" sz="2400" b="1" dirty="0">
                <a:solidFill>
                  <a:srgbClr val="1A5276"/>
                </a:solidFill>
                <a:latin typeface="Meiryo" pitchFamily="34" charset="0"/>
                <a:ea typeface="Meiryo" pitchFamily="34" charset="-122"/>
                <a:cs typeface="Meiryo" pitchFamily="34" charset="-120"/>
              </a:rPr>
              <a:t>リスクコミュニケーション</a:t>
            </a:r>
            <a:r>
              <a:rPr lang="en-US" sz="2400" dirty="0">
                <a:solidFill>
                  <a:srgbClr val="2C3E50"/>
                </a:solidFill>
                <a:latin typeface="Meiryo" pitchFamily="34" charset="0"/>
                <a:ea typeface="Meiryo" pitchFamily="34" charset="-122"/>
                <a:cs typeface="Meiryo" pitchFamily="34" charset="-120"/>
              </a:rPr>
              <a:t>における薬剤師の役割を考察できる</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A8207-A814-9820-5265-4E0C6675D4E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5A58AF5-C3E7-5B89-FD1A-8CE1F1FB9AE2}"/>
              </a:ext>
            </a:extLst>
          </p:cNvPr>
          <p:cNvSpPr/>
          <p:nvPr/>
        </p:nvSpPr>
        <p:spPr>
          <a:xfrm>
            <a:off x="411480" y="320040"/>
            <a:ext cx="8647938" cy="594360"/>
          </a:xfrm>
          <a:prstGeom prst="rect">
            <a:avLst/>
          </a:prstGeom>
          <a:noFill/>
          <a:ln/>
        </p:spPr>
        <p:txBody>
          <a:bodyPr wrap="square" rtlCol="0" anchor="ctr"/>
          <a:lstStyle/>
          <a:p>
            <a:pPr marL="0" indent="0">
              <a:buNone/>
            </a:pPr>
            <a:r>
              <a:rPr lang="en-US" sz="3600" b="1" dirty="0">
                <a:solidFill>
                  <a:srgbClr val="1A5276"/>
                </a:solidFill>
                <a:latin typeface="Meiryo" pitchFamily="34" charset="0"/>
                <a:ea typeface="Meiryo" pitchFamily="34" charset="-122"/>
                <a:cs typeface="Meiryo" pitchFamily="34" charset="-120"/>
              </a:rPr>
              <a:t>本日の範囲 — 教科書VI-1章の全体構造</a:t>
            </a:r>
            <a:endParaRPr lang="en-US" sz="3600" dirty="0"/>
          </a:p>
        </p:txBody>
      </p:sp>
      <p:sp>
        <p:nvSpPr>
          <p:cNvPr id="3" name="Shape 1">
            <a:extLst>
              <a:ext uri="{FF2B5EF4-FFF2-40B4-BE49-F238E27FC236}">
                <a16:creationId xmlns:a16="http://schemas.microsoft.com/office/drawing/2014/main" id="{4D0B2E7D-07C9-FE71-7343-573C76A01EB0}"/>
              </a:ext>
            </a:extLst>
          </p:cNvPr>
          <p:cNvSpPr/>
          <p:nvPr/>
        </p:nvSpPr>
        <p:spPr>
          <a:xfrm>
            <a:off x="411480" y="950976"/>
            <a:ext cx="11365992" cy="22860"/>
          </a:xfrm>
          <a:prstGeom prst="rect">
            <a:avLst/>
          </a:prstGeom>
          <a:solidFill>
            <a:srgbClr val="2980B9"/>
          </a:solidFill>
          <a:ln/>
        </p:spPr>
        <p:txBody>
          <a:bodyPr/>
          <a:lstStyle/>
          <a:p>
            <a:endParaRPr lang="ja-JP" altLang="en-US" sz="2800"/>
          </a:p>
        </p:txBody>
      </p:sp>
      <p:sp>
        <p:nvSpPr>
          <p:cNvPr id="7" name="Text 5">
            <a:extLst>
              <a:ext uri="{FF2B5EF4-FFF2-40B4-BE49-F238E27FC236}">
                <a16:creationId xmlns:a16="http://schemas.microsoft.com/office/drawing/2014/main" id="{88329BB0-8F59-8D28-E3B3-264026180F44}"/>
              </a:ext>
            </a:extLst>
          </p:cNvPr>
          <p:cNvSpPr/>
          <p:nvPr/>
        </p:nvSpPr>
        <p:spPr>
          <a:xfrm>
            <a:off x="411480" y="6355080"/>
            <a:ext cx="11365992" cy="274320"/>
          </a:xfrm>
          <a:prstGeom prst="rect">
            <a:avLst/>
          </a:prstGeom>
          <a:noFill/>
          <a:ln/>
        </p:spPr>
        <p:txBody>
          <a:bodyPr wrap="square" rtlCol="0" anchor="ctr"/>
          <a:lstStyle/>
          <a:p>
            <a:pPr marL="0" indent="0">
              <a:buNone/>
            </a:pPr>
            <a:r>
              <a:rPr lang="en-US" sz="1600" i="1" dirty="0">
                <a:solidFill>
                  <a:srgbClr val="5D6D7E"/>
                </a:solidFill>
                <a:latin typeface="Meiryo" pitchFamily="34" charset="0"/>
                <a:ea typeface="Meiryo" pitchFamily="34" charset="-122"/>
                <a:cs typeface="Meiryo" pitchFamily="34" charset="-120"/>
              </a:rPr>
              <a:t>★ = 重要度（学術的核心概念）／ 無印も全範囲が試験範囲</a:t>
            </a:r>
            <a:endParaRPr lang="en-US" sz="1600" dirty="0"/>
          </a:p>
        </p:txBody>
      </p:sp>
      <p:sp>
        <p:nvSpPr>
          <p:cNvPr id="8" name="Rectangle 7">
            <a:extLst>
              <a:ext uri="{FF2B5EF4-FFF2-40B4-BE49-F238E27FC236}">
                <a16:creationId xmlns:a16="http://schemas.microsoft.com/office/drawing/2014/main" id="{6A8F8CAD-4509-A209-B4EE-1878BDA7B320}"/>
              </a:ext>
            </a:extLst>
          </p:cNvPr>
          <p:cNvSpPr/>
          <p:nvPr/>
        </p:nvSpPr>
        <p:spPr>
          <a:xfrm>
            <a:off x="411480"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 name="Rectangle 8">
            <a:extLst>
              <a:ext uri="{FF2B5EF4-FFF2-40B4-BE49-F238E27FC236}">
                <a16:creationId xmlns:a16="http://schemas.microsoft.com/office/drawing/2014/main" id="{AB5F01FC-2C66-0F65-DAA0-F3B9B1904D52}"/>
              </a:ext>
            </a:extLst>
          </p:cNvPr>
          <p:cNvSpPr/>
          <p:nvPr/>
        </p:nvSpPr>
        <p:spPr>
          <a:xfrm>
            <a:off x="411480" y="1234440"/>
            <a:ext cx="2718054" cy="9601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a:extLst>
              <a:ext uri="{FF2B5EF4-FFF2-40B4-BE49-F238E27FC236}">
                <a16:creationId xmlns:a16="http://schemas.microsoft.com/office/drawing/2014/main" id="{9264D68D-68FF-BCCD-4074-537446091D7A}"/>
              </a:ext>
            </a:extLst>
          </p:cNvPr>
          <p:cNvSpPr txBox="1"/>
          <p:nvPr/>
        </p:nvSpPr>
        <p:spPr>
          <a:xfrm>
            <a:off x="548640"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A</a:t>
            </a:r>
          </a:p>
        </p:txBody>
      </p:sp>
      <p:sp>
        <p:nvSpPr>
          <p:cNvPr id="11" name="TextBox 10">
            <a:extLst>
              <a:ext uri="{FF2B5EF4-FFF2-40B4-BE49-F238E27FC236}">
                <a16:creationId xmlns:a16="http://schemas.microsoft.com/office/drawing/2014/main" id="{33DEF490-FFA1-218A-7A7E-A93A92807349}"/>
              </a:ext>
            </a:extLst>
          </p:cNvPr>
          <p:cNvSpPr txBox="1"/>
          <p:nvPr/>
        </p:nvSpPr>
        <p:spPr>
          <a:xfrm>
            <a:off x="1280160"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地球環境と</a:t>
            </a:r>
          </a:p>
          <a:p>
            <a:pPr algn="l"/>
            <a:r>
              <a:rPr b="1">
                <a:solidFill>
                  <a:srgbClr val="FFFFFF"/>
                </a:solidFill>
                <a:latin typeface="Yu Gothic"/>
              </a:rPr>
              <a:t>生態系の構造</a:t>
            </a:r>
          </a:p>
        </p:txBody>
      </p:sp>
      <p:sp>
        <p:nvSpPr>
          <p:cNvPr id="12" name="Rectangle 11">
            <a:extLst>
              <a:ext uri="{FF2B5EF4-FFF2-40B4-BE49-F238E27FC236}">
                <a16:creationId xmlns:a16="http://schemas.microsoft.com/office/drawing/2014/main" id="{47965B78-2A15-7C86-C4E3-91BC0138D1E7}"/>
              </a:ext>
            </a:extLst>
          </p:cNvPr>
          <p:cNvSpPr/>
          <p:nvPr/>
        </p:nvSpPr>
        <p:spPr>
          <a:xfrm>
            <a:off x="521208"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TextBox 12">
            <a:extLst>
              <a:ext uri="{FF2B5EF4-FFF2-40B4-BE49-F238E27FC236}">
                <a16:creationId xmlns:a16="http://schemas.microsoft.com/office/drawing/2014/main" id="{F40750D5-5747-971D-54CA-DA5774AB222C}"/>
              </a:ext>
            </a:extLst>
          </p:cNvPr>
          <p:cNvSpPr txBox="1"/>
          <p:nvPr/>
        </p:nvSpPr>
        <p:spPr>
          <a:xfrm>
            <a:off x="630936" y="2432304"/>
            <a:ext cx="777240" cy="276999"/>
          </a:xfrm>
          <a:prstGeom prst="rect">
            <a:avLst/>
          </a:prstGeom>
          <a:noFill/>
        </p:spPr>
        <p:txBody>
          <a:bodyPr wrap="square" lIns="0" tIns="0" rIns="0" bIns="0" anchor="t">
            <a:spAutoFit/>
          </a:bodyPr>
          <a:lstStyle/>
          <a:p>
            <a:pPr algn="l"/>
            <a:r>
              <a:rPr b="1">
                <a:solidFill>
                  <a:srgbClr val="1A5276"/>
                </a:solidFill>
                <a:latin typeface="Yu Gothic"/>
              </a:rPr>
              <a:t>A-1</a:t>
            </a:r>
          </a:p>
        </p:txBody>
      </p:sp>
      <p:sp>
        <p:nvSpPr>
          <p:cNvPr id="14" name="TextBox 13">
            <a:extLst>
              <a:ext uri="{FF2B5EF4-FFF2-40B4-BE49-F238E27FC236}">
                <a16:creationId xmlns:a16="http://schemas.microsoft.com/office/drawing/2014/main" id="{EE4581DE-1853-0410-B0A9-FDE120A62508}"/>
              </a:ext>
            </a:extLst>
          </p:cNvPr>
          <p:cNvSpPr txBox="1"/>
          <p:nvPr/>
        </p:nvSpPr>
        <p:spPr>
          <a:xfrm>
            <a:off x="630936" y="2724912"/>
            <a:ext cx="2443734" cy="246221"/>
          </a:xfrm>
          <a:prstGeom prst="rect">
            <a:avLst/>
          </a:prstGeom>
          <a:noFill/>
        </p:spPr>
        <p:txBody>
          <a:bodyPr wrap="square" lIns="0" tIns="0" rIns="0" bIns="0" anchor="t">
            <a:spAutoFit/>
          </a:bodyPr>
          <a:lstStyle/>
          <a:p>
            <a:pPr algn="l"/>
            <a:r>
              <a:rPr sz="1600" b="0" dirty="0" err="1">
                <a:solidFill>
                  <a:srgbClr val="2C3E50"/>
                </a:solidFill>
                <a:latin typeface="Yu Gothic"/>
              </a:rPr>
              <a:t>四圏（地・水・気・生物</a:t>
            </a:r>
            <a:r>
              <a:rPr sz="1600" b="0" dirty="0">
                <a:solidFill>
                  <a:srgbClr val="2C3E50"/>
                </a:solidFill>
                <a:latin typeface="Yu Gothic"/>
              </a:rPr>
              <a:t>）</a:t>
            </a:r>
          </a:p>
        </p:txBody>
      </p:sp>
      <p:sp>
        <p:nvSpPr>
          <p:cNvPr id="15" name="Rectangle 14">
            <a:extLst>
              <a:ext uri="{FF2B5EF4-FFF2-40B4-BE49-F238E27FC236}">
                <a16:creationId xmlns:a16="http://schemas.microsoft.com/office/drawing/2014/main" id="{B01FA050-6FB9-90BC-9E44-ED73ADF9052C}"/>
              </a:ext>
            </a:extLst>
          </p:cNvPr>
          <p:cNvSpPr/>
          <p:nvPr/>
        </p:nvSpPr>
        <p:spPr>
          <a:xfrm>
            <a:off x="521208"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TextBox 15">
            <a:extLst>
              <a:ext uri="{FF2B5EF4-FFF2-40B4-BE49-F238E27FC236}">
                <a16:creationId xmlns:a16="http://schemas.microsoft.com/office/drawing/2014/main" id="{B0D773A2-7B6F-0F22-213A-F511617DE7B1}"/>
              </a:ext>
            </a:extLst>
          </p:cNvPr>
          <p:cNvSpPr txBox="1"/>
          <p:nvPr/>
        </p:nvSpPr>
        <p:spPr>
          <a:xfrm>
            <a:off x="630936" y="3273552"/>
            <a:ext cx="777240" cy="276999"/>
          </a:xfrm>
          <a:prstGeom prst="rect">
            <a:avLst/>
          </a:prstGeom>
          <a:noFill/>
        </p:spPr>
        <p:txBody>
          <a:bodyPr wrap="square" lIns="0" tIns="0" rIns="0" bIns="0" anchor="t">
            <a:spAutoFit/>
          </a:bodyPr>
          <a:lstStyle/>
          <a:p>
            <a:pPr algn="l"/>
            <a:r>
              <a:rPr b="1">
                <a:solidFill>
                  <a:srgbClr val="1A5276"/>
                </a:solidFill>
                <a:latin typeface="Yu Gothic"/>
              </a:rPr>
              <a:t>A-2</a:t>
            </a:r>
          </a:p>
        </p:txBody>
      </p:sp>
      <p:sp>
        <p:nvSpPr>
          <p:cNvPr id="17" name="TextBox 16">
            <a:extLst>
              <a:ext uri="{FF2B5EF4-FFF2-40B4-BE49-F238E27FC236}">
                <a16:creationId xmlns:a16="http://schemas.microsoft.com/office/drawing/2014/main" id="{37EA9127-2ADF-0E8E-A1EB-CA0C0873CC1B}"/>
              </a:ext>
            </a:extLst>
          </p:cNvPr>
          <p:cNvSpPr txBox="1"/>
          <p:nvPr/>
        </p:nvSpPr>
        <p:spPr>
          <a:xfrm>
            <a:off x="630936"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生態系の構成と機能</a:t>
            </a:r>
          </a:p>
        </p:txBody>
      </p:sp>
      <p:sp>
        <p:nvSpPr>
          <p:cNvPr id="18" name="TextBox 17">
            <a:extLst>
              <a:ext uri="{FF2B5EF4-FFF2-40B4-BE49-F238E27FC236}">
                <a16:creationId xmlns:a16="http://schemas.microsoft.com/office/drawing/2014/main" id="{1535B8DA-4917-36C1-D658-4D0C171EDE95}"/>
              </a:ext>
            </a:extLst>
          </p:cNvPr>
          <p:cNvSpPr txBox="1"/>
          <p:nvPr/>
        </p:nvSpPr>
        <p:spPr>
          <a:xfrm>
            <a:off x="1280160"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19" name="Rectangle 18">
            <a:extLst>
              <a:ext uri="{FF2B5EF4-FFF2-40B4-BE49-F238E27FC236}">
                <a16:creationId xmlns:a16="http://schemas.microsoft.com/office/drawing/2014/main" id="{4D9FD4B9-4309-C02C-3A3A-A64F3C07C9C8}"/>
              </a:ext>
            </a:extLst>
          </p:cNvPr>
          <p:cNvSpPr/>
          <p:nvPr/>
        </p:nvSpPr>
        <p:spPr>
          <a:xfrm>
            <a:off x="521208"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a:extLst>
              <a:ext uri="{FF2B5EF4-FFF2-40B4-BE49-F238E27FC236}">
                <a16:creationId xmlns:a16="http://schemas.microsoft.com/office/drawing/2014/main" id="{31A95F92-CE1D-6E86-B9B8-1E31AB5ACECF}"/>
              </a:ext>
            </a:extLst>
          </p:cNvPr>
          <p:cNvSpPr txBox="1"/>
          <p:nvPr/>
        </p:nvSpPr>
        <p:spPr>
          <a:xfrm>
            <a:off x="630936" y="4114800"/>
            <a:ext cx="777240" cy="276999"/>
          </a:xfrm>
          <a:prstGeom prst="rect">
            <a:avLst/>
          </a:prstGeom>
          <a:noFill/>
        </p:spPr>
        <p:txBody>
          <a:bodyPr wrap="square" lIns="0" tIns="0" rIns="0" bIns="0" anchor="t">
            <a:spAutoFit/>
          </a:bodyPr>
          <a:lstStyle/>
          <a:p>
            <a:pPr algn="l"/>
            <a:r>
              <a:rPr b="1">
                <a:solidFill>
                  <a:srgbClr val="1A5276"/>
                </a:solidFill>
                <a:latin typeface="Yu Gothic"/>
              </a:rPr>
              <a:t>A-3</a:t>
            </a:r>
          </a:p>
        </p:txBody>
      </p:sp>
      <p:sp>
        <p:nvSpPr>
          <p:cNvPr id="21" name="TextBox 20">
            <a:extLst>
              <a:ext uri="{FF2B5EF4-FFF2-40B4-BE49-F238E27FC236}">
                <a16:creationId xmlns:a16="http://schemas.microsoft.com/office/drawing/2014/main" id="{324477F8-FE65-8D30-F01A-2042F2720D93}"/>
              </a:ext>
            </a:extLst>
          </p:cNvPr>
          <p:cNvSpPr txBox="1"/>
          <p:nvPr/>
        </p:nvSpPr>
        <p:spPr>
          <a:xfrm>
            <a:off x="630936"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物質循環（C / N / P）</a:t>
            </a:r>
          </a:p>
        </p:txBody>
      </p:sp>
      <p:sp>
        <p:nvSpPr>
          <p:cNvPr id="22" name="Rectangle 21">
            <a:extLst>
              <a:ext uri="{FF2B5EF4-FFF2-40B4-BE49-F238E27FC236}">
                <a16:creationId xmlns:a16="http://schemas.microsoft.com/office/drawing/2014/main" id="{34B2D56D-2C44-ED0F-2CEC-B7976813A1B8}"/>
              </a:ext>
            </a:extLst>
          </p:cNvPr>
          <p:cNvSpPr/>
          <p:nvPr/>
        </p:nvSpPr>
        <p:spPr>
          <a:xfrm>
            <a:off x="3294126"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Rectangle 22">
            <a:extLst>
              <a:ext uri="{FF2B5EF4-FFF2-40B4-BE49-F238E27FC236}">
                <a16:creationId xmlns:a16="http://schemas.microsoft.com/office/drawing/2014/main" id="{CFA082C7-A839-598B-D4E0-56C2546C4B52}"/>
              </a:ext>
            </a:extLst>
          </p:cNvPr>
          <p:cNvSpPr/>
          <p:nvPr/>
        </p:nvSpPr>
        <p:spPr>
          <a:xfrm>
            <a:off x="3294126" y="1234440"/>
            <a:ext cx="2718054" cy="96012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4" name="TextBox 23">
            <a:extLst>
              <a:ext uri="{FF2B5EF4-FFF2-40B4-BE49-F238E27FC236}">
                <a16:creationId xmlns:a16="http://schemas.microsoft.com/office/drawing/2014/main" id="{FF7673AC-12C5-5BF5-1472-8E0FB10A0ED3}"/>
              </a:ext>
            </a:extLst>
          </p:cNvPr>
          <p:cNvSpPr txBox="1"/>
          <p:nvPr/>
        </p:nvSpPr>
        <p:spPr>
          <a:xfrm>
            <a:off x="3431286"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B</a:t>
            </a:r>
          </a:p>
        </p:txBody>
      </p:sp>
      <p:sp>
        <p:nvSpPr>
          <p:cNvPr id="25" name="TextBox 24">
            <a:extLst>
              <a:ext uri="{FF2B5EF4-FFF2-40B4-BE49-F238E27FC236}">
                <a16:creationId xmlns:a16="http://schemas.microsoft.com/office/drawing/2014/main" id="{CB4751A2-F62F-B067-16CC-3567810B71AA}"/>
              </a:ext>
            </a:extLst>
          </p:cNvPr>
          <p:cNvSpPr txBox="1"/>
          <p:nvPr/>
        </p:nvSpPr>
        <p:spPr>
          <a:xfrm>
            <a:off x="4162806" y="1437501"/>
            <a:ext cx="1757934" cy="553998"/>
          </a:xfrm>
          <a:prstGeom prst="rect">
            <a:avLst/>
          </a:prstGeom>
          <a:noFill/>
        </p:spPr>
        <p:txBody>
          <a:bodyPr wrap="square" lIns="0" tIns="0" rIns="0" bIns="0" anchor="ctr">
            <a:spAutoFit/>
          </a:bodyPr>
          <a:lstStyle/>
          <a:p>
            <a:pPr algn="l"/>
            <a:r>
              <a:rPr b="1">
                <a:solidFill>
                  <a:srgbClr val="FFFFFF"/>
                </a:solidFill>
                <a:latin typeface="Yu Gothic"/>
              </a:rPr>
              <a:t>化学物質の</a:t>
            </a:r>
          </a:p>
          <a:p>
            <a:pPr algn="l"/>
            <a:r>
              <a:rPr b="1">
                <a:solidFill>
                  <a:srgbClr val="FFFFFF"/>
                </a:solidFill>
                <a:latin typeface="Yu Gothic"/>
              </a:rPr>
              <a:t>環境内動態</a:t>
            </a:r>
          </a:p>
        </p:txBody>
      </p:sp>
      <p:sp>
        <p:nvSpPr>
          <p:cNvPr id="26" name="Rectangle 25">
            <a:extLst>
              <a:ext uri="{FF2B5EF4-FFF2-40B4-BE49-F238E27FC236}">
                <a16:creationId xmlns:a16="http://schemas.microsoft.com/office/drawing/2014/main" id="{3B3ED352-513B-7E72-1585-F437550D1774}"/>
              </a:ext>
            </a:extLst>
          </p:cNvPr>
          <p:cNvSpPr/>
          <p:nvPr/>
        </p:nvSpPr>
        <p:spPr>
          <a:xfrm>
            <a:off x="3403854"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a:extLst>
              <a:ext uri="{FF2B5EF4-FFF2-40B4-BE49-F238E27FC236}">
                <a16:creationId xmlns:a16="http://schemas.microsoft.com/office/drawing/2014/main" id="{111794A9-62DA-34CF-A225-9B98F94DFF49}"/>
              </a:ext>
            </a:extLst>
          </p:cNvPr>
          <p:cNvSpPr txBox="1"/>
          <p:nvPr/>
        </p:nvSpPr>
        <p:spPr>
          <a:xfrm>
            <a:off x="3513582" y="2432304"/>
            <a:ext cx="777240" cy="276999"/>
          </a:xfrm>
          <a:prstGeom prst="rect">
            <a:avLst/>
          </a:prstGeom>
          <a:noFill/>
        </p:spPr>
        <p:txBody>
          <a:bodyPr wrap="square" lIns="0" tIns="0" rIns="0" bIns="0" anchor="t">
            <a:spAutoFit/>
          </a:bodyPr>
          <a:lstStyle/>
          <a:p>
            <a:pPr algn="l"/>
            <a:r>
              <a:rPr b="1">
                <a:solidFill>
                  <a:srgbClr val="2980B9"/>
                </a:solidFill>
                <a:latin typeface="Yu Gothic"/>
              </a:rPr>
              <a:t>B-1</a:t>
            </a:r>
          </a:p>
        </p:txBody>
      </p:sp>
      <p:sp>
        <p:nvSpPr>
          <p:cNvPr id="28" name="TextBox 27">
            <a:extLst>
              <a:ext uri="{FF2B5EF4-FFF2-40B4-BE49-F238E27FC236}">
                <a16:creationId xmlns:a16="http://schemas.microsoft.com/office/drawing/2014/main" id="{01FA6279-12AF-744C-925B-FA89469728C2}"/>
              </a:ext>
            </a:extLst>
          </p:cNvPr>
          <p:cNvSpPr txBox="1"/>
          <p:nvPr/>
        </p:nvSpPr>
        <p:spPr>
          <a:xfrm>
            <a:off x="3513582"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環境中の化学物質</a:t>
            </a:r>
          </a:p>
        </p:txBody>
      </p:sp>
      <p:sp>
        <p:nvSpPr>
          <p:cNvPr id="29" name="Rectangle 28">
            <a:extLst>
              <a:ext uri="{FF2B5EF4-FFF2-40B4-BE49-F238E27FC236}">
                <a16:creationId xmlns:a16="http://schemas.microsoft.com/office/drawing/2014/main" id="{92985AC6-C5C1-C4E9-8835-7D4152396EFB}"/>
              </a:ext>
            </a:extLst>
          </p:cNvPr>
          <p:cNvSpPr/>
          <p:nvPr/>
        </p:nvSpPr>
        <p:spPr>
          <a:xfrm>
            <a:off x="3403854"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a:extLst>
              <a:ext uri="{FF2B5EF4-FFF2-40B4-BE49-F238E27FC236}">
                <a16:creationId xmlns:a16="http://schemas.microsoft.com/office/drawing/2014/main" id="{03802FAA-001C-A764-7252-048BA266F487}"/>
              </a:ext>
            </a:extLst>
          </p:cNvPr>
          <p:cNvSpPr txBox="1"/>
          <p:nvPr/>
        </p:nvSpPr>
        <p:spPr>
          <a:xfrm>
            <a:off x="3513582" y="3273552"/>
            <a:ext cx="777240" cy="276999"/>
          </a:xfrm>
          <a:prstGeom prst="rect">
            <a:avLst/>
          </a:prstGeom>
          <a:noFill/>
        </p:spPr>
        <p:txBody>
          <a:bodyPr wrap="square" lIns="0" tIns="0" rIns="0" bIns="0" anchor="t">
            <a:spAutoFit/>
          </a:bodyPr>
          <a:lstStyle/>
          <a:p>
            <a:pPr algn="l"/>
            <a:r>
              <a:rPr b="1">
                <a:solidFill>
                  <a:srgbClr val="2980B9"/>
                </a:solidFill>
                <a:latin typeface="Yu Gothic"/>
              </a:rPr>
              <a:t>B-2</a:t>
            </a:r>
          </a:p>
        </p:txBody>
      </p:sp>
      <p:sp>
        <p:nvSpPr>
          <p:cNvPr id="31" name="TextBox 30">
            <a:extLst>
              <a:ext uri="{FF2B5EF4-FFF2-40B4-BE49-F238E27FC236}">
                <a16:creationId xmlns:a16="http://schemas.microsoft.com/office/drawing/2014/main" id="{BB0ECFEE-C8C7-48D5-9B8D-769254BAFD86}"/>
              </a:ext>
            </a:extLst>
          </p:cNvPr>
          <p:cNvSpPr txBox="1"/>
          <p:nvPr/>
        </p:nvSpPr>
        <p:spPr>
          <a:xfrm>
            <a:off x="3513582"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生物濃縮</a:t>
            </a:r>
          </a:p>
        </p:txBody>
      </p:sp>
      <p:sp>
        <p:nvSpPr>
          <p:cNvPr id="32" name="TextBox 31">
            <a:extLst>
              <a:ext uri="{FF2B5EF4-FFF2-40B4-BE49-F238E27FC236}">
                <a16:creationId xmlns:a16="http://schemas.microsoft.com/office/drawing/2014/main" id="{58C52ECD-F0AA-81FC-8C3E-EEBC500D01AC}"/>
              </a:ext>
            </a:extLst>
          </p:cNvPr>
          <p:cNvSpPr txBox="1"/>
          <p:nvPr/>
        </p:nvSpPr>
        <p:spPr>
          <a:xfrm>
            <a:off x="4162806"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3" name="Rectangle 32">
            <a:extLst>
              <a:ext uri="{FF2B5EF4-FFF2-40B4-BE49-F238E27FC236}">
                <a16:creationId xmlns:a16="http://schemas.microsoft.com/office/drawing/2014/main" id="{5B670FAD-C0F3-82C6-AF7A-93D24D3798B9}"/>
              </a:ext>
            </a:extLst>
          </p:cNvPr>
          <p:cNvSpPr/>
          <p:nvPr/>
        </p:nvSpPr>
        <p:spPr>
          <a:xfrm>
            <a:off x="3403854"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TextBox 33">
            <a:extLst>
              <a:ext uri="{FF2B5EF4-FFF2-40B4-BE49-F238E27FC236}">
                <a16:creationId xmlns:a16="http://schemas.microsoft.com/office/drawing/2014/main" id="{E63E9610-8673-BD18-F12A-DDE07F3F42AF}"/>
              </a:ext>
            </a:extLst>
          </p:cNvPr>
          <p:cNvSpPr txBox="1"/>
          <p:nvPr/>
        </p:nvSpPr>
        <p:spPr>
          <a:xfrm>
            <a:off x="3513582" y="4114800"/>
            <a:ext cx="777240" cy="276999"/>
          </a:xfrm>
          <a:prstGeom prst="rect">
            <a:avLst/>
          </a:prstGeom>
          <a:noFill/>
        </p:spPr>
        <p:txBody>
          <a:bodyPr wrap="square" lIns="0" tIns="0" rIns="0" bIns="0" anchor="t">
            <a:spAutoFit/>
          </a:bodyPr>
          <a:lstStyle/>
          <a:p>
            <a:pPr algn="l"/>
            <a:r>
              <a:rPr b="1">
                <a:solidFill>
                  <a:srgbClr val="2980B9"/>
                </a:solidFill>
                <a:latin typeface="Yu Gothic"/>
              </a:rPr>
              <a:t>B-3</a:t>
            </a:r>
          </a:p>
        </p:txBody>
      </p:sp>
      <p:sp>
        <p:nvSpPr>
          <p:cNvPr id="35" name="TextBox 34">
            <a:extLst>
              <a:ext uri="{FF2B5EF4-FFF2-40B4-BE49-F238E27FC236}">
                <a16:creationId xmlns:a16="http://schemas.microsoft.com/office/drawing/2014/main" id="{8BDBC496-3D66-6FD6-FB9A-893BA3CEAB0B}"/>
              </a:ext>
            </a:extLst>
          </p:cNvPr>
          <p:cNvSpPr txBox="1"/>
          <p:nvPr/>
        </p:nvSpPr>
        <p:spPr>
          <a:xfrm>
            <a:off x="3513582"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POPsと化審法</a:t>
            </a:r>
          </a:p>
        </p:txBody>
      </p:sp>
      <p:sp>
        <p:nvSpPr>
          <p:cNvPr id="36" name="TextBox 35">
            <a:extLst>
              <a:ext uri="{FF2B5EF4-FFF2-40B4-BE49-F238E27FC236}">
                <a16:creationId xmlns:a16="http://schemas.microsoft.com/office/drawing/2014/main" id="{168F4167-2147-1CB1-3F43-F9EB43B70ECE}"/>
              </a:ext>
            </a:extLst>
          </p:cNvPr>
          <p:cNvSpPr txBox="1"/>
          <p:nvPr/>
        </p:nvSpPr>
        <p:spPr>
          <a:xfrm>
            <a:off x="4162806" y="4096512"/>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7" name="Rectangle 36">
            <a:extLst>
              <a:ext uri="{FF2B5EF4-FFF2-40B4-BE49-F238E27FC236}">
                <a16:creationId xmlns:a16="http://schemas.microsoft.com/office/drawing/2014/main" id="{3FF5C888-64A9-9BF7-F97D-26E191B4E735}"/>
              </a:ext>
            </a:extLst>
          </p:cNvPr>
          <p:cNvSpPr/>
          <p:nvPr/>
        </p:nvSpPr>
        <p:spPr>
          <a:xfrm>
            <a:off x="6176772" y="1234440"/>
            <a:ext cx="2718054" cy="4892040"/>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8" name="Rectangle 37">
            <a:extLst>
              <a:ext uri="{FF2B5EF4-FFF2-40B4-BE49-F238E27FC236}">
                <a16:creationId xmlns:a16="http://schemas.microsoft.com/office/drawing/2014/main" id="{CC4FA51C-85A1-4FC7-E058-BE6C863E5DED}"/>
              </a:ext>
            </a:extLst>
          </p:cNvPr>
          <p:cNvSpPr/>
          <p:nvPr/>
        </p:nvSpPr>
        <p:spPr>
          <a:xfrm>
            <a:off x="6176772" y="1234440"/>
            <a:ext cx="2718054" cy="96012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a:extLst>
              <a:ext uri="{FF2B5EF4-FFF2-40B4-BE49-F238E27FC236}">
                <a16:creationId xmlns:a16="http://schemas.microsoft.com/office/drawing/2014/main" id="{1AB11D22-CAF2-37CC-E5BA-6B63A5F1DFC3}"/>
              </a:ext>
            </a:extLst>
          </p:cNvPr>
          <p:cNvSpPr txBox="1"/>
          <p:nvPr/>
        </p:nvSpPr>
        <p:spPr>
          <a:xfrm>
            <a:off x="6313932"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C</a:t>
            </a:r>
          </a:p>
        </p:txBody>
      </p:sp>
      <p:sp>
        <p:nvSpPr>
          <p:cNvPr id="40" name="TextBox 39">
            <a:extLst>
              <a:ext uri="{FF2B5EF4-FFF2-40B4-BE49-F238E27FC236}">
                <a16:creationId xmlns:a16="http://schemas.microsoft.com/office/drawing/2014/main" id="{2709E34F-6732-6D6E-5D87-C01B35CFB444}"/>
              </a:ext>
            </a:extLst>
          </p:cNvPr>
          <p:cNvSpPr txBox="1"/>
          <p:nvPr/>
        </p:nvSpPr>
        <p:spPr>
          <a:xfrm>
            <a:off x="7045452"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地球環境問題と</a:t>
            </a:r>
          </a:p>
          <a:p>
            <a:pPr algn="l"/>
            <a:r>
              <a:rPr b="1">
                <a:solidFill>
                  <a:srgbClr val="FFFFFF"/>
                </a:solidFill>
                <a:latin typeface="Yu Gothic"/>
              </a:rPr>
              <a:t>国際的取り組み</a:t>
            </a:r>
          </a:p>
        </p:txBody>
      </p:sp>
      <p:sp>
        <p:nvSpPr>
          <p:cNvPr id="41" name="Rectangle 40">
            <a:extLst>
              <a:ext uri="{FF2B5EF4-FFF2-40B4-BE49-F238E27FC236}">
                <a16:creationId xmlns:a16="http://schemas.microsoft.com/office/drawing/2014/main" id="{B02A6BD7-A4BC-C060-D620-14ADD2AD81FE}"/>
              </a:ext>
            </a:extLst>
          </p:cNvPr>
          <p:cNvSpPr/>
          <p:nvPr/>
        </p:nvSpPr>
        <p:spPr>
          <a:xfrm>
            <a:off x="6286500" y="2359152"/>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2" name="TextBox 41">
            <a:extLst>
              <a:ext uri="{FF2B5EF4-FFF2-40B4-BE49-F238E27FC236}">
                <a16:creationId xmlns:a16="http://schemas.microsoft.com/office/drawing/2014/main" id="{3B1F83A3-AB2A-6020-12E4-65B68E9B0509}"/>
              </a:ext>
            </a:extLst>
          </p:cNvPr>
          <p:cNvSpPr txBox="1"/>
          <p:nvPr/>
        </p:nvSpPr>
        <p:spPr>
          <a:xfrm>
            <a:off x="6396228" y="2432304"/>
            <a:ext cx="777240" cy="276999"/>
          </a:xfrm>
          <a:prstGeom prst="rect">
            <a:avLst/>
          </a:prstGeom>
          <a:noFill/>
        </p:spPr>
        <p:txBody>
          <a:bodyPr wrap="square" lIns="0" tIns="0" rIns="0" bIns="0" anchor="t">
            <a:spAutoFit/>
          </a:bodyPr>
          <a:lstStyle/>
          <a:p>
            <a:pPr algn="l"/>
            <a:r>
              <a:rPr b="1">
                <a:solidFill>
                  <a:srgbClr val="E67E22"/>
                </a:solidFill>
                <a:latin typeface="Yu Gothic"/>
              </a:rPr>
              <a:t>C-1</a:t>
            </a:r>
          </a:p>
        </p:txBody>
      </p:sp>
      <p:sp>
        <p:nvSpPr>
          <p:cNvPr id="43" name="TextBox 42">
            <a:extLst>
              <a:ext uri="{FF2B5EF4-FFF2-40B4-BE49-F238E27FC236}">
                <a16:creationId xmlns:a16="http://schemas.microsoft.com/office/drawing/2014/main" id="{FCFDFCB3-F6F4-54FF-1EB9-AF4CDEC7A5D2}"/>
              </a:ext>
            </a:extLst>
          </p:cNvPr>
          <p:cNvSpPr txBox="1"/>
          <p:nvPr/>
        </p:nvSpPr>
        <p:spPr>
          <a:xfrm>
            <a:off x="6396228"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オゾン層破壊</a:t>
            </a:r>
          </a:p>
        </p:txBody>
      </p:sp>
      <p:sp>
        <p:nvSpPr>
          <p:cNvPr id="44" name="TextBox 43">
            <a:extLst>
              <a:ext uri="{FF2B5EF4-FFF2-40B4-BE49-F238E27FC236}">
                <a16:creationId xmlns:a16="http://schemas.microsoft.com/office/drawing/2014/main" id="{5F57CB2A-315C-4921-4F33-427AE18408E2}"/>
              </a:ext>
            </a:extLst>
          </p:cNvPr>
          <p:cNvSpPr txBox="1"/>
          <p:nvPr/>
        </p:nvSpPr>
        <p:spPr>
          <a:xfrm>
            <a:off x="7045452"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5" name="Rectangle 44">
            <a:extLst>
              <a:ext uri="{FF2B5EF4-FFF2-40B4-BE49-F238E27FC236}">
                <a16:creationId xmlns:a16="http://schemas.microsoft.com/office/drawing/2014/main" id="{DFBA61E6-F654-4EF2-54B6-62D27AC45D78}"/>
              </a:ext>
            </a:extLst>
          </p:cNvPr>
          <p:cNvSpPr/>
          <p:nvPr/>
        </p:nvSpPr>
        <p:spPr>
          <a:xfrm>
            <a:off x="6286500" y="3079699"/>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6" name="TextBox 45">
            <a:extLst>
              <a:ext uri="{FF2B5EF4-FFF2-40B4-BE49-F238E27FC236}">
                <a16:creationId xmlns:a16="http://schemas.microsoft.com/office/drawing/2014/main" id="{B3379A18-90F2-EF62-3651-2FED87CB0FDB}"/>
              </a:ext>
            </a:extLst>
          </p:cNvPr>
          <p:cNvSpPr txBox="1"/>
          <p:nvPr/>
        </p:nvSpPr>
        <p:spPr>
          <a:xfrm>
            <a:off x="6396228" y="3152851"/>
            <a:ext cx="777240" cy="276999"/>
          </a:xfrm>
          <a:prstGeom prst="rect">
            <a:avLst/>
          </a:prstGeom>
          <a:noFill/>
        </p:spPr>
        <p:txBody>
          <a:bodyPr wrap="square" lIns="0" tIns="0" rIns="0" bIns="0" anchor="t">
            <a:spAutoFit/>
          </a:bodyPr>
          <a:lstStyle/>
          <a:p>
            <a:pPr algn="l"/>
            <a:r>
              <a:rPr b="1">
                <a:solidFill>
                  <a:srgbClr val="E67E22"/>
                </a:solidFill>
                <a:latin typeface="Yu Gothic"/>
              </a:rPr>
              <a:t>C-2</a:t>
            </a:r>
          </a:p>
        </p:txBody>
      </p:sp>
      <p:sp>
        <p:nvSpPr>
          <p:cNvPr id="47" name="TextBox 46">
            <a:extLst>
              <a:ext uri="{FF2B5EF4-FFF2-40B4-BE49-F238E27FC236}">
                <a16:creationId xmlns:a16="http://schemas.microsoft.com/office/drawing/2014/main" id="{D3241DE8-95E1-3932-B5C2-195115F93294}"/>
              </a:ext>
            </a:extLst>
          </p:cNvPr>
          <p:cNvSpPr txBox="1"/>
          <p:nvPr/>
        </p:nvSpPr>
        <p:spPr>
          <a:xfrm>
            <a:off x="6396228" y="3445459"/>
            <a:ext cx="2279142" cy="246221"/>
          </a:xfrm>
          <a:prstGeom prst="rect">
            <a:avLst/>
          </a:prstGeom>
          <a:noFill/>
        </p:spPr>
        <p:txBody>
          <a:bodyPr wrap="square" lIns="0" tIns="0" rIns="0" bIns="0" anchor="t">
            <a:spAutoFit/>
          </a:bodyPr>
          <a:lstStyle/>
          <a:p>
            <a:pPr algn="l"/>
            <a:r>
              <a:rPr sz="1600" b="0">
                <a:solidFill>
                  <a:srgbClr val="2C3E50"/>
                </a:solidFill>
                <a:latin typeface="Yu Gothic"/>
              </a:rPr>
              <a:t>地球温暖化</a:t>
            </a:r>
          </a:p>
        </p:txBody>
      </p:sp>
      <p:sp>
        <p:nvSpPr>
          <p:cNvPr id="48" name="TextBox 47">
            <a:extLst>
              <a:ext uri="{FF2B5EF4-FFF2-40B4-BE49-F238E27FC236}">
                <a16:creationId xmlns:a16="http://schemas.microsoft.com/office/drawing/2014/main" id="{19D01997-7765-1915-5EC9-99C070714F06}"/>
              </a:ext>
            </a:extLst>
          </p:cNvPr>
          <p:cNvSpPr txBox="1"/>
          <p:nvPr/>
        </p:nvSpPr>
        <p:spPr>
          <a:xfrm>
            <a:off x="7045452" y="3134563"/>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9" name="Rectangle 48">
            <a:extLst>
              <a:ext uri="{FF2B5EF4-FFF2-40B4-BE49-F238E27FC236}">
                <a16:creationId xmlns:a16="http://schemas.microsoft.com/office/drawing/2014/main" id="{B2784453-5D8A-E324-9A0C-5B19BE7BA639}"/>
              </a:ext>
            </a:extLst>
          </p:cNvPr>
          <p:cNvSpPr/>
          <p:nvPr/>
        </p:nvSpPr>
        <p:spPr>
          <a:xfrm>
            <a:off x="6286500" y="3800246"/>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0" name="TextBox 49">
            <a:extLst>
              <a:ext uri="{FF2B5EF4-FFF2-40B4-BE49-F238E27FC236}">
                <a16:creationId xmlns:a16="http://schemas.microsoft.com/office/drawing/2014/main" id="{F43ED467-8405-05C3-DE7C-9AE860340AE2}"/>
              </a:ext>
            </a:extLst>
          </p:cNvPr>
          <p:cNvSpPr txBox="1"/>
          <p:nvPr/>
        </p:nvSpPr>
        <p:spPr>
          <a:xfrm>
            <a:off x="6396228" y="3873398"/>
            <a:ext cx="777240" cy="276999"/>
          </a:xfrm>
          <a:prstGeom prst="rect">
            <a:avLst/>
          </a:prstGeom>
          <a:noFill/>
        </p:spPr>
        <p:txBody>
          <a:bodyPr wrap="square" lIns="0" tIns="0" rIns="0" bIns="0" anchor="t">
            <a:spAutoFit/>
          </a:bodyPr>
          <a:lstStyle/>
          <a:p>
            <a:pPr algn="l"/>
            <a:r>
              <a:rPr b="1">
                <a:solidFill>
                  <a:srgbClr val="E67E22"/>
                </a:solidFill>
                <a:latin typeface="Yu Gothic"/>
              </a:rPr>
              <a:t>C-3</a:t>
            </a:r>
          </a:p>
        </p:txBody>
      </p:sp>
      <p:sp>
        <p:nvSpPr>
          <p:cNvPr id="51" name="TextBox 50">
            <a:extLst>
              <a:ext uri="{FF2B5EF4-FFF2-40B4-BE49-F238E27FC236}">
                <a16:creationId xmlns:a16="http://schemas.microsoft.com/office/drawing/2014/main" id="{A3276BC5-761C-BCBE-C597-4E9A921FEF62}"/>
              </a:ext>
            </a:extLst>
          </p:cNvPr>
          <p:cNvSpPr txBox="1"/>
          <p:nvPr/>
        </p:nvSpPr>
        <p:spPr>
          <a:xfrm>
            <a:off x="6396228" y="4166006"/>
            <a:ext cx="2279142" cy="246221"/>
          </a:xfrm>
          <a:prstGeom prst="rect">
            <a:avLst/>
          </a:prstGeom>
          <a:noFill/>
        </p:spPr>
        <p:txBody>
          <a:bodyPr wrap="square" lIns="0" tIns="0" rIns="0" bIns="0" anchor="t">
            <a:spAutoFit/>
          </a:bodyPr>
          <a:lstStyle/>
          <a:p>
            <a:pPr algn="l"/>
            <a:r>
              <a:rPr sz="1600" b="0">
                <a:solidFill>
                  <a:srgbClr val="2C3E50"/>
                </a:solidFill>
                <a:latin typeface="Yu Gothic"/>
              </a:rPr>
              <a:t>酸性雨</a:t>
            </a:r>
          </a:p>
        </p:txBody>
      </p:sp>
      <p:sp>
        <p:nvSpPr>
          <p:cNvPr id="52" name="TextBox 51">
            <a:extLst>
              <a:ext uri="{FF2B5EF4-FFF2-40B4-BE49-F238E27FC236}">
                <a16:creationId xmlns:a16="http://schemas.microsoft.com/office/drawing/2014/main" id="{5E4E9297-973F-5F8A-DB8C-4FFBE9E99893}"/>
              </a:ext>
            </a:extLst>
          </p:cNvPr>
          <p:cNvSpPr txBox="1"/>
          <p:nvPr/>
        </p:nvSpPr>
        <p:spPr>
          <a:xfrm>
            <a:off x="7045452" y="3855110"/>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53" name="Rectangle 52">
            <a:extLst>
              <a:ext uri="{FF2B5EF4-FFF2-40B4-BE49-F238E27FC236}">
                <a16:creationId xmlns:a16="http://schemas.microsoft.com/office/drawing/2014/main" id="{B57CB1B8-0BA8-BBD1-103B-1C6F60E1B055}"/>
              </a:ext>
            </a:extLst>
          </p:cNvPr>
          <p:cNvSpPr/>
          <p:nvPr/>
        </p:nvSpPr>
        <p:spPr>
          <a:xfrm>
            <a:off x="6286500" y="4520793"/>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4" name="TextBox 53">
            <a:extLst>
              <a:ext uri="{FF2B5EF4-FFF2-40B4-BE49-F238E27FC236}">
                <a16:creationId xmlns:a16="http://schemas.microsoft.com/office/drawing/2014/main" id="{97D52D31-84DB-307E-2469-F993125924FC}"/>
              </a:ext>
            </a:extLst>
          </p:cNvPr>
          <p:cNvSpPr txBox="1"/>
          <p:nvPr/>
        </p:nvSpPr>
        <p:spPr>
          <a:xfrm>
            <a:off x="6396228" y="4593945"/>
            <a:ext cx="777240" cy="276999"/>
          </a:xfrm>
          <a:prstGeom prst="rect">
            <a:avLst/>
          </a:prstGeom>
          <a:noFill/>
        </p:spPr>
        <p:txBody>
          <a:bodyPr wrap="square" lIns="0" tIns="0" rIns="0" bIns="0" anchor="t">
            <a:spAutoFit/>
          </a:bodyPr>
          <a:lstStyle/>
          <a:p>
            <a:pPr algn="l"/>
            <a:r>
              <a:rPr b="1">
                <a:solidFill>
                  <a:srgbClr val="E67E22"/>
                </a:solidFill>
                <a:latin typeface="Yu Gothic"/>
              </a:rPr>
              <a:t>C-4</a:t>
            </a:r>
          </a:p>
        </p:txBody>
      </p:sp>
      <p:sp>
        <p:nvSpPr>
          <p:cNvPr id="55" name="TextBox 54">
            <a:extLst>
              <a:ext uri="{FF2B5EF4-FFF2-40B4-BE49-F238E27FC236}">
                <a16:creationId xmlns:a16="http://schemas.microsoft.com/office/drawing/2014/main" id="{91C7BA3E-96C5-516E-1410-A284B8E4CD84}"/>
              </a:ext>
            </a:extLst>
          </p:cNvPr>
          <p:cNvSpPr txBox="1"/>
          <p:nvPr/>
        </p:nvSpPr>
        <p:spPr>
          <a:xfrm>
            <a:off x="6396228" y="4886553"/>
            <a:ext cx="2279142" cy="246221"/>
          </a:xfrm>
          <a:prstGeom prst="rect">
            <a:avLst/>
          </a:prstGeom>
          <a:noFill/>
        </p:spPr>
        <p:txBody>
          <a:bodyPr wrap="square" lIns="0" tIns="0" rIns="0" bIns="0" anchor="t">
            <a:spAutoFit/>
          </a:bodyPr>
          <a:lstStyle/>
          <a:p>
            <a:pPr algn="l"/>
            <a:r>
              <a:rPr sz="1600" b="0">
                <a:solidFill>
                  <a:srgbClr val="2C3E50"/>
                </a:solidFill>
                <a:latin typeface="Yu Gothic"/>
              </a:rPr>
              <a:t>海洋汚染・生物多様性</a:t>
            </a:r>
          </a:p>
        </p:txBody>
      </p:sp>
      <p:sp>
        <p:nvSpPr>
          <p:cNvPr id="56" name="Rectangle 55">
            <a:extLst>
              <a:ext uri="{FF2B5EF4-FFF2-40B4-BE49-F238E27FC236}">
                <a16:creationId xmlns:a16="http://schemas.microsoft.com/office/drawing/2014/main" id="{4D6453DE-D786-B9A2-E9D0-35B0AA31ADA7}"/>
              </a:ext>
            </a:extLst>
          </p:cNvPr>
          <p:cNvSpPr/>
          <p:nvPr/>
        </p:nvSpPr>
        <p:spPr>
          <a:xfrm>
            <a:off x="6286500" y="5241340"/>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a:extLst>
              <a:ext uri="{FF2B5EF4-FFF2-40B4-BE49-F238E27FC236}">
                <a16:creationId xmlns:a16="http://schemas.microsoft.com/office/drawing/2014/main" id="{C3A8B0A6-7120-571E-E3B9-A6FBFA1D742A}"/>
              </a:ext>
            </a:extLst>
          </p:cNvPr>
          <p:cNvSpPr txBox="1"/>
          <p:nvPr/>
        </p:nvSpPr>
        <p:spPr>
          <a:xfrm>
            <a:off x="6396228" y="5314492"/>
            <a:ext cx="777240" cy="276999"/>
          </a:xfrm>
          <a:prstGeom prst="rect">
            <a:avLst/>
          </a:prstGeom>
          <a:noFill/>
        </p:spPr>
        <p:txBody>
          <a:bodyPr wrap="square" lIns="0" tIns="0" rIns="0" bIns="0" anchor="t">
            <a:spAutoFit/>
          </a:bodyPr>
          <a:lstStyle/>
          <a:p>
            <a:pPr algn="l"/>
            <a:r>
              <a:rPr b="1">
                <a:solidFill>
                  <a:srgbClr val="E67E22"/>
                </a:solidFill>
                <a:latin typeface="Yu Gothic"/>
              </a:rPr>
              <a:t>C-5</a:t>
            </a:r>
          </a:p>
        </p:txBody>
      </p:sp>
      <p:sp>
        <p:nvSpPr>
          <p:cNvPr id="58" name="TextBox 57">
            <a:extLst>
              <a:ext uri="{FF2B5EF4-FFF2-40B4-BE49-F238E27FC236}">
                <a16:creationId xmlns:a16="http://schemas.microsoft.com/office/drawing/2014/main" id="{32D60879-0DD1-BE48-187D-6FA46FEE6644}"/>
              </a:ext>
            </a:extLst>
          </p:cNvPr>
          <p:cNvSpPr txBox="1"/>
          <p:nvPr/>
        </p:nvSpPr>
        <p:spPr>
          <a:xfrm>
            <a:off x="6396228" y="5607100"/>
            <a:ext cx="2279142" cy="246221"/>
          </a:xfrm>
          <a:prstGeom prst="rect">
            <a:avLst/>
          </a:prstGeom>
          <a:noFill/>
        </p:spPr>
        <p:txBody>
          <a:bodyPr wrap="square" lIns="0" tIns="0" rIns="0" bIns="0" anchor="t">
            <a:spAutoFit/>
          </a:bodyPr>
          <a:lstStyle/>
          <a:p>
            <a:pPr algn="l"/>
            <a:r>
              <a:rPr sz="1600" b="0">
                <a:solidFill>
                  <a:srgbClr val="2C3E50"/>
                </a:solidFill>
                <a:latin typeface="Yu Gothic"/>
              </a:rPr>
              <a:t>公害から環境法へ</a:t>
            </a:r>
          </a:p>
        </p:txBody>
      </p:sp>
      <p:sp>
        <p:nvSpPr>
          <p:cNvPr id="59" name="Rectangle 58">
            <a:extLst>
              <a:ext uri="{FF2B5EF4-FFF2-40B4-BE49-F238E27FC236}">
                <a16:creationId xmlns:a16="http://schemas.microsoft.com/office/drawing/2014/main" id="{C6766EB8-4A19-3EF4-A92A-C2AEE2359FCB}"/>
              </a:ext>
            </a:extLst>
          </p:cNvPr>
          <p:cNvSpPr/>
          <p:nvPr/>
        </p:nvSpPr>
        <p:spPr>
          <a:xfrm>
            <a:off x="9059418" y="1234440"/>
            <a:ext cx="2718054" cy="4892040"/>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0" name="Rectangle 59">
            <a:extLst>
              <a:ext uri="{FF2B5EF4-FFF2-40B4-BE49-F238E27FC236}">
                <a16:creationId xmlns:a16="http://schemas.microsoft.com/office/drawing/2014/main" id="{9D0AB81E-0296-6FC4-8A8D-064D08C6C330}"/>
              </a:ext>
            </a:extLst>
          </p:cNvPr>
          <p:cNvSpPr/>
          <p:nvPr/>
        </p:nvSpPr>
        <p:spPr>
          <a:xfrm>
            <a:off x="9059418" y="1234440"/>
            <a:ext cx="2718054" cy="960120"/>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a:extLst>
              <a:ext uri="{FF2B5EF4-FFF2-40B4-BE49-F238E27FC236}">
                <a16:creationId xmlns:a16="http://schemas.microsoft.com/office/drawing/2014/main" id="{030B7525-8326-4085-E71D-B1134CB81B92}"/>
              </a:ext>
            </a:extLst>
          </p:cNvPr>
          <p:cNvSpPr txBox="1"/>
          <p:nvPr/>
        </p:nvSpPr>
        <p:spPr>
          <a:xfrm>
            <a:off x="9196578"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D</a:t>
            </a:r>
          </a:p>
        </p:txBody>
      </p:sp>
      <p:sp>
        <p:nvSpPr>
          <p:cNvPr id="62" name="TextBox 61">
            <a:extLst>
              <a:ext uri="{FF2B5EF4-FFF2-40B4-BE49-F238E27FC236}">
                <a16:creationId xmlns:a16="http://schemas.microsoft.com/office/drawing/2014/main" id="{DD771E6E-8ED0-2D96-DAB6-870ACC6B836C}"/>
              </a:ext>
            </a:extLst>
          </p:cNvPr>
          <p:cNvSpPr txBox="1"/>
          <p:nvPr/>
        </p:nvSpPr>
        <p:spPr>
          <a:xfrm>
            <a:off x="9928098" y="1299001"/>
            <a:ext cx="1757934" cy="830997"/>
          </a:xfrm>
          <a:prstGeom prst="rect">
            <a:avLst/>
          </a:prstGeom>
          <a:noFill/>
        </p:spPr>
        <p:txBody>
          <a:bodyPr wrap="square" lIns="0" tIns="0" rIns="0" bIns="0" anchor="ctr">
            <a:spAutoFit/>
          </a:bodyPr>
          <a:lstStyle/>
          <a:p>
            <a:pPr algn="l"/>
            <a:r>
              <a:rPr b="1">
                <a:solidFill>
                  <a:srgbClr val="FFFFFF"/>
                </a:solidFill>
                <a:latin typeface="Yu Gothic"/>
              </a:rPr>
              <a:t>環境リスク評価と</a:t>
            </a:r>
          </a:p>
          <a:p>
            <a:pPr algn="l"/>
            <a:r>
              <a:rPr b="1">
                <a:solidFill>
                  <a:srgbClr val="FFFFFF"/>
                </a:solidFill>
                <a:latin typeface="Yu Gothic"/>
              </a:rPr>
              <a:t>リスコミ</a:t>
            </a:r>
          </a:p>
        </p:txBody>
      </p:sp>
      <p:sp>
        <p:nvSpPr>
          <p:cNvPr id="63" name="Rectangle 62">
            <a:extLst>
              <a:ext uri="{FF2B5EF4-FFF2-40B4-BE49-F238E27FC236}">
                <a16:creationId xmlns:a16="http://schemas.microsoft.com/office/drawing/2014/main" id="{B7E18BA6-3F94-79E4-EB11-2A31AAB68A18}"/>
              </a:ext>
            </a:extLst>
          </p:cNvPr>
          <p:cNvSpPr/>
          <p:nvPr/>
        </p:nvSpPr>
        <p:spPr>
          <a:xfrm>
            <a:off x="9169146"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4" name="TextBox 63">
            <a:extLst>
              <a:ext uri="{FF2B5EF4-FFF2-40B4-BE49-F238E27FC236}">
                <a16:creationId xmlns:a16="http://schemas.microsoft.com/office/drawing/2014/main" id="{301D61BD-DCD5-7054-8D4D-A1F75579F9D8}"/>
              </a:ext>
            </a:extLst>
          </p:cNvPr>
          <p:cNvSpPr txBox="1"/>
          <p:nvPr/>
        </p:nvSpPr>
        <p:spPr>
          <a:xfrm>
            <a:off x="9278874" y="2432304"/>
            <a:ext cx="777240" cy="276999"/>
          </a:xfrm>
          <a:prstGeom prst="rect">
            <a:avLst/>
          </a:prstGeom>
          <a:noFill/>
        </p:spPr>
        <p:txBody>
          <a:bodyPr wrap="square" lIns="0" tIns="0" rIns="0" bIns="0" anchor="t">
            <a:spAutoFit/>
          </a:bodyPr>
          <a:lstStyle/>
          <a:p>
            <a:pPr algn="l"/>
            <a:r>
              <a:rPr b="1">
                <a:solidFill>
                  <a:srgbClr val="8E44AD"/>
                </a:solidFill>
                <a:latin typeface="Yu Gothic"/>
              </a:rPr>
              <a:t>D-1</a:t>
            </a:r>
          </a:p>
        </p:txBody>
      </p:sp>
      <p:sp>
        <p:nvSpPr>
          <p:cNvPr id="65" name="TextBox 64">
            <a:extLst>
              <a:ext uri="{FF2B5EF4-FFF2-40B4-BE49-F238E27FC236}">
                <a16:creationId xmlns:a16="http://schemas.microsoft.com/office/drawing/2014/main" id="{F3B49D2E-C8FB-1A01-561A-6E4E57FD06FB}"/>
              </a:ext>
            </a:extLst>
          </p:cNvPr>
          <p:cNvSpPr txBox="1"/>
          <p:nvPr/>
        </p:nvSpPr>
        <p:spPr>
          <a:xfrm>
            <a:off x="9278874"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リスク評価の基本</a:t>
            </a:r>
          </a:p>
        </p:txBody>
      </p:sp>
      <p:sp>
        <p:nvSpPr>
          <p:cNvPr id="66" name="TextBox 65">
            <a:extLst>
              <a:ext uri="{FF2B5EF4-FFF2-40B4-BE49-F238E27FC236}">
                <a16:creationId xmlns:a16="http://schemas.microsoft.com/office/drawing/2014/main" id="{1D9F5E20-9FB1-94E0-2E14-9CB567DBC1FC}"/>
              </a:ext>
            </a:extLst>
          </p:cNvPr>
          <p:cNvSpPr txBox="1"/>
          <p:nvPr/>
        </p:nvSpPr>
        <p:spPr>
          <a:xfrm>
            <a:off x="9928098"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67" name="Rectangle 66">
            <a:extLst>
              <a:ext uri="{FF2B5EF4-FFF2-40B4-BE49-F238E27FC236}">
                <a16:creationId xmlns:a16="http://schemas.microsoft.com/office/drawing/2014/main" id="{31911CBF-9347-D72D-1414-EE732A881F72}"/>
              </a:ext>
            </a:extLst>
          </p:cNvPr>
          <p:cNvSpPr/>
          <p:nvPr/>
        </p:nvSpPr>
        <p:spPr>
          <a:xfrm>
            <a:off x="9169146"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8" name="TextBox 67">
            <a:extLst>
              <a:ext uri="{FF2B5EF4-FFF2-40B4-BE49-F238E27FC236}">
                <a16:creationId xmlns:a16="http://schemas.microsoft.com/office/drawing/2014/main" id="{5124A8FF-D2A9-CFF1-841E-91049B435A20}"/>
              </a:ext>
            </a:extLst>
          </p:cNvPr>
          <p:cNvSpPr txBox="1"/>
          <p:nvPr/>
        </p:nvSpPr>
        <p:spPr>
          <a:xfrm>
            <a:off x="9278874" y="3273552"/>
            <a:ext cx="777240" cy="276999"/>
          </a:xfrm>
          <a:prstGeom prst="rect">
            <a:avLst/>
          </a:prstGeom>
          <a:noFill/>
        </p:spPr>
        <p:txBody>
          <a:bodyPr wrap="square" lIns="0" tIns="0" rIns="0" bIns="0" anchor="t">
            <a:spAutoFit/>
          </a:bodyPr>
          <a:lstStyle/>
          <a:p>
            <a:pPr algn="l"/>
            <a:r>
              <a:rPr b="1">
                <a:solidFill>
                  <a:srgbClr val="8E44AD"/>
                </a:solidFill>
                <a:latin typeface="Yu Gothic"/>
              </a:rPr>
              <a:t>D-2</a:t>
            </a:r>
          </a:p>
        </p:txBody>
      </p:sp>
      <p:sp>
        <p:nvSpPr>
          <p:cNvPr id="69" name="TextBox 68">
            <a:extLst>
              <a:ext uri="{FF2B5EF4-FFF2-40B4-BE49-F238E27FC236}">
                <a16:creationId xmlns:a16="http://schemas.microsoft.com/office/drawing/2014/main" id="{43071774-0EF6-0743-36E5-087C8F0F6AC8}"/>
              </a:ext>
            </a:extLst>
          </p:cNvPr>
          <p:cNvSpPr txBox="1"/>
          <p:nvPr/>
        </p:nvSpPr>
        <p:spPr>
          <a:xfrm>
            <a:off x="9278874"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ADI / VSD / ARfD</a:t>
            </a:r>
          </a:p>
        </p:txBody>
      </p:sp>
      <p:sp>
        <p:nvSpPr>
          <p:cNvPr id="70" name="TextBox 69">
            <a:extLst>
              <a:ext uri="{FF2B5EF4-FFF2-40B4-BE49-F238E27FC236}">
                <a16:creationId xmlns:a16="http://schemas.microsoft.com/office/drawing/2014/main" id="{F0F6B227-B0A8-7A87-8377-567918A8FFC9}"/>
              </a:ext>
            </a:extLst>
          </p:cNvPr>
          <p:cNvSpPr txBox="1"/>
          <p:nvPr/>
        </p:nvSpPr>
        <p:spPr>
          <a:xfrm>
            <a:off x="9928098"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71" name="Rectangle 70">
            <a:extLst>
              <a:ext uri="{FF2B5EF4-FFF2-40B4-BE49-F238E27FC236}">
                <a16:creationId xmlns:a16="http://schemas.microsoft.com/office/drawing/2014/main" id="{9292DB5A-743D-6636-DDB9-68C4C2B948D5}"/>
              </a:ext>
            </a:extLst>
          </p:cNvPr>
          <p:cNvSpPr/>
          <p:nvPr/>
        </p:nvSpPr>
        <p:spPr>
          <a:xfrm>
            <a:off x="9169146"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2" name="TextBox 71">
            <a:extLst>
              <a:ext uri="{FF2B5EF4-FFF2-40B4-BE49-F238E27FC236}">
                <a16:creationId xmlns:a16="http://schemas.microsoft.com/office/drawing/2014/main" id="{EFBF7CAF-9F40-57F8-8DD9-85953A5E521B}"/>
              </a:ext>
            </a:extLst>
          </p:cNvPr>
          <p:cNvSpPr txBox="1"/>
          <p:nvPr/>
        </p:nvSpPr>
        <p:spPr>
          <a:xfrm>
            <a:off x="9278874" y="4114800"/>
            <a:ext cx="777240" cy="276999"/>
          </a:xfrm>
          <a:prstGeom prst="rect">
            <a:avLst/>
          </a:prstGeom>
          <a:noFill/>
        </p:spPr>
        <p:txBody>
          <a:bodyPr wrap="square" lIns="0" tIns="0" rIns="0" bIns="0" anchor="t">
            <a:spAutoFit/>
          </a:bodyPr>
          <a:lstStyle/>
          <a:p>
            <a:pPr algn="l"/>
            <a:r>
              <a:rPr b="1">
                <a:solidFill>
                  <a:srgbClr val="8E44AD"/>
                </a:solidFill>
                <a:latin typeface="Yu Gothic"/>
              </a:rPr>
              <a:t>D-3</a:t>
            </a:r>
          </a:p>
        </p:txBody>
      </p:sp>
      <p:sp>
        <p:nvSpPr>
          <p:cNvPr id="73" name="TextBox 72">
            <a:extLst>
              <a:ext uri="{FF2B5EF4-FFF2-40B4-BE49-F238E27FC236}">
                <a16:creationId xmlns:a16="http://schemas.microsoft.com/office/drawing/2014/main" id="{BEB8DD5F-863B-398F-A29D-7AB8E75B897E}"/>
              </a:ext>
            </a:extLst>
          </p:cNvPr>
          <p:cNvSpPr txBox="1"/>
          <p:nvPr/>
        </p:nvSpPr>
        <p:spPr>
          <a:xfrm>
            <a:off x="9278874" y="4407408"/>
            <a:ext cx="2628900" cy="279400"/>
          </a:xfrm>
          <a:prstGeom prst="rect">
            <a:avLst/>
          </a:prstGeom>
          <a:noFill/>
        </p:spPr>
        <p:txBody>
          <a:bodyPr wrap="square" lIns="0" tIns="0" rIns="0" bIns="0" anchor="t">
            <a:spAutoFit/>
          </a:bodyPr>
          <a:lstStyle/>
          <a:p>
            <a:pPr algn="l"/>
            <a:r>
              <a:rPr sz="1600" b="0">
                <a:solidFill>
                  <a:srgbClr val="2C3E50"/>
                </a:solidFill>
                <a:latin typeface="Yu Gothic"/>
              </a:rPr>
              <a:t>リスクコミュニケーション</a:t>
            </a:r>
          </a:p>
        </p:txBody>
      </p:sp>
    </p:spTree>
    <p:extLst>
      <p:ext uri="{BB962C8B-B14F-4D97-AF65-F5344CB8AC3E}">
        <p14:creationId xmlns:p14="http://schemas.microsoft.com/office/powerpoint/2010/main" val="2386008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5276"/>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5276"/>
          </a:solidFill>
          <a:ln/>
        </p:spPr>
        <p:txBody>
          <a:bodyPr/>
          <a:lstStyle/>
          <a:p>
            <a:endParaRPr lang="ja-JP" altLang="en-US"/>
          </a:p>
        </p:txBody>
      </p:sp>
      <p:sp>
        <p:nvSpPr>
          <p:cNvPr id="3" name="Text 1"/>
          <p:cNvSpPr/>
          <p:nvPr/>
        </p:nvSpPr>
        <p:spPr>
          <a:xfrm>
            <a:off x="0" y="1554480"/>
            <a:ext cx="12188952" cy="365760"/>
          </a:xfrm>
          <a:prstGeom prst="rect">
            <a:avLst/>
          </a:prstGeom>
          <a:noFill/>
          <a:ln/>
        </p:spPr>
        <p:txBody>
          <a:bodyPr wrap="square" rtlCol="0" anchor="ctr"/>
          <a:lstStyle/>
          <a:p>
            <a:pPr marL="0" indent="0" algn="ctr">
              <a:buNone/>
            </a:pPr>
            <a:r>
              <a:rPr lang="en-US" sz="1200" kern="0" spc="800" dirty="0">
                <a:solidFill>
                  <a:srgbClr val="AABEC9"/>
                </a:solidFill>
                <a:latin typeface="Meiryo" pitchFamily="34" charset="0"/>
                <a:ea typeface="Meiryo" pitchFamily="34" charset="-122"/>
                <a:cs typeface="Meiryo" pitchFamily="34" charset="-120"/>
              </a:rPr>
              <a:t>SECTION A</a:t>
            </a:r>
            <a:endParaRPr lang="en-US" sz="1200" dirty="0"/>
          </a:p>
        </p:txBody>
      </p:sp>
      <p:sp>
        <p:nvSpPr>
          <p:cNvPr id="4" name="Text 2"/>
          <p:cNvSpPr/>
          <p:nvPr/>
        </p:nvSpPr>
        <p:spPr>
          <a:xfrm>
            <a:off x="0" y="1828800"/>
            <a:ext cx="12188952" cy="1645920"/>
          </a:xfrm>
          <a:prstGeom prst="rect">
            <a:avLst/>
          </a:prstGeom>
          <a:noFill/>
          <a:ln/>
        </p:spPr>
        <p:txBody>
          <a:bodyPr wrap="square" rtlCol="0" anchor="ctr"/>
          <a:lstStyle/>
          <a:p>
            <a:pPr marL="0" indent="0" algn="ctr">
              <a:buNone/>
            </a:pPr>
            <a:r>
              <a:rPr lang="en-US" sz="10000" dirty="0">
                <a:solidFill>
                  <a:srgbClr val="DBE4EE">
                    <a:alpha val="30000"/>
                  </a:srgbClr>
                </a:solidFill>
                <a:latin typeface="Georgia" pitchFamily="34" charset="0"/>
                <a:ea typeface="Georgia" pitchFamily="34" charset="-122"/>
                <a:cs typeface="Georgia" pitchFamily="34" charset="-120"/>
              </a:rPr>
              <a:t>A</a:t>
            </a:r>
            <a:endParaRPr lang="en-US" sz="10000" dirty="0"/>
          </a:p>
        </p:txBody>
      </p:sp>
      <p:sp>
        <p:nvSpPr>
          <p:cNvPr id="5" name="Text 3"/>
          <p:cNvSpPr/>
          <p:nvPr/>
        </p:nvSpPr>
        <p:spPr>
          <a:xfrm>
            <a:off x="0" y="3657600"/>
            <a:ext cx="12188952" cy="822960"/>
          </a:xfrm>
          <a:prstGeom prst="rect">
            <a:avLst/>
          </a:prstGeom>
          <a:noFill/>
          <a:ln/>
        </p:spPr>
        <p:txBody>
          <a:bodyPr wrap="square" rtlCol="0" anchor="ctr"/>
          <a:lstStyle/>
          <a:p>
            <a:pPr marL="0" indent="0" algn="ctr">
              <a:buNone/>
            </a:pPr>
            <a:r>
              <a:rPr lang="en-US" sz="3600" b="1" dirty="0">
                <a:solidFill>
                  <a:srgbClr val="FFFFFF"/>
                </a:solidFill>
                <a:latin typeface="Meiryo" pitchFamily="34" charset="0"/>
                <a:ea typeface="Meiryo" pitchFamily="34" charset="-122"/>
                <a:cs typeface="Meiryo" pitchFamily="34" charset="-120"/>
              </a:rPr>
              <a:t>地球環境と生態系</a:t>
            </a:r>
            <a:endParaRPr lang="en-US" sz="3600" dirty="0"/>
          </a:p>
        </p:txBody>
      </p:sp>
      <p:sp>
        <p:nvSpPr>
          <p:cNvPr id="6" name="Text 4"/>
          <p:cNvSpPr/>
          <p:nvPr/>
        </p:nvSpPr>
        <p:spPr>
          <a:xfrm>
            <a:off x="0" y="4572000"/>
            <a:ext cx="12188952" cy="640080"/>
          </a:xfrm>
          <a:prstGeom prst="rect">
            <a:avLst/>
          </a:prstGeom>
          <a:noFill/>
          <a:ln/>
        </p:spPr>
        <p:txBody>
          <a:bodyPr wrap="square" rtlCol="0" anchor="ctr"/>
          <a:lstStyle/>
          <a:p>
            <a:pPr marL="0" indent="0" algn="ctr">
              <a:buNone/>
            </a:pPr>
            <a:r>
              <a:rPr lang="en-US" sz="1400" dirty="0">
                <a:solidFill>
                  <a:srgbClr val="DBE4EE"/>
                </a:solidFill>
                <a:latin typeface="Meiryo" pitchFamily="34" charset="0"/>
                <a:ea typeface="Meiryo" pitchFamily="34" charset="-122"/>
                <a:cs typeface="Meiryo" pitchFamily="34" charset="-120"/>
              </a:rPr>
              <a:t>四つの圏 — 生態系の構造 — 物質の循環</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わたしたちが立っている惑星</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640080" y="1097280"/>
            <a:ext cx="4114800" cy="4114800"/>
          </a:xfrm>
          <a:prstGeom prst="rect">
            <a:avLst/>
          </a:prstGeom>
        </p:spPr>
      </p:pic>
      <p:sp>
        <p:nvSpPr>
          <p:cNvPr id="5" name="Text 2"/>
          <p:cNvSpPr/>
          <p:nvPr/>
        </p:nvSpPr>
        <p:spPr>
          <a:xfrm>
            <a:off x="411480" y="5550408"/>
            <a:ext cx="4572000" cy="228600"/>
          </a:xfrm>
          <a:prstGeom prst="rect">
            <a:avLst/>
          </a:prstGeom>
          <a:noFill/>
          <a:ln/>
        </p:spPr>
        <p:txBody>
          <a:bodyPr wrap="square" rtlCol="0" anchor="ctr"/>
          <a:lstStyle/>
          <a:p>
            <a:pPr marL="0" indent="0" algn="r">
              <a:buNone/>
            </a:pPr>
            <a:r>
              <a:rPr lang="en-US" sz="800" i="1" dirty="0">
                <a:solidFill>
                  <a:srgbClr val="85929E"/>
                </a:solidFill>
                <a:latin typeface="Meiryo" pitchFamily="34" charset="0"/>
                <a:ea typeface="Meiryo" pitchFamily="34" charset="-122"/>
                <a:cs typeface="Meiryo" pitchFamily="34" charset="-120"/>
              </a:rPr>
              <a:t>出典: NASA Earth Observatory "Blue Marble" / Public Domain</a:t>
            </a:r>
            <a:endParaRPr lang="en-US" sz="800" dirty="0"/>
          </a:p>
        </p:txBody>
      </p:sp>
      <p:sp>
        <p:nvSpPr>
          <p:cNvPr id="6" name="Text 3"/>
          <p:cNvSpPr/>
          <p:nvPr/>
        </p:nvSpPr>
        <p:spPr>
          <a:xfrm>
            <a:off x="5440680" y="1097280"/>
            <a:ext cx="6336792" cy="2286000"/>
          </a:xfrm>
          <a:prstGeom prst="rect">
            <a:avLst/>
          </a:prstGeom>
          <a:noFill/>
          <a:ln/>
        </p:spPr>
        <p:txBody>
          <a:bodyPr wrap="square" rtlCol="0" anchor="t"/>
          <a:lstStyle/>
          <a:p>
            <a:pPr marL="0" indent="0" algn="l">
              <a:lnSpc>
                <a:spcPct val="150000"/>
              </a:lnSpc>
              <a:spcAft>
                <a:spcPts val="400"/>
              </a:spcAft>
              <a:buNone/>
            </a:pPr>
            <a:r>
              <a:rPr lang="en-US" sz="2000" dirty="0">
                <a:solidFill>
                  <a:srgbClr val="2C3E50"/>
                </a:solidFill>
                <a:latin typeface="Meiryo" pitchFamily="34" charset="0"/>
                <a:ea typeface="Meiryo" pitchFamily="34" charset="-122"/>
                <a:cs typeface="Meiryo" pitchFamily="34" charset="-120"/>
              </a:rPr>
              <a:t>地球の直径は約 </a:t>
            </a:r>
            <a:r>
              <a:rPr lang="en-US" sz="2000" b="1" dirty="0">
                <a:solidFill>
                  <a:srgbClr val="1A5276"/>
                </a:solidFill>
                <a:latin typeface="Meiryo" pitchFamily="34" charset="0"/>
                <a:ea typeface="Meiryo" pitchFamily="34" charset="-122"/>
                <a:cs typeface="Meiryo" pitchFamily="34" charset="-120"/>
              </a:rPr>
              <a:t>12,742 km</a:t>
            </a:r>
            <a:r>
              <a:rPr lang="en-US" sz="2000" dirty="0">
                <a:solidFill>
                  <a:srgbClr val="2C3E50"/>
                </a:solidFill>
                <a:latin typeface="Meiryo" pitchFamily="34" charset="0"/>
                <a:ea typeface="Meiryo" pitchFamily="34" charset="-122"/>
                <a:cs typeface="Meiryo" pitchFamily="34" charset="-120"/>
              </a:rPr>
              <a:t>。しかし、生命が存在できる「</a:t>
            </a:r>
            <a:r>
              <a:rPr lang="en-US" sz="2000" b="1" dirty="0">
                <a:solidFill>
                  <a:srgbClr val="C0392B"/>
                </a:solidFill>
                <a:latin typeface="Meiryo" pitchFamily="34" charset="0"/>
                <a:ea typeface="Meiryo" pitchFamily="34" charset="-122"/>
                <a:cs typeface="Meiryo" pitchFamily="34" charset="-120"/>
              </a:rPr>
              <a:t>生物圏</a:t>
            </a:r>
            <a:r>
              <a:rPr lang="en-US" sz="2000" dirty="0">
                <a:solidFill>
                  <a:srgbClr val="2C3E50"/>
                </a:solidFill>
                <a:latin typeface="Meiryo" pitchFamily="34" charset="0"/>
                <a:ea typeface="Meiryo" pitchFamily="34" charset="-122"/>
                <a:cs typeface="Meiryo" pitchFamily="34" charset="-120"/>
              </a:rPr>
              <a:t>」は深海最深部からエベレスト山頂までのわずか </a:t>
            </a:r>
            <a:r>
              <a:rPr lang="en-US" sz="2000" b="1" dirty="0">
                <a:solidFill>
                  <a:srgbClr val="1A5276"/>
                </a:solidFill>
                <a:latin typeface="Meiryo" pitchFamily="34" charset="0"/>
                <a:ea typeface="Meiryo" pitchFamily="34" charset="-122"/>
                <a:cs typeface="Meiryo" pitchFamily="34" charset="-120"/>
              </a:rPr>
              <a:t>約20 km</a:t>
            </a:r>
            <a:r>
              <a:rPr lang="en-US" sz="2000" dirty="0">
                <a:solidFill>
                  <a:srgbClr val="2C3E50"/>
                </a:solidFill>
                <a:latin typeface="Meiryo" pitchFamily="34" charset="0"/>
                <a:ea typeface="Meiryo" pitchFamily="34" charset="-122"/>
                <a:cs typeface="Meiryo" pitchFamily="34" charset="-120"/>
              </a:rPr>
              <a:t> ─ リンゴで言えば「皮の厚さ」ほどに過ぎません。</a:t>
            </a:r>
            <a:endParaRPr lang="en-US" sz="2000" dirty="0"/>
          </a:p>
        </p:txBody>
      </p:sp>
      <p:sp>
        <p:nvSpPr>
          <p:cNvPr id="7" name="Shape 4"/>
          <p:cNvSpPr/>
          <p:nvPr/>
        </p:nvSpPr>
        <p:spPr>
          <a:xfrm>
            <a:off x="5440680" y="3657600"/>
            <a:ext cx="6336792" cy="1645920"/>
          </a:xfrm>
          <a:prstGeom prst="rect">
            <a:avLst/>
          </a:prstGeom>
          <a:solidFill>
            <a:srgbClr val="EAF2F8"/>
          </a:solidFill>
          <a:ln/>
        </p:spPr>
        <p:txBody>
          <a:bodyPr/>
          <a:lstStyle/>
          <a:p>
            <a:endParaRPr lang="ja-JP" altLang="en-US"/>
          </a:p>
        </p:txBody>
      </p:sp>
      <p:sp>
        <p:nvSpPr>
          <p:cNvPr id="8" name="Shape 5"/>
          <p:cNvSpPr/>
          <p:nvPr/>
        </p:nvSpPr>
        <p:spPr>
          <a:xfrm>
            <a:off x="5440680" y="3657600"/>
            <a:ext cx="64008" cy="1645920"/>
          </a:xfrm>
          <a:prstGeom prst="rect">
            <a:avLst/>
          </a:prstGeom>
          <a:solidFill>
            <a:srgbClr val="2980B9"/>
          </a:solidFill>
          <a:ln/>
        </p:spPr>
        <p:txBody>
          <a:bodyPr/>
          <a:lstStyle/>
          <a:p>
            <a:endParaRPr lang="ja-JP" altLang="en-US"/>
          </a:p>
        </p:txBody>
      </p:sp>
      <p:sp>
        <p:nvSpPr>
          <p:cNvPr id="9" name="Text 6"/>
          <p:cNvSpPr/>
          <p:nvPr/>
        </p:nvSpPr>
        <p:spPr>
          <a:xfrm>
            <a:off x="5605272" y="3712464"/>
            <a:ext cx="6062472" cy="292608"/>
          </a:xfrm>
          <a:prstGeom prst="rect">
            <a:avLst/>
          </a:prstGeom>
          <a:noFill/>
          <a:ln/>
        </p:spPr>
        <p:txBody>
          <a:bodyPr wrap="square" rtlCol="0" anchor="ctr"/>
          <a:lstStyle/>
          <a:p>
            <a:pPr marL="0" indent="0">
              <a:buNone/>
            </a:pPr>
            <a:r>
              <a:rPr lang="en-US" sz="1100" b="1" dirty="0">
                <a:solidFill>
                  <a:srgbClr val="2980B9"/>
                </a:solidFill>
                <a:latin typeface="Meiryo" pitchFamily="34" charset="0"/>
                <a:ea typeface="Meiryo" pitchFamily="34" charset="-122"/>
                <a:cs typeface="Meiryo" pitchFamily="34" charset="-120"/>
              </a:rPr>
              <a:t>本日のキーアイデア</a:t>
            </a:r>
            <a:endParaRPr lang="en-US" sz="1100" dirty="0"/>
          </a:p>
        </p:txBody>
      </p:sp>
      <p:sp>
        <p:nvSpPr>
          <p:cNvPr id="10" name="Text 7"/>
          <p:cNvSpPr/>
          <p:nvPr/>
        </p:nvSpPr>
        <p:spPr>
          <a:xfrm>
            <a:off x="5605272" y="3995928"/>
            <a:ext cx="6062472" cy="126187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この薄い生物圏の中で、化学物質は</a:t>
            </a:r>
            <a:r>
              <a:rPr lang="en-US" sz="2000" b="1" dirty="0">
                <a:solidFill>
                  <a:srgbClr val="1A5276"/>
                </a:solidFill>
                <a:latin typeface="Meiryo" pitchFamily="34" charset="0"/>
                <a:ea typeface="Meiryo" pitchFamily="34" charset="-122"/>
                <a:cs typeface="Meiryo" pitchFamily="34" charset="-120"/>
              </a:rPr>
              <a:t>循環</a:t>
            </a:r>
            <a:r>
              <a:rPr lang="en-US" sz="2000" dirty="0">
                <a:solidFill>
                  <a:srgbClr val="2C3E50"/>
                </a:solidFill>
                <a:latin typeface="Meiryo" pitchFamily="34" charset="0"/>
                <a:ea typeface="Meiryo" pitchFamily="34" charset="-122"/>
                <a:cs typeface="Meiryo" pitchFamily="34" charset="-120"/>
              </a:rPr>
              <a:t>し、</a:t>
            </a:r>
            <a:r>
              <a:rPr lang="en-US" sz="2000" b="1" dirty="0">
                <a:solidFill>
                  <a:srgbClr val="1A5276"/>
                </a:solidFill>
                <a:latin typeface="Meiryo" pitchFamily="34" charset="0"/>
                <a:ea typeface="Meiryo" pitchFamily="34" charset="-122"/>
                <a:cs typeface="Meiryo" pitchFamily="34" charset="-120"/>
              </a:rPr>
              <a:t>濃縮</a:t>
            </a:r>
            <a:r>
              <a:rPr lang="en-US" sz="2000" dirty="0">
                <a:solidFill>
                  <a:srgbClr val="2C3E50"/>
                </a:solidFill>
                <a:latin typeface="Meiryo" pitchFamily="34" charset="0"/>
                <a:ea typeface="Meiryo" pitchFamily="34" charset="-122"/>
                <a:cs typeface="Meiryo" pitchFamily="34" charset="-120"/>
              </a:rPr>
              <a:t>し、最終的に人の</a:t>
            </a:r>
            <a:r>
              <a:rPr lang="en-US" sz="2000" b="1" dirty="0">
                <a:solidFill>
                  <a:srgbClr val="1A5276"/>
                </a:solidFill>
                <a:latin typeface="Meiryo" pitchFamily="34" charset="0"/>
                <a:ea typeface="Meiryo" pitchFamily="34" charset="-122"/>
                <a:cs typeface="Meiryo" pitchFamily="34" charset="-120"/>
              </a:rPr>
              <a:t>健康</a:t>
            </a:r>
            <a:r>
              <a:rPr lang="en-US" sz="2000" dirty="0">
                <a:solidFill>
                  <a:srgbClr val="2C3E50"/>
                </a:solidFill>
                <a:latin typeface="Meiryo" pitchFamily="34" charset="0"/>
                <a:ea typeface="Meiryo" pitchFamily="34" charset="-122"/>
                <a:cs typeface="Meiryo" pitchFamily="34" charset="-120"/>
              </a:rPr>
              <a:t>に戻ってくる。</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A-1. 地圏（lithosphere）</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11480" y="1160246"/>
            <a:ext cx="5029200" cy="3988868"/>
          </a:xfrm>
          <a:prstGeom prst="rect">
            <a:avLst/>
          </a:prstGeom>
        </p:spPr>
      </p:pic>
      <p:sp>
        <p:nvSpPr>
          <p:cNvPr id="5" name="Text 2"/>
          <p:cNvSpPr/>
          <p:nvPr/>
        </p:nvSpPr>
        <p:spPr>
          <a:xfrm>
            <a:off x="411480" y="5303520"/>
            <a:ext cx="5029200"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図Ⅵ-1-1 地球の構造</a:t>
            </a:r>
            <a:endParaRPr lang="en-US" sz="1000" dirty="0"/>
          </a:p>
        </p:txBody>
      </p:sp>
      <p:sp>
        <p:nvSpPr>
          <p:cNvPr id="6" name="Text 3"/>
          <p:cNvSpPr/>
          <p:nvPr/>
        </p:nvSpPr>
        <p:spPr>
          <a:xfrm>
            <a:off x="411480" y="5550408"/>
            <a:ext cx="5029200" cy="228600"/>
          </a:xfrm>
          <a:prstGeom prst="rect">
            <a:avLst/>
          </a:prstGeom>
          <a:noFill/>
          <a:ln/>
        </p:spPr>
        <p:txBody>
          <a:bodyPr wrap="square" rtlCol="0" anchor="ctr"/>
          <a:lstStyle/>
          <a:p>
            <a:pPr marL="0" indent="0" algn="r">
              <a:buNone/>
            </a:pPr>
            <a:r>
              <a:rPr lang="en-US" sz="800" i="1" dirty="0">
                <a:solidFill>
                  <a:srgbClr val="85929E"/>
                </a:solidFill>
                <a:latin typeface="Meiryo" pitchFamily="34" charset="0"/>
                <a:ea typeface="Meiryo" pitchFamily="34" charset="-122"/>
                <a:cs typeface="Meiryo" pitchFamily="34" charset="-120"/>
              </a:rPr>
              <a:t>教科書 第VI部 第1章</a:t>
            </a:r>
            <a:endParaRPr lang="en-US" sz="800" dirty="0"/>
          </a:p>
        </p:txBody>
      </p:sp>
      <p:sp>
        <p:nvSpPr>
          <p:cNvPr id="7" name="Text 4"/>
          <p:cNvSpPr/>
          <p:nvPr/>
        </p:nvSpPr>
        <p:spPr>
          <a:xfrm>
            <a:off x="5897880" y="1097280"/>
            <a:ext cx="5879592" cy="457200"/>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地球は</a:t>
            </a:r>
            <a:r>
              <a:rPr lang="en-US" b="1" dirty="0">
                <a:solidFill>
                  <a:srgbClr val="1A5276"/>
                </a:solidFill>
                <a:latin typeface="Meiryo" pitchFamily="34" charset="0"/>
                <a:ea typeface="Meiryo" pitchFamily="34" charset="-122"/>
                <a:cs typeface="Meiryo" pitchFamily="34" charset="-120"/>
              </a:rPr>
              <a:t>核 → マントル → 地殻</a:t>
            </a:r>
            <a:r>
              <a:rPr lang="en-US" dirty="0">
                <a:solidFill>
                  <a:srgbClr val="2C3E50"/>
                </a:solidFill>
                <a:latin typeface="Meiryo" pitchFamily="34" charset="0"/>
                <a:ea typeface="Meiryo" pitchFamily="34" charset="-122"/>
                <a:cs typeface="Meiryo" pitchFamily="34" charset="-120"/>
              </a:rPr>
              <a:t>の3層構造。</a:t>
            </a:r>
            <a:endParaRPr lang="en-US" dirty="0"/>
          </a:p>
        </p:txBody>
      </p:sp>
      <p:sp>
        <p:nvSpPr>
          <p:cNvPr id="8" name="Text 5"/>
          <p:cNvSpPr/>
          <p:nvPr/>
        </p:nvSpPr>
        <p:spPr>
          <a:xfrm>
            <a:off x="5897880" y="1645920"/>
            <a:ext cx="5879592" cy="914400"/>
          </a:xfrm>
          <a:prstGeom prst="rect">
            <a:avLst/>
          </a:prstGeom>
          <a:noFill/>
          <a:ln/>
        </p:spPr>
        <p:txBody>
          <a:bodyPr wrap="square" rtlCol="0" anchor="t"/>
          <a:lstStyle/>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地殻の厚さ: 大陸 30〜50 km / 海洋 5〜10 km</a:t>
            </a:r>
            <a:endParaRPr lang="en-US" dirty="0"/>
          </a:p>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人間が触れているのは地殻のごく表層のみ</a:t>
            </a:r>
            <a:endParaRPr lang="en-US" dirty="0"/>
          </a:p>
        </p:txBody>
      </p:sp>
      <p:graphicFrame>
        <p:nvGraphicFramePr>
          <p:cNvPr id="11" name="Table 0"/>
          <p:cNvGraphicFramePr>
            <a:graphicFrameLocks noGrp="1"/>
          </p:cNvGraphicFramePr>
          <p:nvPr>
            <p:extLst>
              <p:ext uri="{D42A27DB-BD31-4B8C-83A1-F6EECF244321}">
                <p14:modId xmlns:p14="http://schemas.microsoft.com/office/powerpoint/2010/main" val="279115608"/>
              </p:ext>
            </p:extLst>
          </p:nvPr>
        </p:nvGraphicFramePr>
        <p:xfrm>
          <a:off x="5897880" y="2743199"/>
          <a:ext cx="5879592" cy="3704898"/>
        </p:xfrm>
        <a:graphic>
          <a:graphicData uri="http://schemas.openxmlformats.org/drawingml/2006/table">
            <a:tbl>
              <a:tblPr/>
              <a:tblGrid>
                <a:gridCol w="2939796">
                  <a:extLst>
                    <a:ext uri="{9D8B030D-6E8A-4147-A177-3AD203B41FA5}">
                      <a16:colId xmlns:a16="http://schemas.microsoft.com/office/drawing/2014/main" val="20000"/>
                    </a:ext>
                  </a:extLst>
                </a:gridCol>
                <a:gridCol w="2939796">
                  <a:extLst>
                    <a:ext uri="{9D8B030D-6E8A-4147-A177-3AD203B41FA5}">
                      <a16:colId xmlns:a16="http://schemas.microsoft.com/office/drawing/2014/main" val="20001"/>
                    </a:ext>
                  </a:extLst>
                </a:gridCol>
              </a:tblGrid>
              <a:tr h="617483">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地殻の主要構成元素</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存在比 (%)</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617483">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酸素 (O)</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r">
                        <a:buNone/>
                      </a:pPr>
                      <a:r>
                        <a:rPr lang="en-US" sz="2000" dirty="0">
                          <a:solidFill>
                            <a:srgbClr val="2C3E50"/>
                          </a:solidFill>
                          <a:latin typeface="Meiryo" pitchFamily="34" charset="0"/>
                          <a:ea typeface="Meiryo" pitchFamily="34" charset="-122"/>
                          <a:cs typeface="Meiryo" pitchFamily="34" charset="-120"/>
                        </a:rPr>
                        <a:t>46.6</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7483">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ケイ素 (Si)</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r">
                        <a:buNone/>
                      </a:pPr>
                      <a:r>
                        <a:rPr lang="en-US" sz="2000" dirty="0">
                          <a:solidFill>
                            <a:srgbClr val="2C3E50"/>
                          </a:solidFill>
                          <a:latin typeface="Meiryo" pitchFamily="34" charset="0"/>
                          <a:ea typeface="Meiryo" pitchFamily="34" charset="-122"/>
                          <a:cs typeface="Meiryo" pitchFamily="34" charset="-120"/>
                        </a:rPr>
                        <a:t>27.7</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617483">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アルミニウム (Al)</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r">
                        <a:buNone/>
                      </a:pPr>
                      <a:r>
                        <a:rPr lang="en-US" sz="2000" dirty="0">
                          <a:solidFill>
                            <a:srgbClr val="2C3E50"/>
                          </a:solidFill>
                          <a:latin typeface="Meiryo" pitchFamily="34" charset="0"/>
                          <a:ea typeface="Meiryo" pitchFamily="34" charset="-122"/>
                          <a:cs typeface="Meiryo" pitchFamily="34" charset="-120"/>
                        </a:rPr>
                        <a:t>8.1</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7483">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鉄 (Fe)</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r">
                        <a:buNone/>
                      </a:pPr>
                      <a:r>
                        <a:rPr lang="en-US" sz="2000" dirty="0">
                          <a:solidFill>
                            <a:srgbClr val="2C3E50"/>
                          </a:solidFill>
                          <a:latin typeface="Meiryo" pitchFamily="34" charset="0"/>
                          <a:ea typeface="Meiryo" pitchFamily="34" charset="-122"/>
                          <a:cs typeface="Meiryo" pitchFamily="34" charset="-120"/>
                        </a:rPr>
                        <a:t>5.0</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r h="617483">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カルシウム (Ca)</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r">
                        <a:buNone/>
                      </a:pPr>
                      <a:r>
                        <a:rPr lang="en-US" sz="2000" dirty="0">
                          <a:solidFill>
                            <a:srgbClr val="2C3E50"/>
                          </a:solidFill>
                          <a:latin typeface="Meiryo" pitchFamily="34" charset="0"/>
                          <a:ea typeface="Meiryo" pitchFamily="34" charset="-122"/>
                          <a:cs typeface="Meiryo" pitchFamily="34" charset="-120"/>
                        </a:rPr>
                        <a:t>3.6</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A-1. 水圏（hydrosphere）</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graphicFrame>
        <p:nvGraphicFramePr>
          <p:cNvPr id="12" name="Table 0"/>
          <p:cNvGraphicFramePr>
            <a:graphicFrameLocks noGrp="1"/>
          </p:cNvGraphicFramePr>
          <p:nvPr>
            <p:extLst>
              <p:ext uri="{D42A27DB-BD31-4B8C-83A1-F6EECF244321}">
                <p14:modId xmlns:p14="http://schemas.microsoft.com/office/powerpoint/2010/main" val="3947506949"/>
              </p:ext>
            </p:extLst>
          </p:nvPr>
        </p:nvGraphicFramePr>
        <p:xfrm>
          <a:off x="411480" y="1097279"/>
          <a:ext cx="5943600" cy="3443190"/>
        </p:xfrm>
        <a:graphic>
          <a:graphicData uri="http://schemas.openxmlformats.org/drawingml/2006/table">
            <a:tbl>
              <a:tblPr/>
              <a:tblGrid>
                <a:gridCol w="19812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tblGrid>
              <a:tr h="573865">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区分</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存在比</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滞留時間</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573865">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海水</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r">
                        <a:buNone/>
                      </a:pPr>
                      <a:r>
                        <a:rPr lang="en-US" sz="2000" dirty="0">
                          <a:solidFill>
                            <a:srgbClr val="2C3E50"/>
                          </a:solidFill>
                          <a:latin typeface="Meiryo" pitchFamily="34" charset="0"/>
                          <a:ea typeface="Meiryo" pitchFamily="34" charset="-122"/>
                          <a:cs typeface="Meiryo" pitchFamily="34" charset="-120"/>
                        </a:rPr>
                        <a:t>97.5%</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r">
                        <a:buNone/>
                      </a:pPr>
                      <a:r>
                        <a:rPr lang="en-US" sz="2000" dirty="0">
                          <a:solidFill>
                            <a:srgbClr val="2C3E50"/>
                          </a:solidFill>
                          <a:latin typeface="Meiryo" pitchFamily="34" charset="0"/>
                          <a:ea typeface="Meiryo" pitchFamily="34" charset="-122"/>
                          <a:cs typeface="Meiryo" pitchFamily="34" charset="-120"/>
                        </a:rPr>
                        <a:t>約3,200年</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3865">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氷河・氷床</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r">
                        <a:buNone/>
                      </a:pPr>
                      <a:r>
                        <a:rPr lang="en-US" sz="2000" dirty="0">
                          <a:solidFill>
                            <a:srgbClr val="2C3E50"/>
                          </a:solidFill>
                          <a:latin typeface="Meiryo" pitchFamily="34" charset="0"/>
                          <a:ea typeface="Meiryo" pitchFamily="34" charset="-122"/>
                          <a:cs typeface="Meiryo" pitchFamily="34" charset="-120"/>
                        </a:rPr>
                        <a:t>1.76%</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r">
                        <a:buNone/>
                      </a:pPr>
                      <a:r>
                        <a:rPr lang="en-US" sz="2000" dirty="0">
                          <a:solidFill>
                            <a:srgbClr val="2C3E50"/>
                          </a:solidFill>
                          <a:latin typeface="Meiryo" pitchFamily="34" charset="0"/>
                          <a:ea typeface="Meiryo" pitchFamily="34" charset="-122"/>
                          <a:cs typeface="Meiryo" pitchFamily="34" charset="-120"/>
                        </a:rPr>
                        <a:t>数千〜数万年</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573865">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地下水</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r">
                        <a:buNone/>
                      </a:pPr>
                      <a:r>
                        <a:rPr lang="en-US" sz="2000" dirty="0">
                          <a:solidFill>
                            <a:srgbClr val="2C3E50"/>
                          </a:solidFill>
                          <a:latin typeface="Meiryo" pitchFamily="34" charset="0"/>
                          <a:ea typeface="Meiryo" pitchFamily="34" charset="-122"/>
                          <a:cs typeface="Meiryo" pitchFamily="34" charset="-120"/>
                        </a:rPr>
                        <a:t>0.76%</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r">
                        <a:buNone/>
                      </a:pPr>
                      <a:r>
                        <a:rPr lang="en-US" sz="2000" dirty="0">
                          <a:solidFill>
                            <a:srgbClr val="2C3E50"/>
                          </a:solidFill>
                          <a:latin typeface="Meiryo" pitchFamily="34" charset="0"/>
                          <a:ea typeface="Meiryo" pitchFamily="34" charset="-122"/>
                          <a:cs typeface="Meiryo" pitchFamily="34" charset="-120"/>
                        </a:rPr>
                        <a:t>数百〜数千年</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3865">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湖沼・河川</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r">
                        <a:buNone/>
                      </a:pPr>
                      <a:r>
                        <a:rPr lang="en-US" sz="2000" dirty="0">
                          <a:solidFill>
                            <a:srgbClr val="2C3E50"/>
                          </a:solidFill>
                          <a:latin typeface="Meiryo" pitchFamily="34" charset="0"/>
                          <a:ea typeface="Meiryo" pitchFamily="34" charset="-122"/>
                          <a:cs typeface="Meiryo" pitchFamily="34" charset="-120"/>
                        </a:rPr>
                        <a:t>0.013%</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r">
                        <a:buNone/>
                      </a:pPr>
                      <a:r>
                        <a:rPr lang="en-US" sz="2000" dirty="0">
                          <a:solidFill>
                            <a:srgbClr val="2C3E50"/>
                          </a:solidFill>
                          <a:latin typeface="Meiryo" pitchFamily="34" charset="0"/>
                          <a:ea typeface="Meiryo" pitchFamily="34" charset="-122"/>
                          <a:cs typeface="Meiryo" pitchFamily="34" charset="-120"/>
                        </a:rPr>
                        <a:t>河川 約16日</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r h="573865">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大気中水蒸気</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r">
                        <a:buNone/>
                      </a:pPr>
                      <a:r>
                        <a:rPr lang="en-US" sz="2000" dirty="0">
                          <a:solidFill>
                            <a:srgbClr val="2C3E50"/>
                          </a:solidFill>
                          <a:latin typeface="Meiryo" pitchFamily="34" charset="0"/>
                          <a:ea typeface="Meiryo" pitchFamily="34" charset="-122"/>
                          <a:cs typeface="Meiryo" pitchFamily="34" charset="-120"/>
                        </a:rPr>
                        <a:t>0.001%</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r">
                        <a:buNone/>
                      </a:pPr>
                      <a:r>
                        <a:rPr lang="en-US" sz="2000" dirty="0">
                          <a:solidFill>
                            <a:srgbClr val="2C3E50"/>
                          </a:solidFill>
                          <a:latin typeface="Meiryo" pitchFamily="34" charset="0"/>
                          <a:ea typeface="Meiryo" pitchFamily="34" charset="-122"/>
                          <a:cs typeface="Meiryo" pitchFamily="34" charset="-120"/>
                        </a:rPr>
                        <a:t>約10日</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411480" y="4896612"/>
            <a:ext cx="5943600" cy="274320"/>
          </a:xfrm>
          <a:prstGeom prst="rect">
            <a:avLst/>
          </a:prstGeom>
          <a:noFill/>
          <a:ln/>
        </p:spPr>
        <p:txBody>
          <a:bodyPr wrap="square" rtlCol="0" anchor="ctr"/>
          <a:lstStyle/>
          <a:p>
            <a:pPr marL="0" indent="0" algn="r">
              <a:buNone/>
            </a:pPr>
            <a:r>
              <a:rPr lang="en-US" sz="1000" i="1" dirty="0">
                <a:solidFill>
                  <a:srgbClr val="85929E"/>
                </a:solidFill>
                <a:latin typeface="Meiryo" pitchFamily="34" charset="0"/>
                <a:ea typeface="Meiryo" pitchFamily="34" charset="-122"/>
                <a:cs typeface="Meiryo" pitchFamily="34" charset="-120"/>
              </a:rPr>
              <a:t>表Ⅵ-1-2 水量と滞留時間</a:t>
            </a:r>
            <a:endParaRPr lang="en-US" sz="1000" dirty="0"/>
          </a:p>
        </p:txBody>
      </p:sp>
      <p:pic>
        <p:nvPicPr>
          <p:cNvPr id="6" name="Image 0" descr="preencoded.png"/>
          <p:cNvPicPr>
            <a:picLocks noChangeAspect="1"/>
          </p:cNvPicPr>
          <p:nvPr/>
        </p:nvPicPr>
        <p:blipFill>
          <a:blip r:embed="rId3"/>
          <a:stretch>
            <a:fillRect/>
          </a:stretch>
        </p:blipFill>
        <p:spPr>
          <a:xfrm>
            <a:off x="7189575" y="974472"/>
            <a:ext cx="4193129" cy="3787505"/>
          </a:xfrm>
          <a:prstGeom prst="rect">
            <a:avLst/>
          </a:prstGeom>
        </p:spPr>
      </p:pic>
      <p:sp>
        <p:nvSpPr>
          <p:cNvPr id="8" name="Shape 4"/>
          <p:cNvSpPr/>
          <p:nvPr/>
        </p:nvSpPr>
        <p:spPr>
          <a:xfrm>
            <a:off x="6629400" y="5221224"/>
            <a:ext cx="5148072" cy="1371600"/>
          </a:xfrm>
          <a:prstGeom prst="rect">
            <a:avLst/>
          </a:prstGeom>
          <a:solidFill>
            <a:srgbClr val="FDEDEC"/>
          </a:solidFill>
          <a:ln/>
        </p:spPr>
        <p:txBody>
          <a:bodyPr/>
          <a:lstStyle/>
          <a:p>
            <a:endParaRPr lang="ja-JP" altLang="en-US"/>
          </a:p>
        </p:txBody>
      </p:sp>
      <p:sp>
        <p:nvSpPr>
          <p:cNvPr id="9" name="Shape 5"/>
          <p:cNvSpPr/>
          <p:nvPr/>
        </p:nvSpPr>
        <p:spPr>
          <a:xfrm>
            <a:off x="6629400" y="5212711"/>
            <a:ext cx="64008" cy="1371600"/>
          </a:xfrm>
          <a:prstGeom prst="rect">
            <a:avLst/>
          </a:prstGeom>
          <a:solidFill>
            <a:srgbClr val="C0392B"/>
          </a:solidFill>
          <a:ln/>
        </p:spPr>
        <p:txBody>
          <a:bodyPr/>
          <a:lstStyle/>
          <a:p>
            <a:endParaRPr lang="ja-JP" altLang="en-US"/>
          </a:p>
        </p:txBody>
      </p:sp>
      <p:sp>
        <p:nvSpPr>
          <p:cNvPr id="10" name="Text 6"/>
          <p:cNvSpPr/>
          <p:nvPr/>
        </p:nvSpPr>
        <p:spPr>
          <a:xfrm>
            <a:off x="6661404" y="4878324"/>
            <a:ext cx="4873752" cy="292608"/>
          </a:xfrm>
          <a:prstGeom prst="rect">
            <a:avLst/>
          </a:prstGeom>
          <a:noFill/>
          <a:ln/>
        </p:spPr>
        <p:txBody>
          <a:bodyPr wrap="square" rtlCol="0" anchor="ctr"/>
          <a:lstStyle/>
          <a:p>
            <a:pPr marL="0" indent="0">
              <a:buNone/>
            </a:pPr>
            <a:r>
              <a:rPr lang="en-US" sz="2400" b="1" dirty="0">
                <a:solidFill>
                  <a:srgbClr val="C0392B"/>
                </a:solidFill>
                <a:latin typeface="Meiryo" pitchFamily="34" charset="0"/>
                <a:ea typeface="Meiryo" pitchFamily="34" charset="-122"/>
                <a:cs typeface="Meiryo" pitchFamily="34" charset="-120"/>
              </a:rPr>
              <a:t>人間が利用できる淡水</a:t>
            </a:r>
            <a:endParaRPr lang="en-US" sz="2400" dirty="0"/>
          </a:p>
        </p:txBody>
      </p:sp>
      <p:sp>
        <p:nvSpPr>
          <p:cNvPr id="11" name="Text 7"/>
          <p:cNvSpPr/>
          <p:nvPr/>
        </p:nvSpPr>
        <p:spPr>
          <a:xfrm>
            <a:off x="6793992" y="5413248"/>
            <a:ext cx="4873752" cy="98755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全水量の</a:t>
            </a:r>
            <a:r>
              <a:rPr lang="en-US" sz="2000" b="1" dirty="0">
                <a:solidFill>
                  <a:srgbClr val="C0392B"/>
                </a:solidFill>
                <a:latin typeface="Meiryo" pitchFamily="34" charset="0"/>
                <a:ea typeface="Meiryo" pitchFamily="34" charset="-122"/>
                <a:cs typeface="Meiryo" pitchFamily="34" charset="-120"/>
              </a:rPr>
              <a:t>約0.01%</a:t>
            </a:r>
            <a:r>
              <a:rPr lang="en-US" sz="2000" dirty="0">
                <a:solidFill>
                  <a:srgbClr val="2C3E50"/>
                </a:solidFill>
                <a:latin typeface="Meiryo" pitchFamily="34" charset="0"/>
                <a:ea typeface="Meiryo" pitchFamily="34" charset="-122"/>
                <a:cs typeface="Meiryo" pitchFamily="34" charset="-120"/>
              </a:rPr>
              <a:t>にすぎない。水質汚染の影響が深刻になる理由。</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A-1. 気圏 — 大気組成</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graphicFrame>
        <p:nvGraphicFramePr>
          <p:cNvPr id="13" name="Table 0"/>
          <p:cNvGraphicFramePr>
            <a:graphicFrameLocks noGrp="1"/>
          </p:cNvGraphicFramePr>
          <p:nvPr>
            <p:extLst>
              <p:ext uri="{D42A27DB-BD31-4B8C-83A1-F6EECF244321}">
                <p14:modId xmlns:p14="http://schemas.microsoft.com/office/powerpoint/2010/main" val="1615386074"/>
              </p:ext>
            </p:extLst>
          </p:nvPr>
        </p:nvGraphicFramePr>
        <p:xfrm>
          <a:off x="411480" y="1097280"/>
          <a:ext cx="5486400" cy="365760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329184">
                <a:tc>
                  <a:txBody>
                    <a:bodyPr/>
                    <a:lstStyle/>
                    <a:p>
                      <a:pPr marL="0" indent="0" algn="ctr">
                        <a:buNone/>
                      </a:pPr>
                      <a:r>
                        <a:rPr lang="en-US" sz="2400" b="1" dirty="0">
                          <a:solidFill>
                            <a:srgbClr val="FFFFFF"/>
                          </a:solidFill>
                          <a:latin typeface="Meiryo" pitchFamily="34" charset="0"/>
                          <a:ea typeface="Meiryo" pitchFamily="34" charset="-122"/>
                          <a:cs typeface="Meiryo" pitchFamily="34" charset="-120"/>
                        </a:rPr>
                        <a:t>成分</a:t>
                      </a:r>
                      <a:endParaRPr lang="en-US" sz="2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2400" b="1" dirty="0">
                          <a:solidFill>
                            <a:srgbClr val="FFFFFF"/>
                          </a:solidFill>
                          <a:latin typeface="Meiryo" pitchFamily="34" charset="0"/>
                          <a:ea typeface="Meiryo" pitchFamily="34" charset="-122"/>
                          <a:cs typeface="Meiryo" pitchFamily="34" charset="-120"/>
                        </a:rPr>
                        <a:t>体積比 (%)</a:t>
                      </a:r>
                      <a:endParaRPr lang="en-US" sz="2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329184">
                <a:tc>
                  <a:txBody>
                    <a:bodyPr/>
                    <a:lstStyle/>
                    <a:p>
                      <a:pPr marL="0" indent="0" algn="l">
                        <a:buNone/>
                      </a:pPr>
                      <a:r>
                        <a:rPr lang="en-US" sz="2400" dirty="0">
                          <a:solidFill>
                            <a:srgbClr val="2C3E50"/>
                          </a:solidFill>
                          <a:latin typeface="Meiryo" pitchFamily="34" charset="0"/>
                          <a:ea typeface="Meiryo" pitchFamily="34" charset="-122"/>
                          <a:cs typeface="Meiryo" pitchFamily="34" charset="-120"/>
                        </a:rPr>
                        <a:t>窒素 N₂</a:t>
                      </a:r>
                      <a:endParaRPr lang="en-US" sz="2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r">
                        <a:buNone/>
                      </a:pPr>
                      <a:r>
                        <a:rPr lang="en-US" sz="2400" dirty="0">
                          <a:solidFill>
                            <a:srgbClr val="2C3E50"/>
                          </a:solidFill>
                          <a:latin typeface="Meiryo" pitchFamily="34" charset="0"/>
                          <a:ea typeface="Meiryo" pitchFamily="34" charset="-122"/>
                          <a:cs typeface="Meiryo" pitchFamily="34" charset="-120"/>
                        </a:rPr>
                        <a:t>78.08</a:t>
                      </a:r>
                      <a:endParaRPr lang="en-US" sz="2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2400" dirty="0">
                          <a:solidFill>
                            <a:srgbClr val="2C3E50"/>
                          </a:solidFill>
                          <a:latin typeface="Meiryo" pitchFamily="34" charset="0"/>
                          <a:ea typeface="Meiryo" pitchFamily="34" charset="-122"/>
                          <a:cs typeface="Meiryo" pitchFamily="34" charset="-120"/>
                        </a:rPr>
                        <a:t>酸素 O₂</a:t>
                      </a:r>
                      <a:endParaRPr lang="en-US" sz="2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r">
                        <a:buNone/>
                      </a:pPr>
                      <a:r>
                        <a:rPr lang="en-US" sz="2400" dirty="0">
                          <a:solidFill>
                            <a:srgbClr val="2C3E50"/>
                          </a:solidFill>
                          <a:latin typeface="Meiryo" pitchFamily="34" charset="0"/>
                          <a:ea typeface="Meiryo" pitchFamily="34" charset="-122"/>
                          <a:cs typeface="Meiryo" pitchFamily="34" charset="-120"/>
                        </a:rPr>
                        <a:t>20.95</a:t>
                      </a:r>
                      <a:endParaRPr lang="en-US" sz="2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329184">
                <a:tc>
                  <a:txBody>
                    <a:bodyPr/>
                    <a:lstStyle/>
                    <a:p>
                      <a:pPr marL="0" indent="0" algn="l">
                        <a:buNone/>
                      </a:pPr>
                      <a:r>
                        <a:rPr lang="en-US" sz="2400" dirty="0">
                          <a:solidFill>
                            <a:srgbClr val="2C3E50"/>
                          </a:solidFill>
                          <a:latin typeface="Meiryo" pitchFamily="34" charset="0"/>
                          <a:ea typeface="Meiryo" pitchFamily="34" charset="-122"/>
                          <a:cs typeface="Meiryo" pitchFamily="34" charset="-120"/>
                        </a:rPr>
                        <a:t>アルゴン Ar</a:t>
                      </a:r>
                      <a:endParaRPr lang="en-US" sz="2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r">
                        <a:buNone/>
                      </a:pPr>
                      <a:r>
                        <a:rPr lang="en-US" sz="2400" dirty="0">
                          <a:solidFill>
                            <a:srgbClr val="2C3E50"/>
                          </a:solidFill>
                          <a:latin typeface="Meiryo" pitchFamily="34" charset="0"/>
                          <a:ea typeface="Meiryo" pitchFamily="34" charset="-122"/>
                          <a:cs typeface="Meiryo" pitchFamily="34" charset="-120"/>
                        </a:rPr>
                        <a:t>0.93</a:t>
                      </a:r>
                      <a:endParaRPr lang="en-US" sz="2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2400" dirty="0">
                          <a:solidFill>
                            <a:srgbClr val="2C3E50"/>
                          </a:solidFill>
                          <a:latin typeface="Meiryo" pitchFamily="34" charset="0"/>
                          <a:ea typeface="Meiryo" pitchFamily="34" charset="-122"/>
                          <a:cs typeface="Meiryo" pitchFamily="34" charset="-120"/>
                        </a:rPr>
                        <a:t>二酸化炭素 CO₂</a:t>
                      </a:r>
                      <a:endParaRPr lang="en-US" sz="2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r">
                        <a:buNone/>
                      </a:pPr>
                      <a:r>
                        <a:rPr lang="en-US" sz="2400" dirty="0">
                          <a:solidFill>
                            <a:srgbClr val="2C3E50"/>
                          </a:solidFill>
                          <a:latin typeface="Meiryo" pitchFamily="34" charset="0"/>
                          <a:ea typeface="Meiryo" pitchFamily="34" charset="-122"/>
                          <a:cs typeface="Meiryo" pitchFamily="34" charset="-120"/>
                        </a:rPr>
                        <a:t>0.042</a:t>
                      </a:r>
                      <a:endParaRPr lang="en-US" sz="2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r h="329184">
                <a:tc>
                  <a:txBody>
                    <a:bodyPr/>
                    <a:lstStyle/>
                    <a:p>
                      <a:pPr marL="0" indent="0" algn="l">
                        <a:buNone/>
                      </a:pPr>
                      <a:r>
                        <a:rPr lang="en-US" sz="2400" dirty="0">
                          <a:solidFill>
                            <a:srgbClr val="2C3E50"/>
                          </a:solidFill>
                          <a:latin typeface="Meiryo" pitchFamily="34" charset="0"/>
                          <a:ea typeface="Meiryo" pitchFamily="34" charset="-122"/>
                          <a:cs typeface="Meiryo" pitchFamily="34" charset="-120"/>
                        </a:rPr>
                        <a:t>ネオン Ne</a:t>
                      </a:r>
                      <a:endParaRPr lang="en-US" sz="2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r">
                        <a:buNone/>
                      </a:pPr>
                      <a:r>
                        <a:rPr lang="en-US" sz="2400" dirty="0">
                          <a:solidFill>
                            <a:srgbClr val="2C3E50"/>
                          </a:solidFill>
                          <a:latin typeface="Meiryo" pitchFamily="34" charset="0"/>
                          <a:ea typeface="Meiryo" pitchFamily="34" charset="-122"/>
                          <a:cs typeface="Meiryo" pitchFamily="34" charset="-120"/>
                        </a:rPr>
                        <a:t>0.0018</a:t>
                      </a:r>
                      <a:endParaRPr lang="en-US" sz="2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lang="en-US" sz="2400" dirty="0">
                          <a:solidFill>
                            <a:srgbClr val="2C3E50"/>
                          </a:solidFill>
                          <a:latin typeface="Meiryo" pitchFamily="34" charset="0"/>
                          <a:ea typeface="Meiryo" pitchFamily="34" charset="-122"/>
                          <a:cs typeface="Meiryo" pitchFamily="34" charset="-120"/>
                        </a:rPr>
                        <a:t>ヘリウム He</a:t>
                      </a:r>
                      <a:endParaRPr lang="en-US" sz="2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r">
                        <a:buNone/>
                      </a:pPr>
                      <a:r>
                        <a:rPr lang="en-US" sz="2400" dirty="0">
                          <a:solidFill>
                            <a:srgbClr val="2C3E50"/>
                          </a:solidFill>
                          <a:latin typeface="Meiryo" pitchFamily="34" charset="0"/>
                          <a:ea typeface="Meiryo" pitchFamily="34" charset="-122"/>
                          <a:cs typeface="Meiryo" pitchFamily="34" charset="-120"/>
                        </a:rPr>
                        <a:t>0.00052</a:t>
                      </a:r>
                      <a:endParaRPr lang="en-US" sz="2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6"/>
                  </a:ext>
                </a:extLst>
              </a:tr>
              <a:tr h="329184">
                <a:tc>
                  <a:txBody>
                    <a:bodyPr/>
                    <a:lstStyle/>
                    <a:p>
                      <a:pPr marL="0" indent="0" algn="l">
                        <a:buNone/>
                      </a:pPr>
                      <a:r>
                        <a:rPr lang="en-US" sz="2400" dirty="0">
                          <a:solidFill>
                            <a:srgbClr val="2C3E50"/>
                          </a:solidFill>
                          <a:latin typeface="Meiryo" pitchFamily="34" charset="0"/>
                          <a:ea typeface="Meiryo" pitchFamily="34" charset="-122"/>
                          <a:cs typeface="Meiryo" pitchFamily="34" charset="-120"/>
                        </a:rPr>
                        <a:t>メタン CH₄</a:t>
                      </a:r>
                      <a:endParaRPr lang="en-US" sz="2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r">
                        <a:buNone/>
                      </a:pPr>
                      <a:r>
                        <a:rPr lang="en-US" sz="2400" dirty="0">
                          <a:solidFill>
                            <a:srgbClr val="2C3E50"/>
                          </a:solidFill>
                          <a:latin typeface="Meiryo" pitchFamily="34" charset="0"/>
                          <a:ea typeface="Meiryo" pitchFamily="34" charset="-122"/>
                          <a:cs typeface="Meiryo" pitchFamily="34" charset="-120"/>
                        </a:rPr>
                        <a:t>0.00019</a:t>
                      </a:r>
                      <a:endParaRPr lang="en-US" sz="2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3"/>
          <p:cNvSpPr/>
          <p:nvPr/>
        </p:nvSpPr>
        <p:spPr>
          <a:xfrm>
            <a:off x="411480" y="4892040"/>
            <a:ext cx="5486400" cy="274320"/>
          </a:xfrm>
          <a:prstGeom prst="rect">
            <a:avLst/>
          </a:prstGeom>
          <a:noFill/>
          <a:ln/>
        </p:spPr>
        <p:txBody>
          <a:bodyPr wrap="square" rtlCol="0" anchor="ctr"/>
          <a:lstStyle/>
          <a:p>
            <a:pPr marL="0" indent="0" algn="r">
              <a:buNone/>
            </a:pPr>
            <a:r>
              <a:rPr lang="en-US" sz="900" i="1" dirty="0">
                <a:solidFill>
                  <a:srgbClr val="85929E"/>
                </a:solidFill>
                <a:latin typeface="Meiryo" pitchFamily="34" charset="0"/>
                <a:ea typeface="Meiryo" pitchFamily="34" charset="-122"/>
                <a:cs typeface="Meiryo" pitchFamily="34" charset="-120"/>
              </a:rPr>
              <a:t>表Ⅵ-1-3 より（産業革命前のCO₂は約280 ppm = 0.028%）</a:t>
            </a:r>
            <a:endParaRPr lang="en-US" sz="900" dirty="0"/>
          </a:p>
        </p:txBody>
      </p:sp>
      <p:sp>
        <p:nvSpPr>
          <p:cNvPr id="7" name="Shape 4"/>
          <p:cNvSpPr/>
          <p:nvPr/>
        </p:nvSpPr>
        <p:spPr>
          <a:xfrm>
            <a:off x="6172200" y="1097280"/>
            <a:ext cx="5605272" cy="1645920"/>
          </a:xfrm>
          <a:prstGeom prst="rect">
            <a:avLst/>
          </a:prstGeom>
          <a:solidFill>
            <a:srgbClr val="EAF2F8"/>
          </a:solidFill>
          <a:ln/>
        </p:spPr>
        <p:txBody>
          <a:bodyPr/>
          <a:lstStyle/>
          <a:p>
            <a:endParaRPr lang="ja-JP" altLang="en-US" sz="2000"/>
          </a:p>
        </p:txBody>
      </p:sp>
      <p:sp>
        <p:nvSpPr>
          <p:cNvPr id="8" name="Shape 5"/>
          <p:cNvSpPr/>
          <p:nvPr/>
        </p:nvSpPr>
        <p:spPr>
          <a:xfrm>
            <a:off x="6172200" y="1097280"/>
            <a:ext cx="64008" cy="1645920"/>
          </a:xfrm>
          <a:prstGeom prst="rect">
            <a:avLst/>
          </a:prstGeom>
          <a:solidFill>
            <a:srgbClr val="2980B9"/>
          </a:solidFill>
          <a:ln/>
        </p:spPr>
        <p:txBody>
          <a:bodyPr/>
          <a:lstStyle/>
          <a:p>
            <a:endParaRPr lang="ja-JP" altLang="en-US"/>
          </a:p>
        </p:txBody>
      </p:sp>
      <p:sp>
        <p:nvSpPr>
          <p:cNvPr id="9" name="Text 6"/>
          <p:cNvSpPr/>
          <p:nvPr/>
        </p:nvSpPr>
        <p:spPr>
          <a:xfrm>
            <a:off x="6309360" y="1267862"/>
            <a:ext cx="5330952" cy="292608"/>
          </a:xfrm>
          <a:prstGeom prst="rect">
            <a:avLst/>
          </a:prstGeom>
          <a:noFill/>
          <a:ln/>
        </p:spPr>
        <p:txBody>
          <a:bodyPr wrap="square" rtlCol="0" anchor="ctr"/>
          <a:lstStyle/>
          <a:p>
            <a:pPr marL="0" indent="0">
              <a:buNone/>
            </a:pPr>
            <a:r>
              <a:rPr lang="en-US" sz="2400" b="1" dirty="0">
                <a:solidFill>
                  <a:srgbClr val="2980B9"/>
                </a:solidFill>
                <a:latin typeface="Meiryo" pitchFamily="34" charset="0"/>
                <a:ea typeface="Meiryo" pitchFamily="34" charset="-122"/>
                <a:cs typeface="Meiryo" pitchFamily="34" charset="-120"/>
              </a:rPr>
              <a:t>押さえるポイント</a:t>
            </a:r>
            <a:endParaRPr lang="en-US" sz="2400" dirty="0"/>
          </a:p>
        </p:txBody>
      </p:sp>
      <p:sp>
        <p:nvSpPr>
          <p:cNvPr id="10" name="Text 7"/>
          <p:cNvSpPr/>
          <p:nvPr/>
        </p:nvSpPr>
        <p:spPr>
          <a:xfrm>
            <a:off x="6336792" y="1781503"/>
            <a:ext cx="5330952" cy="126187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N₂ と O₂ で</a:t>
            </a:r>
            <a:r>
              <a:rPr lang="en-US" b="1" dirty="0">
                <a:solidFill>
                  <a:srgbClr val="1A5276"/>
                </a:solidFill>
                <a:latin typeface="Meiryo" pitchFamily="34" charset="0"/>
                <a:ea typeface="Meiryo" pitchFamily="34" charset="-122"/>
                <a:cs typeface="Meiryo" pitchFamily="34" charset="-120"/>
              </a:rPr>
              <a:t>約99%</a:t>
            </a:r>
            <a:r>
              <a:rPr lang="en-US" dirty="0">
                <a:solidFill>
                  <a:srgbClr val="2C3E50"/>
                </a:solidFill>
                <a:latin typeface="Meiryo" pitchFamily="34" charset="0"/>
                <a:ea typeface="Meiryo" pitchFamily="34" charset="-122"/>
                <a:cs typeface="Meiryo" pitchFamily="34" charset="-120"/>
              </a:rPr>
              <a:t>。Ar が約1%。CO₂ は</a:t>
            </a:r>
            <a:r>
              <a:rPr lang="en-US" b="1" dirty="0">
                <a:solidFill>
                  <a:srgbClr val="1A5276"/>
                </a:solidFill>
                <a:latin typeface="Meiryo" pitchFamily="34" charset="0"/>
                <a:ea typeface="Meiryo" pitchFamily="34" charset="-122"/>
                <a:cs typeface="Meiryo" pitchFamily="34" charset="-120"/>
              </a:rPr>
              <a:t>0.04%</a:t>
            </a:r>
            <a:r>
              <a:rPr lang="en-US" dirty="0">
                <a:solidFill>
                  <a:srgbClr val="2C3E50"/>
                </a:solidFill>
                <a:latin typeface="Meiryo" pitchFamily="34" charset="0"/>
                <a:ea typeface="Meiryo" pitchFamily="34" charset="-122"/>
                <a:cs typeface="Meiryo" pitchFamily="34" charset="-120"/>
              </a:rPr>
              <a:t>にすぎないが、温暖化に大きく寄与する。</a:t>
            </a:r>
            <a:endParaRPr lang="en-US" dirty="0"/>
          </a:p>
        </p:txBody>
      </p:sp>
      <p:sp>
        <p:nvSpPr>
          <p:cNvPr id="11" name="Shape 8"/>
          <p:cNvSpPr/>
          <p:nvPr/>
        </p:nvSpPr>
        <p:spPr>
          <a:xfrm>
            <a:off x="6172200" y="2926080"/>
            <a:ext cx="5605272" cy="2286000"/>
          </a:xfrm>
          <a:prstGeom prst="rect">
            <a:avLst/>
          </a:prstGeom>
          <a:solidFill>
            <a:srgbClr val="FEF9E7"/>
          </a:solidFill>
          <a:ln/>
        </p:spPr>
        <p:txBody>
          <a:bodyPr/>
          <a:lstStyle/>
          <a:p>
            <a:endParaRPr lang="ja-JP" altLang="en-US" sz="2400"/>
          </a:p>
        </p:txBody>
      </p:sp>
      <p:sp>
        <p:nvSpPr>
          <p:cNvPr id="12" name="Shape 9"/>
          <p:cNvSpPr/>
          <p:nvPr/>
        </p:nvSpPr>
        <p:spPr>
          <a:xfrm>
            <a:off x="6172200" y="2926080"/>
            <a:ext cx="64008" cy="2286000"/>
          </a:xfrm>
          <a:prstGeom prst="rect">
            <a:avLst/>
          </a:prstGeom>
          <a:solidFill>
            <a:srgbClr val="D68910"/>
          </a:solidFill>
          <a:ln/>
        </p:spPr>
        <p:txBody>
          <a:bodyPr/>
          <a:lstStyle/>
          <a:p>
            <a:endParaRPr lang="ja-JP" altLang="en-US"/>
          </a:p>
        </p:txBody>
      </p:sp>
      <p:sp>
        <p:nvSpPr>
          <p:cNvPr id="5" name="Text 10"/>
          <p:cNvSpPr/>
          <p:nvPr/>
        </p:nvSpPr>
        <p:spPr>
          <a:xfrm>
            <a:off x="6309360" y="3239182"/>
            <a:ext cx="5330952" cy="292608"/>
          </a:xfrm>
          <a:prstGeom prst="rect">
            <a:avLst/>
          </a:prstGeom>
          <a:noFill/>
          <a:ln/>
        </p:spPr>
        <p:txBody>
          <a:bodyPr wrap="square" rtlCol="0" anchor="ctr"/>
          <a:lstStyle/>
          <a:p>
            <a:pPr marL="0" indent="0">
              <a:buNone/>
            </a:pPr>
            <a:r>
              <a:rPr lang="en-US" sz="2400" b="1" dirty="0">
                <a:solidFill>
                  <a:srgbClr val="D68910"/>
                </a:solidFill>
                <a:latin typeface="Meiryo" pitchFamily="34" charset="0"/>
                <a:ea typeface="Meiryo" pitchFamily="34" charset="-122"/>
                <a:cs typeface="Meiryo" pitchFamily="34" charset="-120"/>
              </a:rPr>
              <a:t>なぜ少量のCO₂が問題か</a:t>
            </a:r>
            <a:endParaRPr lang="en-US" sz="2400" dirty="0"/>
          </a:p>
        </p:txBody>
      </p:sp>
      <p:sp>
        <p:nvSpPr>
          <p:cNvPr id="14" name="Text 11"/>
          <p:cNvSpPr/>
          <p:nvPr/>
        </p:nvSpPr>
        <p:spPr>
          <a:xfrm>
            <a:off x="6309360" y="3727598"/>
            <a:ext cx="5330952" cy="190195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体積比が小さくても、</a:t>
            </a:r>
            <a:r>
              <a:rPr lang="en-US" b="1" dirty="0">
                <a:solidFill>
                  <a:srgbClr val="1A5276"/>
                </a:solidFill>
                <a:latin typeface="Meiryo" pitchFamily="34" charset="0"/>
                <a:ea typeface="Meiryo" pitchFamily="34" charset="-122"/>
                <a:cs typeface="Meiryo" pitchFamily="34" charset="-120"/>
              </a:rPr>
              <a:t>赤外線吸収能</a:t>
            </a:r>
            <a:r>
              <a:rPr lang="en-US" dirty="0">
                <a:solidFill>
                  <a:srgbClr val="2C3E50"/>
                </a:solidFill>
                <a:latin typeface="Meiryo" pitchFamily="34" charset="0"/>
                <a:ea typeface="Meiryo" pitchFamily="34" charset="-122"/>
                <a:cs typeface="Meiryo" pitchFamily="34" charset="-120"/>
              </a:rPr>
              <a:t>が極めて高いため温室効果に大きく寄与する。後ほどGWP（地球温暖化係数）で定量的に学びます。</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A-1. 気圏 — 鉛直構造</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11480" y="1226607"/>
            <a:ext cx="5029200" cy="3947586"/>
          </a:xfrm>
          <a:prstGeom prst="rect">
            <a:avLst/>
          </a:prstGeom>
        </p:spPr>
      </p:pic>
      <p:sp>
        <p:nvSpPr>
          <p:cNvPr id="6" name="Text 3"/>
          <p:cNvSpPr/>
          <p:nvPr/>
        </p:nvSpPr>
        <p:spPr>
          <a:xfrm>
            <a:off x="5637276" y="1120140"/>
            <a:ext cx="5879592" cy="3017520"/>
          </a:xfrm>
          <a:prstGeom prst="rect">
            <a:avLst/>
          </a:prstGeom>
          <a:noFill/>
          <a:ln/>
        </p:spPr>
        <p:txBody>
          <a:bodyPr wrap="square" rtlCol="0" anchor="t"/>
          <a:lstStyle/>
          <a:p>
            <a:pPr marL="1079500" indent="-1079500" algn="l">
              <a:lnSpc>
                <a:spcPct val="135000"/>
              </a:lnSpc>
              <a:spcAft>
                <a:spcPts val="600"/>
              </a:spcAft>
              <a:buNone/>
            </a:pPr>
            <a:r>
              <a:rPr lang="en-US" sz="2000" b="1" dirty="0">
                <a:solidFill>
                  <a:srgbClr val="1A5276"/>
                </a:solidFill>
                <a:latin typeface="Meiryo" pitchFamily="34" charset="0"/>
                <a:ea typeface="Meiryo" pitchFamily="34" charset="-122"/>
                <a:cs typeface="Meiryo" pitchFamily="34" charset="-120"/>
              </a:rPr>
              <a:t>▸ 対流圏</a:t>
            </a:r>
            <a:r>
              <a:rPr lang="en-US" sz="2000" dirty="0">
                <a:solidFill>
                  <a:srgbClr val="2C3E50"/>
                </a:solidFill>
                <a:latin typeface="Meiryo" pitchFamily="34" charset="0"/>
                <a:ea typeface="Meiryo" pitchFamily="34" charset="-122"/>
                <a:cs typeface="Meiryo" pitchFamily="34" charset="-120"/>
              </a:rPr>
              <a:t>（0–約11 km）気象現象。気温は高度とともに低下</a:t>
            </a:r>
            <a:endParaRPr lang="en-US" sz="2000" dirty="0"/>
          </a:p>
          <a:p>
            <a:pPr marL="1079500" indent="-1079500" algn="l">
              <a:lnSpc>
                <a:spcPct val="135000"/>
              </a:lnSpc>
              <a:spcAft>
                <a:spcPts val="600"/>
              </a:spcAft>
              <a:buNone/>
            </a:pPr>
            <a:r>
              <a:rPr lang="en-US" sz="2000" b="1" dirty="0">
                <a:solidFill>
                  <a:srgbClr val="1A5276"/>
                </a:solidFill>
                <a:latin typeface="Meiryo" pitchFamily="34" charset="0"/>
                <a:ea typeface="Meiryo" pitchFamily="34" charset="-122"/>
                <a:cs typeface="Meiryo" pitchFamily="34" charset="-120"/>
              </a:rPr>
              <a:t>▸ 成層圏</a:t>
            </a:r>
            <a:r>
              <a:rPr lang="en-US" sz="2000" dirty="0">
                <a:solidFill>
                  <a:srgbClr val="2C3E50"/>
                </a:solidFill>
                <a:latin typeface="Meiryo" pitchFamily="34" charset="0"/>
                <a:ea typeface="Meiryo" pitchFamily="34" charset="-122"/>
                <a:cs typeface="Meiryo" pitchFamily="34" charset="-120"/>
              </a:rPr>
              <a:t>（11–50 km）</a:t>
            </a:r>
            <a:r>
              <a:rPr lang="en-US" sz="2000" b="1" dirty="0">
                <a:solidFill>
                  <a:srgbClr val="C0392B"/>
                </a:solidFill>
                <a:latin typeface="Meiryo" pitchFamily="34" charset="0"/>
                <a:ea typeface="Meiryo" pitchFamily="34" charset="-122"/>
                <a:cs typeface="Meiryo" pitchFamily="34" charset="-120"/>
              </a:rPr>
              <a:t>オゾン層</a:t>
            </a:r>
            <a:r>
              <a:rPr lang="en-US" sz="2000" dirty="0">
                <a:solidFill>
                  <a:srgbClr val="2C3E50"/>
                </a:solidFill>
                <a:latin typeface="Meiryo" pitchFamily="34" charset="0"/>
                <a:ea typeface="Meiryo" pitchFamily="34" charset="-122"/>
                <a:cs typeface="Meiryo" pitchFamily="34" charset="-120"/>
              </a:rPr>
              <a:t>が存在 / 紫外線吸収で上層ほど暖かい</a:t>
            </a:r>
            <a:endParaRPr lang="en-US" sz="2000" dirty="0"/>
          </a:p>
          <a:p>
            <a:pPr marL="1079500" indent="-1079500" algn="l">
              <a:lnSpc>
                <a:spcPct val="135000"/>
              </a:lnSpc>
              <a:spcAft>
                <a:spcPts val="600"/>
              </a:spcAft>
              <a:buNone/>
            </a:pPr>
            <a:r>
              <a:rPr lang="en-US" sz="2000" b="1" dirty="0">
                <a:solidFill>
                  <a:srgbClr val="1A5276"/>
                </a:solidFill>
                <a:latin typeface="Meiryo" pitchFamily="34" charset="0"/>
                <a:ea typeface="Meiryo" pitchFamily="34" charset="-122"/>
                <a:cs typeface="Meiryo" pitchFamily="34" charset="-120"/>
              </a:rPr>
              <a:t>▸ 中間圏</a:t>
            </a:r>
            <a:r>
              <a:rPr lang="en-US" sz="2000" dirty="0">
                <a:solidFill>
                  <a:srgbClr val="2C3E50"/>
                </a:solidFill>
                <a:latin typeface="Meiryo" pitchFamily="34" charset="0"/>
                <a:ea typeface="Meiryo" pitchFamily="34" charset="-122"/>
                <a:cs typeface="Meiryo" pitchFamily="34" charset="-120"/>
              </a:rPr>
              <a:t>（50–80 km）流星が燃え尽きる層</a:t>
            </a:r>
            <a:endParaRPr lang="en-US" sz="2000" dirty="0"/>
          </a:p>
          <a:p>
            <a:pPr marL="1079500" indent="-1079500" algn="l">
              <a:lnSpc>
                <a:spcPct val="135000"/>
              </a:lnSpc>
              <a:spcAft>
                <a:spcPts val="600"/>
              </a:spcAft>
              <a:buNone/>
            </a:pPr>
            <a:r>
              <a:rPr lang="en-US" sz="2000" b="1" dirty="0">
                <a:solidFill>
                  <a:srgbClr val="1A5276"/>
                </a:solidFill>
                <a:latin typeface="Meiryo" pitchFamily="34" charset="0"/>
                <a:ea typeface="Meiryo" pitchFamily="34" charset="-122"/>
                <a:cs typeface="Meiryo" pitchFamily="34" charset="-120"/>
              </a:rPr>
              <a:t>▸ 熱圏</a:t>
            </a:r>
            <a:r>
              <a:rPr lang="en-US" sz="2000" dirty="0">
                <a:solidFill>
                  <a:srgbClr val="2C3E50"/>
                </a:solidFill>
                <a:latin typeface="Meiryo" pitchFamily="34" charset="0"/>
                <a:ea typeface="Meiryo" pitchFamily="34" charset="-122"/>
                <a:cs typeface="Meiryo" pitchFamily="34" charset="-120"/>
              </a:rPr>
              <a:t>（80 km 以上）オーロラ・電離層</a:t>
            </a:r>
            <a:endParaRPr lang="en-US" sz="2000" dirty="0"/>
          </a:p>
        </p:txBody>
      </p:sp>
      <p:sp>
        <p:nvSpPr>
          <p:cNvPr id="7" name="Shape 4"/>
          <p:cNvSpPr/>
          <p:nvPr/>
        </p:nvSpPr>
        <p:spPr>
          <a:xfrm>
            <a:off x="5897880" y="4297680"/>
            <a:ext cx="5879592" cy="1371600"/>
          </a:xfrm>
          <a:prstGeom prst="rect">
            <a:avLst/>
          </a:prstGeom>
          <a:solidFill>
            <a:srgbClr val="EAF2F8"/>
          </a:solidFill>
          <a:ln/>
        </p:spPr>
        <p:txBody>
          <a:bodyPr/>
          <a:lstStyle/>
          <a:p>
            <a:endParaRPr lang="ja-JP" altLang="en-US"/>
          </a:p>
        </p:txBody>
      </p:sp>
      <p:sp>
        <p:nvSpPr>
          <p:cNvPr id="8" name="Shape 5"/>
          <p:cNvSpPr/>
          <p:nvPr/>
        </p:nvSpPr>
        <p:spPr>
          <a:xfrm>
            <a:off x="5897880" y="4297680"/>
            <a:ext cx="64008" cy="1371600"/>
          </a:xfrm>
          <a:prstGeom prst="rect">
            <a:avLst/>
          </a:prstGeom>
          <a:solidFill>
            <a:srgbClr val="2980B9"/>
          </a:solidFill>
          <a:ln/>
        </p:spPr>
        <p:txBody>
          <a:bodyPr/>
          <a:lstStyle/>
          <a:p>
            <a:endParaRPr lang="ja-JP" altLang="en-US"/>
          </a:p>
        </p:txBody>
      </p:sp>
      <p:sp>
        <p:nvSpPr>
          <p:cNvPr id="9" name="Text 6"/>
          <p:cNvSpPr/>
          <p:nvPr/>
        </p:nvSpPr>
        <p:spPr>
          <a:xfrm>
            <a:off x="6062472" y="4352544"/>
            <a:ext cx="5605272" cy="292608"/>
          </a:xfrm>
          <a:prstGeom prst="rect">
            <a:avLst/>
          </a:prstGeom>
          <a:noFill/>
          <a:ln/>
        </p:spPr>
        <p:txBody>
          <a:bodyPr wrap="square" rtlCol="0" anchor="ctr"/>
          <a:lstStyle/>
          <a:p>
            <a:pPr marL="0" indent="0">
              <a:buNone/>
            </a:pPr>
            <a:r>
              <a:rPr lang="en-US" sz="1100" b="1" dirty="0">
                <a:solidFill>
                  <a:srgbClr val="2980B9"/>
                </a:solidFill>
                <a:latin typeface="Meiryo" pitchFamily="34" charset="0"/>
                <a:ea typeface="Meiryo" pitchFamily="34" charset="-122"/>
                <a:cs typeface="Meiryo" pitchFamily="34" charset="-120"/>
              </a:rPr>
              <a:t>伏線</a:t>
            </a:r>
            <a:endParaRPr lang="en-US" sz="1100" dirty="0"/>
          </a:p>
        </p:txBody>
      </p:sp>
      <p:sp>
        <p:nvSpPr>
          <p:cNvPr id="10" name="Text 7"/>
          <p:cNvSpPr/>
          <p:nvPr/>
        </p:nvSpPr>
        <p:spPr>
          <a:xfrm>
            <a:off x="6062472" y="4636008"/>
            <a:ext cx="5605272" cy="98755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オゾン層は</a:t>
            </a:r>
            <a:r>
              <a:rPr lang="en-US" b="1" dirty="0">
                <a:solidFill>
                  <a:srgbClr val="1A5276"/>
                </a:solidFill>
                <a:latin typeface="Meiryo" pitchFamily="34" charset="0"/>
                <a:ea typeface="Meiryo" pitchFamily="34" charset="-122"/>
                <a:cs typeface="Meiryo" pitchFamily="34" charset="-120"/>
              </a:rPr>
              <a:t>成層圏（10–50 km）</a:t>
            </a:r>
            <a:r>
              <a:rPr lang="en-US" dirty="0">
                <a:solidFill>
                  <a:srgbClr val="2C3E50"/>
                </a:solidFill>
                <a:latin typeface="Meiryo" pitchFamily="34" charset="0"/>
                <a:ea typeface="Meiryo" pitchFamily="34" charset="-122"/>
                <a:cs typeface="Meiryo" pitchFamily="34" charset="-120"/>
              </a:rPr>
              <a:t>にある。C-1章でフロンによる破壊機構を学びます。</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A-1. オゾン層の位置 — C章への橋渡し</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Shape 2"/>
          <p:cNvSpPr/>
          <p:nvPr/>
        </p:nvSpPr>
        <p:spPr>
          <a:xfrm>
            <a:off x="1783080" y="1371600"/>
            <a:ext cx="1371600" cy="617220"/>
          </a:xfrm>
          <a:prstGeom prst="rect">
            <a:avLst/>
          </a:prstGeom>
          <a:solidFill>
            <a:srgbClr val="1A5276"/>
          </a:solidFill>
          <a:ln/>
        </p:spPr>
        <p:txBody>
          <a:bodyPr/>
          <a:lstStyle/>
          <a:p>
            <a:endParaRPr lang="ja-JP" altLang="en-US"/>
          </a:p>
        </p:txBody>
      </p:sp>
      <p:sp>
        <p:nvSpPr>
          <p:cNvPr id="5" name="Text 3"/>
          <p:cNvSpPr/>
          <p:nvPr/>
        </p:nvSpPr>
        <p:spPr>
          <a:xfrm>
            <a:off x="1783080" y="1515618"/>
            <a:ext cx="1371600" cy="292608"/>
          </a:xfrm>
          <a:prstGeom prst="rect">
            <a:avLst/>
          </a:prstGeom>
          <a:noFill/>
          <a:ln/>
        </p:spPr>
        <p:txBody>
          <a:bodyPr wrap="square" rtlCol="0" anchor="ctr"/>
          <a:lstStyle/>
          <a:p>
            <a:pPr marL="0" indent="0" algn="ctr">
              <a:buNone/>
            </a:pPr>
            <a:r>
              <a:rPr lang="en-US" sz="1300" b="1" dirty="0">
                <a:solidFill>
                  <a:srgbClr val="FFFFFF"/>
                </a:solidFill>
                <a:latin typeface="Meiryo" pitchFamily="34" charset="0"/>
                <a:ea typeface="Meiryo" pitchFamily="34" charset="-122"/>
                <a:cs typeface="Meiryo" pitchFamily="34" charset="-120"/>
              </a:rPr>
              <a:t>熱圏</a:t>
            </a:r>
            <a:endParaRPr lang="en-US" sz="1300" dirty="0"/>
          </a:p>
        </p:txBody>
      </p:sp>
      <p:sp>
        <p:nvSpPr>
          <p:cNvPr id="6" name="Shape 4"/>
          <p:cNvSpPr/>
          <p:nvPr/>
        </p:nvSpPr>
        <p:spPr>
          <a:xfrm>
            <a:off x="1783080" y="1988820"/>
            <a:ext cx="1371600" cy="1028700"/>
          </a:xfrm>
          <a:prstGeom prst="rect">
            <a:avLst/>
          </a:prstGeom>
          <a:solidFill>
            <a:srgbClr val="2980B9"/>
          </a:solidFill>
          <a:ln/>
        </p:spPr>
        <p:txBody>
          <a:bodyPr/>
          <a:lstStyle/>
          <a:p>
            <a:endParaRPr lang="ja-JP" altLang="en-US"/>
          </a:p>
        </p:txBody>
      </p:sp>
      <p:sp>
        <p:nvSpPr>
          <p:cNvPr id="7" name="Text 5"/>
          <p:cNvSpPr/>
          <p:nvPr/>
        </p:nvSpPr>
        <p:spPr>
          <a:xfrm>
            <a:off x="1783080" y="2338578"/>
            <a:ext cx="1371600" cy="292608"/>
          </a:xfrm>
          <a:prstGeom prst="rect">
            <a:avLst/>
          </a:prstGeom>
          <a:noFill/>
          <a:ln/>
        </p:spPr>
        <p:txBody>
          <a:bodyPr wrap="square" rtlCol="0" anchor="ctr"/>
          <a:lstStyle/>
          <a:p>
            <a:pPr marL="0" indent="0" algn="ctr">
              <a:buNone/>
            </a:pPr>
            <a:r>
              <a:rPr lang="en-US" sz="1300" b="1" dirty="0">
                <a:solidFill>
                  <a:srgbClr val="FFFFFF"/>
                </a:solidFill>
                <a:latin typeface="Meiryo" pitchFamily="34" charset="0"/>
                <a:ea typeface="Meiryo" pitchFamily="34" charset="-122"/>
                <a:cs typeface="Meiryo" pitchFamily="34" charset="-120"/>
              </a:rPr>
              <a:t>中間圏</a:t>
            </a:r>
            <a:endParaRPr lang="en-US" sz="1300" dirty="0"/>
          </a:p>
        </p:txBody>
      </p:sp>
      <p:sp>
        <p:nvSpPr>
          <p:cNvPr id="8" name="Shape 6"/>
          <p:cNvSpPr/>
          <p:nvPr/>
        </p:nvSpPr>
        <p:spPr>
          <a:xfrm>
            <a:off x="1783080" y="3017520"/>
            <a:ext cx="1371600" cy="1028700"/>
          </a:xfrm>
          <a:prstGeom prst="rect">
            <a:avLst/>
          </a:prstGeom>
          <a:solidFill>
            <a:srgbClr val="5DADE2"/>
          </a:solidFill>
          <a:ln/>
        </p:spPr>
        <p:txBody>
          <a:bodyPr/>
          <a:lstStyle/>
          <a:p>
            <a:endParaRPr lang="ja-JP" altLang="en-US"/>
          </a:p>
        </p:txBody>
      </p:sp>
      <p:sp>
        <p:nvSpPr>
          <p:cNvPr id="9" name="Text 7"/>
          <p:cNvSpPr/>
          <p:nvPr/>
        </p:nvSpPr>
        <p:spPr>
          <a:xfrm>
            <a:off x="1783080" y="3367278"/>
            <a:ext cx="1371600" cy="292608"/>
          </a:xfrm>
          <a:prstGeom prst="rect">
            <a:avLst/>
          </a:prstGeom>
          <a:noFill/>
          <a:ln/>
        </p:spPr>
        <p:txBody>
          <a:bodyPr wrap="square" rtlCol="0" anchor="ctr"/>
          <a:lstStyle/>
          <a:p>
            <a:pPr marL="0" indent="0" algn="ctr">
              <a:buNone/>
            </a:pPr>
            <a:r>
              <a:rPr lang="en-US" sz="1300" b="1" dirty="0">
                <a:solidFill>
                  <a:srgbClr val="FFFFFF"/>
                </a:solidFill>
                <a:latin typeface="Meiryo" pitchFamily="34" charset="0"/>
                <a:ea typeface="Meiryo" pitchFamily="34" charset="-122"/>
                <a:cs typeface="Meiryo" pitchFamily="34" charset="-120"/>
              </a:rPr>
              <a:t>成層圏</a:t>
            </a:r>
            <a:endParaRPr lang="en-US" sz="1300" dirty="0"/>
          </a:p>
        </p:txBody>
      </p:sp>
      <p:sp>
        <p:nvSpPr>
          <p:cNvPr id="10" name="Shape 8"/>
          <p:cNvSpPr/>
          <p:nvPr/>
        </p:nvSpPr>
        <p:spPr>
          <a:xfrm>
            <a:off x="1783080" y="4046220"/>
            <a:ext cx="1371600" cy="1440180"/>
          </a:xfrm>
          <a:prstGeom prst="rect">
            <a:avLst/>
          </a:prstGeom>
          <a:solidFill>
            <a:srgbClr val="85C1E9"/>
          </a:solidFill>
          <a:ln/>
        </p:spPr>
        <p:txBody>
          <a:bodyPr/>
          <a:lstStyle/>
          <a:p>
            <a:endParaRPr lang="ja-JP" altLang="en-US"/>
          </a:p>
        </p:txBody>
      </p:sp>
      <p:sp>
        <p:nvSpPr>
          <p:cNvPr id="11" name="Text 9"/>
          <p:cNvSpPr/>
          <p:nvPr/>
        </p:nvSpPr>
        <p:spPr>
          <a:xfrm>
            <a:off x="1783080" y="4601718"/>
            <a:ext cx="1371600" cy="292608"/>
          </a:xfrm>
          <a:prstGeom prst="rect">
            <a:avLst/>
          </a:prstGeom>
          <a:noFill/>
          <a:ln/>
        </p:spPr>
        <p:txBody>
          <a:bodyPr wrap="square" rtlCol="0" anchor="ctr"/>
          <a:lstStyle/>
          <a:p>
            <a:pPr marL="0" indent="0" algn="ctr">
              <a:buNone/>
            </a:pPr>
            <a:r>
              <a:rPr lang="en-US" sz="1300" b="1" dirty="0">
                <a:solidFill>
                  <a:srgbClr val="FFFFFF"/>
                </a:solidFill>
                <a:latin typeface="Meiryo" pitchFamily="34" charset="0"/>
                <a:ea typeface="Meiryo" pitchFamily="34" charset="-122"/>
                <a:cs typeface="Meiryo" pitchFamily="34" charset="-120"/>
              </a:rPr>
              <a:t>対流圏</a:t>
            </a:r>
            <a:endParaRPr lang="en-US" sz="1300" dirty="0"/>
          </a:p>
        </p:txBody>
      </p:sp>
      <p:sp>
        <p:nvSpPr>
          <p:cNvPr id="12" name="Shape 10"/>
          <p:cNvSpPr/>
          <p:nvPr/>
        </p:nvSpPr>
        <p:spPr>
          <a:xfrm>
            <a:off x="1691641" y="3072384"/>
            <a:ext cx="1547670" cy="1133856"/>
          </a:xfrm>
          <a:prstGeom prst="rect">
            <a:avLst/>
          </a:prstGeom>
          <a:solidFill>
            <a:schemeClr val="accent2">
              <a:lumMod val="20000"/>
              <a:lumOff val="80000"/>
              <a:alpha val="50000"/>
            </a:schemeClr>
          </a:solidFill>
          <a:ln w="19050">
            <a:noFill/>
          </a:ln>
        </p:spPr>
        <p:txBody>
          <a:bodyPr/>
          <a:lstStyle/>
          <a:p>
            <a:endParaRPr lang="ja-JP" altLang="en-US"/>
          </a:p>
        </p:txBody>
      </p:sp>
      <p:sp>
        <p:nvSpPr>
          <p:cNvPr id="13" name="Text 11"/>
          <p:cNvSpPr/>
          <p:nvPr/>
        </p:nvSpPr>
        <p:spPr>
          <a:xfrm>
            <a:off x="1051560" y="5349240"/>
            <a:ext cx="640080" cy="274320"/>
          </a:xfrm>
          <a:prstGeom prst="rect">
            <a:avLst/>
          </a:prstGeom>
          <a:noFill/>
          <a:ln/>
        </p:spPr>
        <p:txBody>
          <a:bodyPr wrap="square" rtlCol="0" anchor="ctr"/>
          <a:lstStyle/>
          <a:p>
            <a:pPr marL="0" indent="0" algn="r">
              <a:buNone/>
            </a:pPr>
            <a:r>
              <a:rPr lang="en-US" sz="1000" dirty="0">
                <a:solidFill>
                  <a:srgbClr val="5D6D7E"/>
                </a:solidFill>
                <a:latin typeface="Meiryo" pitchFamily="34" charset="0"/>
                <a:ea typeface="Meiryo" pitchFamily="34" charset="-122"/>
                <a:cs typeface="Meiryo" pitchFamily="34" charset="-120"/>
              </a:rPr>
              <a:t>0 km</a:t>
            </a:r>
            <a:endParaRPr lang="en-US" sz="1000" dirty="0"/>
          </a:p>
        </p:txBody>
      </p:sp>
      <p:sp>
        <p:nvSpPr>
          <p:cNvPr id="14" name="Text 12"/>
          <p:cNvSpPr/>
          <p:nvPr/>
        </p:nvSpPr>
        <p:spPr>
          <a:xfrm>
            <a:off x="1051560" y="3909060"/>
            <a:ext cx="640080" cy="274320"/>
          </a:xfrm>
          <a:prstGeom prst="rect">
            <a:avLst/>
          </a:prstGeom>
          <a:noFill/>
          <a:ln/>
        </p:spPr>
        <p:txBody>
          <a:bodyPr wrap="square" rtlCol="0" anchor="ctr"/>
          <a:lstStyle/>
          <a:p>
            <a:pPr marL="0" indent="0" algn="r">
              <a:buNone/>
            </a:pPr>
            <a:r>
              <a:rPr lang="en-US" sz="1000" dirty="0">
                <a:solidFill>
                  <a:srgbClr val="5D6D7E"/>
                </a:solidFill>
                <a:latin typeface="Meiryo" pitchFamily="34" charset="0"/>
                <a:ea typeface="Meiryo" pitchFamily="34" charset="-122"/>
                <a:cs typeface="Meiryo" pitchFamily="34" charset="-120"/>
              </a:rPr>
              <a:t>11 km</a:t>
            </a:r>
            <a:endParaRPr lang="en-US" sz="1000" dirty="0"/>
          </a:p>
        </p:txBody>
      </p:sp>
      <p:sp>
        <p:nvSpPr>
          <p:cNvPr id="15" name="Text 13"/>
          <p:cNvSpPr/>
          <p:nvPr/>
        </p:nvSpPr>
        <p:spPr>
          <a:xfrm>
            <a:off x="1051560" y="2880360"/>
            <a:ext cx="640080" cy="274320"/>
          </a:xfrm>
          <a:prstGeom prst="rect">
            <a:avLst/>
          </a:prstGeom>
          <a:noFill/>
          <a:ln/>
        </p:spPr>
        <p:txBody>
          <a:bodyPr wrap="square" rtlCol="0" anchor="ctr"/>
          <a:lstStyle/>
          <a:p>
            <a:pPr marL="0" indent="0" algn="r">
              <a:buNone/>
            </a:pPr>
            <a:r>
              <a:rPr lang="en-US" sz="1000" dirty="0">
                <a:solidFill>
                  <a:srgbClr val="5D6D7E"/>
                </a:solidFill>
                <a:latin typeface="Meiryo" pitchFamily="34" charset="0"/>
                <a:ea typeface="Meiryo" pitchFamily="34" charset="-122"/>
                <a:cs typeface="Meiryo" pitchFamily="34" charset="-120"/>
              </a:rPr>
              <a:t>50 km</a:t>
            </a:r>
            <a:endParaRPr lang="en-US" sz="1000" dirty="0"/>
          </a:p>
        </p:txBody>
      </p:sp>
      <p:sp>
        <p:nvSpPr>
          <p:cNvPr id="16" name="Text 14"/>
          <p:cNvSpPr/>
          <p:nvPr/>
        </p:nvSpPr>
        <p:spPr>
          <a:xfrm>
            <a:off x="1051560" y="1851660"/>
            <a:ext cx="640080" cy="274320"/>
          </a:xfrm>
          <a:prstGeom prst="rect">
            <a:avLst/>
          </a:prstGeom>
          <a:noFill/>
          <a:ln/>
        </p:spPr>
        <p:txBody>
          <a:bodyPr wrap="square" rtlCol="0" anchor="ctr"/>
          <a:lstStyle/>
          <a:p>
            <a:pPr marL="0" indent="0" algn="r">
              <a:buNone/>
            </a:pPr>
            <a:r>
              <a:rPr lang="en-US" sz="1000" dirty="0">
                <a:solidFill>
                  <a:srgbClr val="5D6D7E"/>
                </a:solidFill>
                <a:latin typeface="Meiryo" pitchFamily="34" charset="0"/>
                <a:ea typeface="Meiryo" pitchFamily="34" charset="-122"/>
                <a:cs typeface="Meiryo" pitchFamily="34" charset="-120"/>
              </a:rPr>
              <a:t>80 km</a:t>
            </a:r>
            <a:endParaRPr lang="en-US" sz="1000" dirty="0"/>
          </a:p>
        </p:txBody>
      </p:sp>
      <p:sp>
        <p:nvSpPr>
          <p:cNvPr id="17" name="Shape 15"/>
          <p:cNvSpPr/>
          <p:nvPr/>
        </p:nvSpPr>
        <p:spPr>
          <a:xfrm>
            <a:off x="3154680" y="3209544"/>
            <a:ext cx="1371600" cy="0"/>
          </a:xfrm>
          <a:prstGeom prst="line">
            <a:avLst/>
          </a:prstGeom>
          <a:noFill/>
          <a:ln w="25400">
            <a:solidFill>
              <a:srgbClr val="C0392B"/>
            </a:solidFill>
            <a:prstDash val="solid"/>
            <a:tailEnd type="triangle"/>
          </a:ln>
        </p:spPr>
        <p:txBody>
          <a:bodyPr/>
          <a:lstStyle/>
          <a:p>
            <a:endParaRPr lang="ja-JP" altLang="en-US"/>
          </a:p>
        </p:txBody>
      </p:sp>
      <p:sp>
        <p:nvSpPr>
          <p:cNvPr id="18" name="Shape 16"/>
          <p:cNvSpPr/>
          <p:nvPr/>
        </p:nvSpPr>
        <p:spPr>
          <a:xfrm>
            <a:off x="4617720" y="2688336"/>
            <a:ext cx="5486400" cy="1828800"/>
          </a:xfrm>
          <a:prstGeom prst="rect">
            <a:avLst/>
          </a:prstGeom>
          <a:solidFill>
            <a:srgbClr val="FDEDEC"/>
          </a:solidFill>
          <a:ln/>
        </p:spPr>
        <p:txBody>
          <a:bodyPr/>
          <a:lstStyle/>
          <a:p>
            <a:endParaRPr lang="ja-JP" altLang="en-US" sz="2400"/>
          </a:p>
        </p:txBody>
      </p:sp>
      <p:sp>
        <p:nvSpPr>
          <p:cNvPr id="19" name="Shape 17"/>
          <p:cNvSpPr/>
          <p:nvPr/>
        </p:nvSpPr>
        <p:spPr>
          <a:xfrm>
            <a:off x="4617720" y="2688336"/>
            <a:ext cx="64008" cy="1828800"/>
          </a:xfrm>
          <a:prstGeom prst="rect">
            <a:avLst/>
          </a:prstGeom>
          <a:solidFill>
            <a:srgbClr val="C0392B"/>
          </a:solidFill>
          <a:ln/>
        </p:spPr>
        <p:txBody>
          <a:bodyPr/>
          <a:lstStyle/>
          <a:p>
            <a:endParaRPr lang="ja-JP" altLang="en-US"/>
          </a:p>
        </p:txBody>
      </p:sp>
      <p:sp>
        <p:nvSpPr>
          <p:cNvPr id="20" name="Text 18"/>
          <p:cNvSpPr/>
          <p:nvPr/>
        </p:nvSpPr>
        <p:spPr>
          <a:xfrm>
            <a:off x="4782312" y="2743200"/>
            <a:ext cx="5212080" cy="292608"/>
          </a:xfrm>
          <a:prstGeom prst="rect">
            <a:avLst/>
          </a:prstGeom>
          <a:noFill/>
          <a:ln/>
        </p:spPr>
        <p:txBody>
          <a:bodyPr wrap="square" rtlCol="0" anchor="ctr"/>
          <a:lstStyle/>
          <a:p>
            <a:pPr marL="0" indent="0">
              <a:buNone/>
            </a:pPr>
            <a:r>
              <a:rPr lang="en-US" b="1" dirty="0">
                <a:solidFill>
                  <a:srgbClr val="C0392B"/>
                </a:solidFill>
                <a:latin typeface="Meiryo" pitchFamily="34" charset="0"/>
                <a:ea typeface="Meiryo" pitchFamily="34" charset="-122"/>
                <a:cs typeface="Meiryo" pitchFamily="34" charset="-120"/>
              </a:rPr>
              <a:t>オゾン層（10–50 km）</a:t>
            </a:r>
            <a:endParaRPr lang="en-US" dirty="0"/>
          </a:p>
        </p:txBody>
      </p:sp>
      <p:sp>
        <p:nvSpPr>
          <p:cNvPr id="21" name="Text 19"/>
          <p:cNvSpPr/>
          <p:nvPr/>
        </p:nvSpPr>
        <p:spPr>
          <a:xfrm>
            <a:off x="4782312" y="3026664"/>
            <a:ext cx="5212080" cy="1444752"/>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紫外線（特にUVB）を吸収し地上の生命を保護する。フロン類による破壊 → C-1章</a:t>
            </a:r>
            <a:endParaRPr lang="en-US" sz="2400" dirty="0"/>
          </a:p>
        </p:txBody>
      </p:sp>
      <p:sp>
        <p:nvSpPr>
          <p:cNvPr id="22" name="Text 20"/>
          <p:cNvSpPr/>
          <p:nvPr/>
        </p:nvSpPr>
        <p:spPr>
          <a:xfrm>
            <a:off x="411480" y="6400800"/>
            <a:ext cx="11365992" cy="228600"/>
          </a:xfrm>
          <a:prstGeom prst="rect">
            <a:avLst/>
          </a:prstGeom>
          <a:noFill/>
          <a:ln/>
        </p:spPr>
        <p:txBody>
          <a:bodyPr wrap="square" rtlCol="0" anchor="ctr"/>
          <a:lstStyle/>
          <a:p>
            <a:pPr marL="0" indent="0" algn="r">
              <a:buNone/>
            </a:pPr>
            <a:r>
              <a:rPr lang="en-US" sz="900" i="1" dirty="0">
                <a:solidFill>
                  <a:srgbClr val="85929E"/>
                </a:solidFill>
                <a:latin typeface="Meiryo" pitchFamily="34" charset="0"/>
                <a:ea typeface="Meiryo" pitchFamily="34" charset="-122"/>
                <a:cs typeface="Meiryo" pitchFamily="34" charset="-120"/>
              </a:rPr>
              <a:t>出典: 教科書 図Ⅵ-1-4 を参考に再構成</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A-1. 四つの圏 — 物質はこれらを行き来する</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101" name="airCard"/>
          <p:cNvSpPr/>
          <p:nvPr/>
        </p:nvSpPr>
        <p:spPr>
          <a:xfrm>
            <a:off x="4381500" y="1206500"/>
            <a:ext cx="3429000" cy="2095500"/>
          </a:xfrm>
          <a:prstGeom prst="roundRect">
            <a:avLst>
              <a:gd name="adj" fmla="val 8000"/>
            </a:avLst>
          </a:prstGeom>
          <a:solidFill>
            <a:srgbClr val="EBF5FB"/>
          </a:solidFill>
          <a:ln w="19050">
            <a:solidFill>
              <a:srgbClr val="5DADE2"/>
            </a:solidFill>
          </a:ln>
        </p:spPr>
        <p:txBody>
          <a:bodyPr wrap="square" anchor="t"/>
          <a:lstStyle/>
          <a:p>
            <a:endParaRPr lang="ja-JP"/>
          </a:p>
        </p:txBody>
      </p:sp>
      <p:sp>
        <p:nvSpPr>
          <p:cNvPr id="102" name="airTitle"/>
          <p:cNvSpPr txBox="1"/>
          <p:nvPr/>
        </p:nvSpPr>
        <p:spPr>
          <a:xfrm>
            <a:off x="4572000" y="1358900"/>
            <a:ext cx="3048000" cy="508000"/>
          </a:xfrm>
          <a:prstGeom prst="rect">
            <a:avLst/>
          </a:prstGeom>
          <a:noFill/>
        </p:spPr>
        <p:txBody>
          <a:bodyPr wrap="square" lIns="0" tIns="0" rIns="0" bIns="0" anchor="t"/>
          <a:lstStyle/>
          <a:p>
            <a:pPr marL="0" indent="0" algn="l">
              <a:buNone/>
            </a:pPr>
            <a:r>
              <a:rPr lang="ja-JP" sz="1800" b="1" dirty="0">
                <a:solidFill>
                  <a:srgbClr val="1B4F72"/>
                </a:solidFill>
                <a:latin typeface="Meiryo"/>
                <a:ea typeface="Meiryo"/>
              </a:rPr>
              <a:t>大気圏</a:t>
            </a:r>
            <a:r>
              <a:rPr lang="en-US" sz="1100" dirty="0">
                <a:solidFill>
                  <a:srgbClr val="2E86C1"/>
                </a:solidFill>
                <a:latin typeface="Meiryo"/>
              </a:rPr>
              <a:t>  Atmosphere</a:t>
            </a:r>
          </a:p>
        </p:txBody>
      </p:sp>
      <p:sp>
        <p:nvSpPr>
          <p:cNvPr id="103" name="airBody"/>
          <p:cNvSpPr txBox="1"/>
          <p:nvPr/>
        </p:nvSpPr>
        <p:spPr>
          <a:xfrm>
            <a:off x="4610100" y="1798806"/>
            <a:ext cx="2971800" cy="1270000"/>
          </a:xfrm>
          <a:prstGeom prst="rect">
            <a:avLst/>
          </a:prstGeom>
          <a:noFill/>
        </p:spPr>
        <p:txBody>
          <a:bodyPr wrap="square" lIns="0" tIns="0" rIns="0" bIns="0" anchor="t"/>
          <a:lstStyle/>
          <a:p>
            <a:pPr marL="171450" indent="-171450" algn="l">
              <a:lnSpc>
                <a:spcPct val="135000"/>
              </a:lnSpc>
              <a:buFont typeface="Arial"/>
              <a:buChar char="・"/>
            </a:pPr>
            <a:r>
              <a:rPr lang="ja-JP" dirty="0">
                <a:solidFill>
                  <a:srgbClr val="2C3E50"/>
                </a:solidFill>
                <a:latin typeface="Meiryo"/>
                <a:ea typeface="Meiryo"/>
              </a:rPr>
              <a:t>N₂・O₂・Ar・CO₂ など</a:t>
            </a:r>
          </a:p>
          <a:p>
            <a:pPr marL="171450" indent="-171450" algn="l">
              <a:lnSpc>
                <a:spcPct val="135000"/>
              </a:lnSpc>
              <a:buFont typeface="Arial"/>
              <a:buChar char="・"/>
            </a:pPr>
            <a:r>
              <a:rPr lang="ja-JP" dirty="0">
                <a:solidFill>
                  <a:srgbClr val="2C3E50"/>
                </a:solidFill>
                <a:latin typeface="Meiryo"/>
                <a:ea typeface="Meiryo"/>
              </a:rPr>
              <a:t>気体・エアロゾル</a:t>
            </a:r>
          </a:p>
          <a:p>
            <a:pPr marL="171450" indent="-171450" algn="l">
              <a:lnSpc>
                <a:spcPct val="135000"/>
              </a:lnSpc>
              <a:buFont typeface="Arial"/>
              <a:buChar char="・"/>
            </a:pPr>
            <a:r>
              <a:rPr lang="ja-JP" dirty="0">
                <a:solidFill>
                  <a:srgbClr val="2C3E50"/>
                </a:solidFill>
                <a:latin typeface="Meiryo"/>
                <a:ea typeface="Meiryo"/>
              </a:rPr>
              <a:t>成層圏・対流圏</a:t>
            </a:r>
          </a:p>
        </p:txBody>
      </p:sp>
      <p:sp>
        <p:nvSpPr>
          <p:cNvPr id="104" name="bioCard"/>
          <p:cNvSpPr/>
          <p:nvPr/>
        </p:nvSpPr>
        <p:spPr>
          <a:xfrm>
            <a:off x="4381500" y="4786684"/>
            <a:ext cx="3429000" cy="2095500"/>
          </a:xfrm>
          <a:prstGeom prst="roundRect">
            <a:avLst>
              <a:gd name="adj" fmla="val 8000"/>
            </a:avLst>
          </a:prstGeom>
          <a:solidFill>
            <a:srgbClr val="E9F7EF"/>
          </a:solidFill>
          <a:ln w="19050">
            <a:solidFill>
              <a:srgbClr val="27AE60"/>
            </a:solidFill>
          </a:ln>
        </p:spPr>
        <p:txBody>
          <a:bodyPr wrap="square" anchor="t"/>
          <a:lstStyle/>
          <a:p>
            <a:endParaRPr lang="ja-JP"/>
          </a:p>
        </p:txBody>
      </p:sp>
      <p:sp>
        <p:nvSpPr>
          <p:cNvPr id="105" name="bioTitle"/>
          <p:cNvSpPr txBox="1"/>
          <p:nvPr/>
        </p:nvSpPr>
        <p:spPr>
          <a:xfrm>
            <a:off x="4572000" y="4939084"/>
            <a:ext cx="3048000" cy="508000"/>
          </a:xfrm>
          <a:prstGeom prst="rect">
            <a:avLst/>
          </a:prstGeom>
          <a:noFill/>
        </p:spPr>
        <p:txBody>
          <a:bodyPr wrap="square" lIns="0" tIns="0" rIns="0" bIns="0" anchor="t"/>
          <a:lstStyle/>
          <a:p>
            <a:pPr marL="0" indent="0" algn="l">
              <a:buNone/>
            </a:pPr>
            <a:r>
              <a:rPr lang="ja-JP" sz="1800" b="1" dirty="0">
                <a:solidFill>
                  <a:srgbClr val="186A3B"/>
                </a:solidFill>
                <a:latin typeface="Meiryo"/>
                <a:ea typeface="Meiryo"/>
              </a:rPr>
              <a:t>生物圏</a:t>
            </a:r>
            <a:r>
              <a:rPr lang="en-US" sz="1100" dirty="0">
                <a:solidFill>
                  <a:srgbClr val="1E8449"/>
                </a:solidFill>
                <a:latin typeface="Meiryo"/>
              </a:rPr>
              <a:t>  Biosphere</a:t>
            </a:r>
          </a:p>
        </p:txBody>
      </p:sp>
      <p:sp>
        <p:nvSpPr>
          <p:cNvPr id="106" name="bioBody"/>
          <p:cNvSpPr txBox="1"/>
          <p:nvPr/>
        </p:nvSpPr>
        <p:spPr>
          <a:xfrm>
            <a:off x="4711700" y="5438707"/>
            <a:ext cx="2971800" cy="1270000"/>
          </a:xfrm>
          <a:prstGeom prst="rect">
            <a:avLst/>
          </a:prstGeom>
          <a:noFill/>
        </p:spPr>
        <p:txBody>
          <a:bodyPr wrap="square" lIns="0" tIns="0" rIns="0" bIns="0" anchor="t"/>
          <a:lstStyle/>
          <a:p>
            <a:pPr marL="171450" indent="-171450" algn="l">
              <a:lnSpc>
                <a:spcPct val="135000"/>
              </a:lnSpc>
              <a:buFont typeface="Arial"/>
              <a:buChar char="・"/>
            </a:pPr>
            <a:r>
              <a:rPr lang="ja-JP" dirty="0">
                <a:solidFill>
                  <a:srgbClr val="2C3E50"/>
                </a:solidFill>
                <a:latin typeface="Meiryo"/>
                <a:ea typeface="Meiryo"/>
              </a:rPr>
              <a:t>ヒト・動植物・微生物</a:t>
            </a:r>
          </a:p>
          <a:p>
            <a:pPr marL="171450" indent="-171450" algn="l">
              <a:lnSpc>
                <a:spcPct val="135000"/>
              </a:lnSpc>
              <a:buFont typeface="Arial"/>
              <a:buChar char="・"/>
            </a:pPr>
            <a:r>
              <a:rPr lang="ja-JP" dirty="0">
                <a:solidFill>
                  <a:srgbClr val="2C3E50"/>
                </a:solidFill>
                <a:latin typeface="Meiryo"/>
                <a:ea typeface="Meiryo"/>
              </a:rPr>
              <a:t>代謝で物質を取り込む</a:t>
            </a:r>
          </a:p>
          <a:p>
            <a:pPr marL="171450" indent="-171450" algn="l">
              <a:lnSpc>
                <a:spcPct val="135000"/>
              </a:lnSpc>
              <a:buFont typeface="Arial"/>
              <a:buChar char="・"/>
            </a:pPr>
            <a:r>
              <a:rPr lang="ja-JP" dirty="0">
                <a:solidFill>
                  <a:srgbClr val="2C3E50"/>
                </a:solidFill>
                <a:latin typeface="Meiryo"/>
                <a:ea typeface="Meiryo"/>
              </a:rPr>
              <a:t>汚染の最終的な受け手</a:t>
            </a:r>
          </a:p>
        </p:txBody>
      </p:sp>
      <p:sp>
        <p:nvSpPr>
          <p:cNvPr id="107" name="geoCard"/>
          <p:cNvSpPr/>
          <p:nvPr/>
        </p:nvSpPr>
        <p:spPr>
          <a:xfrm>
            <a:off x="8215122" y="3068806"/>
            <a:ext cx="3429000" cy="2095500"/>
          </a:xfrm>
          <a:prstGeom prst="roundRect">
            <a:avLst>
              <a:gd name="adj" fmla="val 8000"/>
            </a:avLst>
          </a:prstGeom>
          <a:solidFill>
            <a:srgbClr val="FDF2E9"/>
          </a:solidFill>
          <a:ln w="19050">
            <a:solidFill>
              <a:srgbClr val="DC7633"/>
            </a:solidFill>
          </a:ln>
        </p:spPr>
        <p:txBody>
          <a:bodyPr wrap="square" anchor="t"/>
          <a:lstStyle/>
          <a:p>
            <a:endParaRPr lang="ja-JP"/>
          </a:p>
        </p:txBody>
      </p:sp>
      <p:sp>
        <p:nvSpPr>
          <p:cNvPr id="108" name="geoTitle"/>
          <p:cNvSpPr txBox="1"/>
          <p:nvPr/>
        </p:nvSpPr>
        <p:spPr>
          <a:xfrm>
            <a:off x="8405622" y="3221206"/>
            <a:ext cx="3048000" cy="508000"/>
          </a:xfrm>
          <a:prstGeom prst="rect">
            <a:avLst/>
          </a:prstGeom>
          <a:noFill/>
        </p:spPr>
        <p:txBody>
          <a:bodyPr wrap="square" lIns="0" tIns="0" rIns="0" bIns="0" anchor="t"/>
          <a:lstStyle/>
          <a:p>
            <a:pPr marL="0" indent="0" algn="l">
              <a:buNone/>
            </a:pPr>
            <a:r>
              <a:rPr lang="ja-JP" sz="1800" b="1" dirty="0">
                <a:solidFill>
                  <a:srgbClr val="873600"/>
                </a:solidFill>
                <a:latin typeface="Meiryo"/>
                <a:ea typeface="Meiryo"/>
              </a:rPr>
              <a:t>地圏（土壌）</a:t>
            </a:r>
            <a:r>
              <a:rPr lang="en-US" sz="1100" dirty="0">
                <a:solidFill>
                  <a:srgbClr val="BA4A00"/>
                </a:solidFill>
                <a:latin typeface="Meiryo"/>
              </a:rPr>
              <a:t>  Geosphere</a:t>
            </a:r>
          </a:p>
        </p:txBody>
      </p:sp>
      <p:sp>
        <p:nvSpPr>
          <p:cNvPr id="109" name="geoBody"/>
          <p:cNvSpPr txBox="1"/>
          <p:nvPr/>
        </p:nvSpPr>
        <p:spPr>
          <a:xfrm>
            <a:off x="8443722" y="3767306"/>
            <a:ext cx="2971800" cy="1270000"/>
          </a:xfrm>
          <a:prstGeom prst="rect">
            <a:avLst/>
          </a:prstGeom>
          <a:noFill/>
        </p:spPr>
        <p:txBody>
          <a:bodyPr wrap="square" lIns="0" tIns="0" rIns="0" bIns="0" anchor="t"/>
          <a:lstStyle/>
          <a:p>
            <a:pPr marL="171450" indent="-171450" algn="l">
              <a:lnSpc>
                <a:spcPct val="135000"/>
              </a:lnSpc>
              <a:buFont typeface="Arial"/>
              <a:buChar char="・"/>
            </a:pPr>
            <a:r>
              <a:rPr lang="ja-JP" sz="2000" dirty="0">
                <a:solidFill>
                  <a:srgbClr val="2C3E50"/>
                </a:solidFill>
                <a:latin typeface="Meiryo"/>
                <a:ea typeface="Meiryo"/>
              </a:rPr>
              <a:t>土壌・岩石・堆積物</a:t>
            </a:r>
          </a:p>
          <a:p>
            <a:pPr marL="171450" indent="-171450" algn="l">
              <a:lnSpc>
                <a:spcPct val="135000"/>
              </a:lnSpc>
              <a:buFont typeface="Arial"/>
              <a:buChar char="・"/>
            </a:pPr>
            <a:r>
              <a:rPr lang="ja-JP" sz="2000" dirty="0">
                <a:solidFill>
                  <a:srgbClr val="2C3E50"/>
                </a:solidFill>
                <a:latin typeface="Meiryo"/>
                <a:ea typeface="Meiryo"/>
              </a:rPr>
              <a:t>重金属・農薬の蓄積</a:t>
            </a:r>
          </a:p>
          <a:p>
            <a:pPr marL="171450" indent="-171450" algn="l">
              <a:lnSpc>
                <a:spcPct val="135000"/>
              </a:lnSpc>
              <a:buFont typeface="Arial"/>
              <a:buChar char="・"/>
            </a:pPr>
            <a:r>
              <a:rPr lang="ja-JP" sz="2000" dirty="0">
                <a:solidFill>
                  <a:srgbClr val="2C3E50"/>
                </a:solidFill>
                <a:latin typeface="Meiryo"/>
                <a:ea typeface="Meiryo"/>
              </a:rPr>
              <a:t>地下水と接する</a:t>
            </a:r>
          </a:p>
        </p:txBody>
      </p:sp>
      <p:sp>
        <p:nvSpPr>
          <p:cNvPr id="110" name="waterCard"/>
          <p:cNvSpPr/>
          <p:nvPr/>
        </p:nvSpPr>
        <p:spPr>
          <a:xfrm>
            <a:off x="635000" y="3048000"/>
            <a:ext cx="3429000" cy="2095500"/>
          </a:xfrm>
          <a:prstGeom prst="roundRect">
            <a:avLst>
              <a:gd name="adj" fmla="val 8000"/>
            </a:avLst>
          </a:prstGeom>
          <a:solidFill>
            <a:srgbClr val="EAF6FF"/>
          </a:solidFill>
          <a:ln w="19050">
            <a:solidFill>
              <a:srgbClr val="3498DB"/>
            </a:solidFill>
          </a:ln>
        </p:spPr>
        <p:txBody>
          <a:bodyPr wrap="square" anchor="t"/>
          <a:lstStyle/>
          <a:p>
            <a:endParaRPr lang="ja-JP"/>
          </a:p>
        </p:txBody>
      </p:sp>
      <p:sp>
        <p:nvSpPr>
          <p:cNvPr id="111" name="waterTitle"/>
          <p:cNvSpPr txBox="1"/>
          <p:nvPr/>
        </p:nvSpPr>
        <p:spPr>
          <a:xfrm>
            <a:off x="825500" y="3200400"/>
            <a:ext cx="3048000" cy="508000"/>
          </a:xfrm>
          <a:prstGeom prst="rect">
            <a:avLst/>
          </a:prstGeom>
          <a:noFill/>
        </p:spPr>
        <p:txBody>
          <a:bodyPr wrap="square" lIns="0" tIns="0" rIns="0" bIns="0" anchor="t"/>
          <a:lstStyle/>
          <a:p>
            <a:pPr marL="0" indent="0" algn="l">
              <a:buNone/>
            </a:pPr>
            <a:r>
              <a:rPr lang="ja-JP" sz="1800" b="1" dirty="0">
                <a:solidFill>
                  <a:srgbClr val="1B4F72"/>
                </a:solidFill>
                <a:latin typeface="Meiryo"/>
                <a:ea typeface="Meiryo"/>
              </a:rPr>
              <a:t>水圏</a:t>
            </a:r>
            <a:r>
              <a:rPr lang="en-US" sz="1100" dirty="0">
                <a:solidFill>
                  <a:srgbClr val="2874A6"/>
                </a:solidFill>
                <a:latin typeface="Meiryo"/>
              </a:rPr>
              <a:t>  Hydrosphere</a:t>
            </a:r>
          </a:p>
        </p:txBody>
      </p:sp>
      <p:sp>
        <p:nvSpPr>
          <p:cNvPr id="112" name="waterBody"/>
          <p:cNvSpPr txBox="1"/>
          <p:nvPr/>
        </p:nvSpPr>
        <p:spPr>
          <a:xfrm>
            <a:off x="762000" y="3583562"/>
            <a:ext cx="2971800" cy="1270000"/>
          </a:xfrm>
          <a:prstGeom prst="rect">
            <a:avLst/>
          </a:prstGeom>
          <a:noFill/>
        </p:spPr>
        <p:txBody>
          <a:bodyPr wrap="square" lIns="0" tIns="0" rIns="0" bIns="0" anchor="t"/>
          <a:lstStyle/>
          <a:p>
            <a:pPr marL="171450" indent="-171450" algn="l">
              <a:lnSpc>
                <a:spcPct val="135000"/>
              </a:lnSpc>
              <a:buFont typeface="Arial"/>
              <a:buChar char="・"/>
            </a:pPr>
            <a:r>
              <a:rPr lang="ja-JP" dirty="0">
                <a:solidFill>
                  <a:srgbClr val="2C3E50"/>
                </a:solidFill>
                <a:latin typeface="Meiryo"/>
                <a:ea typeface="Meiryo"/>
              </a:rPr>
              <a:t>海洋・河川・湖沼・地下水</a:t>
            </a:r>
          </a:p>
          <a:p>
            <a:pPr marL="171450" indent="-171450" algn="l">
              <a:lnSpc>
                <a:spcPct val="135000"/>
              </a:lnSpc>
              <a:buFont typeface="Arial"/>
              <a:buChar char="・"/>
            </a:pPr>
            <a:r>
              <a:rPr lang="ja-JP" dirty="0">
                <a:solidFill>
                  <a:srgbClr val="2C3E50"/>
                </a:solidFill>
                <a:latin typeface="Meiryo"/>
                <a:ea typeface="Meiryo"/>
              </a:rPr>
              <a:t>溶解・希釈・運搬</a:t>
            </a:r>
          </a:p>
          <a:p>
            <a:pPr marL="171450" indent="-171450" algn="l">
              <a:lnSpc>
                <a:spcPct val="135000"/>
              </a:lnSpc>
              <a:buFont typeface="Arial"/>
              <a:buChar char="・"/>
            </a:pPr>
            <a:r>
              <a:rPr lang="ja-JP" dirty="0">
                <a:solidFill>
                  <a:srgbClr val="2C3E50"/>
                </a:solidFill>
                <a:latin typeface="Meiryo"/>
                <a:ea typeface="Meiryo"/>
              </a:rPr>
              <a:t>化学物質の主要な経路</a:t>
            </a:r>
          </a:p>
        </p:txBody>
      </p:sp>
      <p:sp>
        <p:nvSpPr>
          <p:cNvPr id="113" name="Arrow113"/>
          <p:cNvSpPr/>
          <p:nvPr/>
        </p:nvSpPr>
        <p:spPr>
          <a:xfrm rot="5400000">
            <a:off x="5864293" y="3034895"/>
            <a:ext cx="551774" cy="469360"/>
          </a:xfrm>
          <a:prstGeom prst="leftRightArrow">
            <a:avLst>
              <a:gd name="adj1" fmla="val 35000"/>
              <a:gd name="adj2" fmla="val 40000"/>
            </a:avLst>
          </a:prstGeom>
          <a:solidFill>
            <a:srgbClr val="85929E"/>
          </a:solidFill>
          <a:ln>
            <a:noFill/>
          </a:ln>
        </p:spPr>
        <p:txBody>
          <a:bodyPr/>
          <a:lstStyle/>
          <a:p>
            <a:endParaRPr lang="ja-JP"/>
          </a:p>
        </p:txBody>
      </p:sp>
      <p:sp>
        <p:nvSpPr>
          <p:cNvPr id="114" name="Arrow114"/>
          <p:cNvSpPr/>
          <p:nvPr/>
        </p:nvSpPr>
        <p:spPr>
          <a:xfrm rot="5400000">
            <a:off x="5949680" y="4471008"/>
            <a:ext cx="381000" cy="381000"/>
          </a:xfrm>
          <a:prstGeom prst="leftRightArrow">
            <a:avLst>
              <a:gd name="adj1" fmla="val 35000"/>
              <a:gd name="adj2" fmla="val 40000"/>
            </a:avLst>
          </a:prstGeom>
          <a:solidFill>
            <a:srgbClr val="85929E"/>
          </a:solidFill>
          <a:ln>
            <a:noFill/>
          </a:ln>
        </p:spPr>
        <p:txBody>
          <a:bodyPr/>
          <a:lstStyle/>
          <a:p>
            <a:endParaRPr lang="ja-JP"/>
          </a:p>
        </p:txBody>
      </p:sp>
      <p:sp>
        <p:nvSpPr>
          <p:cNvPr id="115" name="Arrow115"/>
          <p:cNvSpPr/>
          <p:nvPr/>
        </p:nvSpPr>
        <p:spPr>
          <a:xfrm>
            <a:off x="4127500" y="3746500"/>
            <a:ext cx="1143000" cy="485032"/>
          </a:xfrm>
          <a:prstGeom prst="leftRightArrow">
            <a:avLst>
              <a:gd name="adj1" fmla="val 35000"/>
              <a:gd name="adj2" fmla="val 40000"/>
            </a:avLst>
          </a:prstGeom>
          <a:solidFill>
            <a:srgbClr val="85929E"/>
          </a:solidFill>
          <a:ln>
            <a:noFill/>
          </a:ln>
        </p:spPr>
        <p:txBody>
          <a:bodyPr/>
          <a:lstStyle/>
          <a:p>
            <a:endParaRPr lang="ja-JP"/>
          </a:p>
        </p:txBody>
      </p:sp>
      <p:sp>
        <p:nvSpPr>
          <p:cNvPr id="117" name="Hub117"/>
          <p:cNvSpPr/>
          <p:nvPr/>
        </p:nvSpPr>
        <p:spPr>
          <a:xfrm>
            <a:off x="5397500" y="3583562"/>
            <a:ext cx="1397000" cy="825500"/>
          </a:xfrm>
          <a:prstGeom prst="ellipse">
            <a:avLst/>
          </a:prstGeom>
          <a:solidFill>
            <a:srgbClr val="1A5276"/>
          </a:solidFill>
          <a:ln w="19050">
            <a:solidFill>
              <a:srgbClr val="1A5276"/>
            </a:solidFill>
          </a:ln>
        </p:spPr>
        <p:txBody>
          <a:bodyPr wrap="square" lIns="3600" tIns="3600" rIns="3600" bIns="3600" anchor="ctr"/>
          <a:lstStyle/>
          <a:p>
            <a:pPr marL="0" indent="0" algn="ctr">
              <a:buNone/>
            </a:pPr>
            <a:r>
              <a:rPr lang="ja-JP" sz="1600" b="1" dirty="0">
                <a:solidFill>
                  <a:srgbClr val="FFFFFF"/>
                </a:solidFill>
                <a:latin typeface="Meiryo"/>
                <a:ea typeface="Meiryo"/>
              </a:rPr>
              <a:t>物質循環</a:t>
            </a:r>
          </a:p>
        </p:txBody>
      </p:sp>
      <p:sp>
        <p:nvSpPr>
          <p:cNvPr id="118" name="Caption"/>
          <p:cNvSpPr txBox="1"/>
          <p:nvPr/>
        </p:nvSpPr>
        <p:spPr>
          <a:xfrm>
            <a:off x="-2083924" y="1003300"/>
            <a:ext cx="10668000" cy="317500"/>
          </a:xfrm>
          <a:prstGeom prst="rect">
            <a:avLst/>
          </a:prstGeom>
          <a:noFill/>
        </p:spPr>
        <p:txBody>
          <a:bodyPr wrap="square" lIns="0" tIns="0" rIns="0" bIns="0" anchor="t"/>
          <a:lstStyle/>
          <a:p>
            <a:pPr marL="0" indent="0" algn="ctr">
              <a:buNone/>
            </a:pPr>
            <a:r>
              <a:rPr lang="ja-JP" sz="1400" i="1" dirty="0">
                <a:solidFill>
                  <a:srgbClr val="5D6D7E"/>
                </a:solidFill>
                <a:latin typeface="Meiryo"/>
                <a:ea typeface="Meiryo"/>
              </a:rPr>
              <a:t>化学物質は四つの圏を絶えず行き来し、最終的にヒトの健康に影響する</a:t>
            </a:r>
          </a:p>
        </p:txBody>
      </p:sp>
      <p:sp>
        <p:nvSpPr>
          <p:cNvPr id="4" name="Arrow115">
            <a:extLst>
              <a:ext uri="{FF2B5EF4-FFF2-40B4-BE49-F238E27FC236}">
                <a16:creationId xmlns:a16="http://schemas.microsoft.com/office/drawing/2014/main" id="{2842187F-46F9-A843-81F9-35D129AC1B2B}"/>
              </a:ext>
            </a:extLst>
          </p:cNvPr>
          <p:cNvSpPr/>
          <p:nvPr/>
        </p:nvSpPr>
        <p:spPr>
          <a:xfrm>
            <a:off x="7016750" y="3694484"/>
            <a:ext cx="1143000" cy="485032"/>
          </a:xfrm>
          <a:prstGeom prst="leftRightArrow">
            <a:avLst>
              <a:gd name="adj1" fmla="val 35000"/>
              <a:gd name="adj2" fmla="val 40000"/>
            </a:avLst>
          </a:prstGeom>
          <a:solidFill>
            <a:srgbClr val="85929E"/>
          </a:solidFill>
          <a:ln>
            <a:noFill/>
          </a:ln>
        </p:spPr>
        <p:txBody>
          <a:bodyPr/>
          <a:lstStyle/>
          <a:p>
            <a:endParaRPr lang="ja-JP"/>
          </a:p>
        </p:txBody>
      </p:sp>
    </p:spTree>
    <p:extLst>
      <p:ext uri="{BB962C8B-B14F-4D97-AF65-F5344CB8AC3E}">
        <p14:creationId xmlns:p14="http://schemas.microsoft.com/office/powerpoint/2010/main" val="2867530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確認ポイント — Sec. A-1（四圏）</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Shape 2"/>
          <p:cNvSpPr/>
          <p:nvPr/>
        </p:nvSpPr>
        <p:spPr>
          <a:xfrm>
            <a:off x="411480" y="1188720"/>
            <a:ext cx="11365992" cy="1658112"/>
          </a:xfrm>
          <a:prstGeom prst="rect">
            <a:avLst/>
          </a:prstGeom>
          <a:solidFill>
            <a:srgbClr val="FFFFFF"/>
          </a:solidFill>
          <a:ln w="6350">
            <a:solidFill>
              <a:srgbClr val="D5DBDB"/>
            </a:solidFill>
            <a:prstDash val="solid"/>
          </a:ln>
        </p:spPr>
        <p:txBody>
          <a:bodyPr/>
          <a:lstStyle/>
          <a:p>
            <a:endParaRPr lang="ja-JP" altLang="en-US"/>
          </a:p>
        </p:txBody>
      </p:sp>
      <p:sp>
        <p:nvSpPr>
          <p:cNvPr id="5" name="Shape 3"/>
          <p:cNvSpPr/>
          <p:nvPr/>
        </p:nvSpPr>
        <p:spPr>
          <a:xfrm>
            <a:off x="411480" y="1188720"/>
            <a:ext cx="73152" cy="1658112"/>
          </a:xfrm>
          <a:prstGeom prst="rect">
            <a:avLst/>
          </a:prstGeom>
          <a:solidFill>
            <a:srgbClr val="2980B9"/>
          </a:solidFill>
          <a:ln/>
        </p:spPr>
        <p:txBody>
          <a:bodyPr/>
          <a:lstStyle/>
          <a:p>
            <a:endParaRPr lang="ja-JP" altLang="en-US"/>
          </a:p>
        </p:txBody>
      </p:sp>
      <p:sp>
        <p:nvSpPr>
          <p:cNvPr id="6" name="Text 4"/>
          <p:cNvSpPr/>
          <p:nvPr/>
        </p:nvSpPr>
        <p:spPr>
          <a:xfrm>
            <a:off x="594360" y="1261872"/>
            <a:ext cx="11000232" cy="365760"/>
          </a:xfrm>
          <a:prstGeom prst="rect">
            <a:avLst/>
          </a:prstGeom>
          <a:noFill/>
          <a:ln/>
        </p:spPr>
        <p:txBody>
          <a:bodyPr wrap="square" rtlCol="0" anchor="ctr"/>
          <a:lstStyle/>
          <a:p>
            <a:pPr marL="0" indent="0">
              <a:buNone/>
            </a:pPr>
            <a:r>
              <a:rPr lang="en-US" sz="2400" b="1" dirty="0">
                <a:solidFill>
                  <a:srgbClr val="1A5276"/>
                </a:solidFill>
                <a:latin typeface="Meiryo" pitchFamily="34" charset="0"/>
                <a:ea typeface="Meiryo" pitchFamily="34" charset="-122"/>
                <a:cs typeface="Meiryo" pitchFamily="34" charset="-120"/>
              </a:rPr>
              <a:t>Q1. 大気の体積比 上位3成分は？</a:t>
            </a:r>
            <a:endParaRPr lang="en-US" sz="2400" dirty="0"/>
          </a:p>
        </p:txBody>
      </p:sp>
      <p:sp>
        <p:nvSpPr>
          <p:cNvPr id="7" name="Text 5"/>
          <p:cNvSpPr/>
          <p:nvPr/>
        </p:nvSpPr>
        <p:spPr>
          <a:xfrm>
            <a:off x="594360" y="1645920"/>
            <a:ext cx="11000232" cy="1127760"/>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N₂ 約78% / O₂ 約21% / Ar 約1%（CO₂ は 約0.04%）</a:t>
            </a:r>
            <a:endParaRPr lang="en-US" sz="2400" dirty="0"/>
          </a:p>
        </p:txBody>
      </p:sp>
      <p:sp>
        <p:nvSpPr>
          <p:cNvPr id="8" name="Shape 6"/>
          <p:cNvSpPr/>
          <p:nvPr/>
        </p:nvSpPr>
        <p:spPr>
          <a:xfrm>
            <a:off x="411480" y="2956560"/>
            <a:ext cx="11365992" cy="1658112"/>
          </a:xfrm>
          <a:prstGeom prst="rect">
            <a:avLst/>
          </a:prstGeom>
          <a:solidFill>
            <a:srgbClr val="FFFFFF"/>
          </a:solidFill>
          <a:ln w="6350">
            <a:solidFill>
              <a:srgbClr val="D5DBDB"/>
            </a:solidFill>
            <a:prstDash val="solid"/>
          </a:ln>
        </p:spPr>
        <p:txBody>
          <a:bodyPr/>
          <a:lstStyle/>
          <a:p>
            <a:endParaRPr lang="ja-JP" altLang="en-US"/>
          </a:p>
        </p:txBody>
      </p:sp>
      <p:sp>
        <p:nvSpPr>
          <p:cNvPr id="9" name="Shape 7"/>
          <p:cNvSpPr/>
          <p:nvPr/>
        </p:nvSpPr>
        <p:spPr>
          <a:xfrm>
            <a:off x="411480" y="2956560"/>
            <a:ext cx="73152" cy="1658112"/>
          </a:xfrm>
          <a:prstGeom prst="rect">
            <a:avLst/>
          </a:prstGeom>
          <a:solidFill>
            <a:srgbClr val="2980B9"/>
          </a:solidFill>
          <a:ln/>
        </p:spPr>
        <p:txBody>
          <a:bodyPr/>
          <a:lstStyle/>
          <a:p>
            <a:endParaRPr lang="ja-JP" altLang="en-US"/>
          </a:p>
        </p:txBody>
      </p:sp>
      <p:sp>
        <p:nvSpPr>
          <p:cNvPr id="10" name="Text 8"/>
          <p:cNvSpPr/>
          <p:nvPr/>
        </p:nvSpPr>
        <p:spPr>
          <a:xfrm>
            <a:off x="594360" y="3029712"/>
            <a:ext cx="11000232" cy="365760"/>
          </a:xfrm>
          <a:prstGeom prst="rect">
            <a:avLst/>
          </a:prstGeom>
          <a:noFill/>
          <a:ln/>
        </p:spPr>
        <p:txBody>
          <a:bodyPr wrap="square" rtlCol="0" anchor="ctr"/>
          <a:lstStyle/>
          <a:p>
            <a:pPr marL="0" indent="0">
              <a:buNone/>
            </a:pPr>
            <a:r>
              <a:rPr lang="en-US" sz="2400" b="1" dirty="0">
                <a:solidFill>
                  <a:srgbClr val="1A5276"/>
                </a:solidFill>
                <a:latin typeface="Meiryo" pitchFamily="34" charset="0"/>
                <a:ea typeface="Meiryo" pitchFamily="34" charset="-122"/>
                <a:cs typeface="Meiryo" pitchFamily="34" charset="-120"/>
              </a:rPr>
              <a:t>Q2. オゾン層はどの圏のどの高度にある？</a:t>
            </a:r>
            <a:endParaRPr lang="en-US" sz="2400" dirty="0"/>
          </a:p>
        </p:txBody>
      </p:sp>
      <p:sp>
        <p:nvSpPr>
          <p:cNvPr id="11" name="Text 9"/>
          <p:cNvSpPr/>
          <p:nvPr/>
        </p:nvSpPr>
        <p:spPr>
          <a:xfrm>
            <a:off x="594360" y="3413760"/>
            <a:ext cx="11000232" cy="1127760"/>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成層圏内の</a:t>
            </a:r>
            <a:r>
              <a:rPr lang="en-US" sz="2400" b="1" dirty="0">
                <a:solidFill>
                  <a:srgbClr val="1A5276"/>
                </a:solidFill>
                <a:latin typeface="Meiryo" pitchFamily="34" charset="0"/>
                <a:ea typeface="Meiryo" pitchFamily="34" charset="-122"/>
                <a:cs typeface="Meiryo" pitchFamily="34" charset="-120"/>
              </a:rPr>
              <a:t>10–50 km</a:t>
            </a:r>
            <a:r>
              <a:rPr lang="en-US" sz="2400" dirty="0">
                <a:solidFill>
                  <a:srgbClr val="2C3E50"/>
                </a:solidFill>
                <a:latin typeface="Meiryo" pitchFamily="34" charset="0"/>
                <a:ea typeface="Meiryo" pitchFamily="34" charset="-122"/>
                <a:cs typeface="Meiryo" pitchFamily="34" charset="-120"/>
              </a:rPr>
              <a:t>。紫外線（特にUVB）を吸収し地上の生命を保護する。</a:t>
            </a:r>
            <a:endParaRPr lang="en-US" sz="2400" dirty="0"/>
          </a:p>
        </p:txBody>
      </p:sp>
      <p:sp>
        <p:nvSpPr>
          <p:cNvPr id="12" name="Shape 10"/>
          <p:cNvSpPr/>
          <p:nvPr/>
        </p:nvSpPr>
        <p:spPr>
          <a:xfrm>
            <a:off x="411480" y="4724400"/>
            <a:ext cx="11365992" cy="1658112"/>
          </a:xfrm>
          <a:prstGeom prst="rect">
            <a:avLst/>
          </a:prstGeom>
          <a:solidFill>
            <a:srgbClr val="FFFFFF"/>
          </a:solidFill>
          <a:ln w="6350">
            <a:solidFill>
              <a:srgbClr val="D5DBDB"/>
            </a:solidFill>
            <a:prstDash val="solid"/>
          </a:ln>
        </p:spPr>
        <p:txBody>
          <a:bodyPr/>
          <a:lstStyle/>
          <a:p>
            <a:endParaRPr lang="ja-JP" altLang="en-US"/>
          </a:p>
        </p:txBody>
      </p:sp>
      <p:sp>
        <p:nvSpPr>
          <p:cNvPr id="13" name="Shape 11"/>
          <p:cNvSpPr/>
          <p:nvPr/>
        </p:nvSpPr>
        <p:spPr>
          <a:xfrm>
            <a:off x="411480" y="4724400"/>
            <a:ext cx="73152" cy="1658112"/>
          </a:xfrm>
          <a:prstGeom prst="rect">
            <a:avLst/>
          </a:prstGeom>
          <a:solidFill>
            <a:srgbClr val="2980B9"/>
          </a:solidFill>
          <a:ln/>
        </p:spPr>
        <p:txBody>
          <a:bodyPr/>
          <a:lstStyle/>
          <a:p>
            <a:endParaRPr lang="ja-JP" altLang="en-US"/>
          </a:p>
        </p:txBody>
      </p:sp>
      <p:sp>
        <p:nvSpPr>
          <p:cNvPr id="14" name="Text 12"/>
          <p:cNvSpPr/>
          <p:nvPr/>
        </p:nvSpPr>
        <p:spPr>
          <a:xfrm>
            <a:off x="594360" y="4797552"/>
            <a:ext cx="11000232" cy="365760"/>
          </a:xfrm>
          <a:prstGeom prst="rect">
            <a:avLst/>
          </a:prstGeom>
          <a:noFill/>
          <a:ln/>
        </p:spPr>
        <p:txBody>
          <a:bodyPr wrap="square" rtlCol="0" anchor="ctr"/>
          <a:lstStyle/>
          <a:p>
            <a:pPr marL="0" indent="0">
              <a:buNone/>
            </a:pPr>
            <a:r>
              <a:rPr lang="en-US" sz="2400" b="1" dirty="0">
                <a:solidFill>
                  <a:srgbClr val="1A5276"/>
                </a:solidFill>
                <a:latin typeface="Meiryo" pitchFamily="34" charset="0"/>
                <a:ea typeface="Meiryo" pitchFamily="34" charset="-122"/>
                <a:cs typeface="Meiryo" pitchFamily="34" charset="-120"/>
              </a:rPr>
              <a:t>Q3. 人類が利用できる水は全水量の何%？</a:t>
            </a:r>
            <a:endParaRPr lang="en-US" sz="2400" dirty="0"/>
          </a:p>
        </p:txBody>
      </p:sp>
      <p:sp>
        <p:nvSpPr>
          <p:cNvPr id="15" name="Text 13"/>
          <p:cNvSpPr/>
          <p:nvPr/>
        </p:nvSpPr>
        <p:spPr>
          <a:xfrm>
            <a:off x="594360" y="5181600"/>
            <a:ext cx="11000232" cy="1127760"/>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約</a:t>
            </a:r>
            <a:r>
              <a:rPr lang="en-US" sz="2400" b="1" dirty="0">
                <a:solidFill>
                  <a:srgbClr val="1A5276"/>
                </a:solidFill>
                <a:latin typeface="Meiryo" pitchFamily="34" charset="0"/>
                <a:ea typeface="Meiryo" pitchFamily="34" charset="-122"/>
                <a:cs typeface="Meiryo" pitchFamily="34" charset="-120"/>
              </a:rPr>
              <a:t>0.01%</a:t>
            </a:r>
            <a:r>
              <a:rPr lang="en-US" sz="2400" dirty="0">
                <a:solidFill>
                  <a:srgbClr val="2C3E50"/>
                </a:solidFill>
                <a:latin typeface="Meiryo" pitchFamily="34" charset="0"/>
                <a:ea typeface="Meiryo" pitchFamily="34" charset="-122"/>
                <a:cs typeface="Meiryo" pitchFamily="34" charset="-120"/>
              </a:rPr>
              <a:t>（湖沼・河川・地下水の一部）。海水97.5%、氷河1.76%。</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C31E9-2FAD-9E88-7AF4-8026C9DA0EE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5E76721-0F0A-91E1-A277-377C74AA320D}"/>
              </a:ext>
            </a:extLst>
          </p:cNvPr>
          <p:cNvSpPr/>
          <p:nvPr/>
        </p:nvSpPr>
        <p:spPr>
          <a:xfrm>
            <a:off x="411480" y="320040"/>
            <a:ext cx="8647938" cy="594360"/>
          </a:xfrm>
          <a:prstGeom prst="rect">
            <a:avLst/>
          </a:prstGeom>
          <a:noFill/>
          <a:ln/>
        </p:spPr>
        <p:txBody>
          <a:bodyPr wrap="square" rtlCol="0" anchor="ctr"/>
          <a:lstStyle/>
          <a:p>
            <a:pPr marL="0" indent="0">
              <a:buNone/>
            </a:pPr>
            <a:r>
              <a:rPr lang="en-US" sz="3600" b="1" dirty="0">
                <a:solidFill>
                  <a:srgbClr val="1A5276"/>
                </a:solidFill>
                <a:latin typeface="Meiryo" pitchFamily="34" charset="0"/>
                <a:ea typeface="Meiryo" pitchFamily="34" charset="-122"/>
                <a:cs typeface="Meiryo" pitchFamily="34" charset="-120"/>
              </a:rPr>
              <a:t>本日の範囲 — 教科書VI-1章の全体構造</a:t>
            </a:r>
            <a:endParaRPr lang="en-US" sz="3600" dirty="0"/>
          </a:p>
        </p:txBody>
      </p:sp>
      <p:sp>
        <p:nvSpPr>
          <p:cNvPr id="3" name="Shape 1">
            <a:extLst>
              <a:ext uri="{FF2B5EF4-FFF2-40B4-BE49-F238E27FC236}">
                <a16:creationId xmlns:a16="http://schemas.microsoft.com/office/drawing/2014/main" id="{F01975E1-0D36-E53B-643A-A01B15C112F0}"/>
              </a:ext>
            </a:extLst>
          </p:cNvPr>
          <p:cNvSpPr/>
          <p:nvPr/>
        </p:nvSpPr>
        <p:spPr>
          <a:xfrm>
            <a:off x="411480" y="950976"/>
            <a:ext cx="11365992" cy="22860"/>
          </a:xfrm>
          <a:prstGeom prst="rect">
            <a:avLst/>
          </a:prstGeom>
          <a:solidFill>
            <a:srgbClr val="2980B9"/>
          </a:solidFill>
          <a:ln/>
        </p:spPr>
        <p:txBody>
          <a:bodyPr/>
          <a:lstStyle/>
          <a:p>
            <a:endParaRPr lang="ja-JP" altLang="en-US" sz="2800"/>
          </a:p>
        </p:txBody>
      </p:sp>
      <p:sp>
        <p:nvSpPr>
          <p:cNvPr id="7" name="Text 5">
            <a:extLst>
              <a:ext uri="{FF2B5EF4-FFF2-40B4-BE49-F238E27FC236}">
                <a16:creationId xmlns:a16="http://schemas.microsoft.com/office/drawing/2014/main" id="{F43E5813-EDF5-4FBF-61BA-3024ECD876E9}"/>
              </a:ext>
            </a:extLst>
          </p:cNvPr>
          <p:cNvSpPr/>
          <p:nvPr/>
        </p:nvSpPr>
        <p:spPr>
          <a:xfrm>
            <a:off x="411480" y="6355080"/>
            <a:ext cx="11365992" cy="274320"/>
          </a:xfrm>
          <a:prstGeom prst="rect">
            <a:avLst/>
          </a:prstGeom>
          <a:noFill/>
          <a:ln/>
        </p:spPr>
        <p:txBody>
          <a:bodyPr wrap="square" rtlCol="0" anchor="ctr"/>
          <a:lstStyle/>
          <a:p>
            <a:pPr marL="0" indent="0">
              <a:buNone/>
            </a:pPr>
            <a:r>
              <a:rPr lang="en-US" sz="1600" i="1" dirty="0">
                <a:solidFill>
                  <a:srgbClr val="5D6D7E"/>
                </a:solidFill>
                <a:latin typeface="Meiryo" pitchFamily="34" charset="0"/>
                <a:ea typeface="Meiryo" pitchFamily="34" charset="-122"/>
                <a:cs typeface="Meiryo" pitchFamily="34" charset="-120"/>
              </a:rPr>
              <a:t>★ = 重要度（学術的核心概念）／ 無印も全範囲が試験範囲</a:t>
            </a:r>
            <a:endParaRPr lang="en-US" sz="1600" dirty="0"/>
          </a:p>
        </p:txBody>
      </p:sp>
      <p:sp>
        <p:nvSpPr>
          <p:cNvPr id="8" name="Rectangle 7">
            <a:extLst>
              <a:ext uri="{FF2B5EF4-FFF2-40B4-BE49-F238E27FC236}">
                <a16:creationId xmlns:a16="http://schemas.microsoft.com/office/drawing/2014/main" id="{B5AA09FA-74D1-5380-1DC9-7A20EFC2855D}"/>
              </a:ext>
            </a:extLst>
          </p:cNvPr>
          <p:cNvSpPr/>
          <p:nvPr/>
        </p:nvSpPr>
        <p:spPr>
          <a:xfrm>
            <a:off x="411480"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 name="Rectangle 8">
            <a:extLst>
              <a:ext uri="{FF2B5EF4-FFF2-40B4-BE49-F238E27FC236}">
                <a16:creationId xmlns:a16="http://schemas.microsoft.com/office/drawing/2014/main" id="{5403CF73-8BB8-5887-276F-E245576BC3EF}"/>
              </a:ext>
            </a:extLst>
          </p:cNvPr>
          <p:cNvSpPr/>
          <p:nvPr/>
        </p:nvSpPr>
        <p:spPr>
          <a:xfrm>
            <a:off x="411480" y="1234440"/>
            <a:ext cx="2718054" cy="9601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a:extLst>
              <a:ext uri="{FF2B5EF4-FFF2-40B4-BE49-F238E27FC236}">
                <a16:creationId xmlns:a16="http://schemas.microsoft.com/office/drawing/2014/main" id="{3A159394-F6A0-A0A1-180D-D1321AD7F1EE}"/>
              </a:ext>
            </a:extLst>
          </p:cNvPr>
          <p:cNvSpPr txBox="1"/>
          <p:nvPr/>
        </p:nvSpPr>
        <p:spPr>
          <a:xfrm>
            <a:off x="548640"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A</a:t>
            </a:r>
          </a:p>
        </p:txBody>
      </p:sp>
      <p:sp>
        <p:nvSpPr>
          <p:cNvPr id="11" name="TextBox 10">
            <a:extLst>
              <a:ext uri="{FF2B5EF4-FFF2-40B4-BE49-F238E27FC236}">
                <a16:creationId xmlns:a16="http://schemas.microsoft.com/office/drawing/2014/main" id="{7EA9E519-9CF5-390B-FD00-F49462133BB6}"/>
              </a:ext>
            </a:extLst>
          </p:cNvPr>
          <p:cNvSpPr txBox="1"/>
          <p:nvPr/>
        </p:nvSpPr>
        <p:spPr>
          <a:xfrm>
            <a:off x="1280160"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地球環境と</a:t>
            </a:r>
          </a:p>
          <a:p>
            <a:pPr algn="l"/>
            <a:r>
              <a:rPr b="1">
                <a:solidFill>
                  <a:srgbClr val="FFFFFF"/>
                </a:solidFill>
                <a:latin typeface="Yu Gothic"/>
              </a:rPr>
              <a:t>生態系の構造</a:t>
            </a:r>
          </a:p>
        </p:txBody>
      </p:sp>
      <p:sp>
        <p:nvSpPr>
          <p:cNvPr id="12" name="Rectangle 11">
            <a:extLst>
              <a:ext uri="{FF2B5EF4-FFF2-40B4-BE49-F238E27FC236}">
                <a16:creationId xmlns:a16="http://schemas.microsoft.com/office/drawing/2014/main" id="{79FDC58D-CD42-229A-DD21-A38B57E6D9C5}"/>
              </a:ext>
            </a:extLst>
          </p:cNvPr>
          <p:cNvSpPr/>
          <p:nvPr/>
        </p:nvSpPr>
        <p:spPr>
          <a:xfrm>
            <a:off x="521208"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TextBox 12">
            <a:extLst>
              <a:ext uri="{FF2B5EF4-FFF2-40B4-BE49-F238E27FC236}">
                <a16:creationId xmlns:a16="http://schemas.microsoft.com/office/drawing/2014/main" id="{087573C0-027A-59F3-D77C-1549D0A791AB}"/>
              </a:ext>
            </a:extLst>
          </p:cNvPr>
          <p:cNvSpPr txBox="1"/>
          <p:nvPr/>
        </p:nvSpPr>
        <p:spPr>
          <a:xfrm>
            <a:off x="630936" y="2432304"/>
            <a:ext cx="777240" cy="276999"/>
          </a:xfrm>
          <a:prstGeom prst="rect">
            <a:avLst/>
          </a:prstGeom>
          <a:noFill/>
        </p:spPr>
        <p:txBody>
          <a:bodyPr wrap="square" lIns="0" tIns="0" rIns="0" bIns="0" anchor="t">
            <a:spAutoFit/>
          </a:bodyPr>
          <a:lstStyle/>
          <a:p>
            <a:pPr algn="l"/>
            <a:r>
              <a:rPr b="1">
                <a:solidFill>
                  <a:srgbClr val="1A5276"/>
                </a:solidFill>
                <a:latin typeface="Yu Gothic"/>
              </a:rPr>
              <a:t>A-1</a:t>
            </a:r>
          </a:p>
        </p:txBody>
      </p:sp>
      <p:sp>
        <p:nvSpPr>
          <p:cNvPr id="14" name="TextBox 13">
            <a:extLst>
              <a:ext uri="{FF2B5EF4-FFF2-40B4-BE49-F238E27FC236}">
                <a16:creationId xmlns:a16="http://schemas.microsoft.com/office/drawing/2014/main" id="{A750764F-AFDF-6833-843A-38C63F7CC6EB}"/>
              </a:ext>
            </a:extLst>
          </p:cNvPr>
          <p:cNvSpPr txBox="1"/>
          <p:nvPr/>
        </p:nvSpPr>
        <p:spPr>
          <a:xfrm>
            <a:off x="630936" y="2724912"/>
            <a:ext cx="2443734" cy="246221"/>
          </a:xfrm>
          <a:prstGeom prst="rect">
            <a:avLst/>
          </a:prstGeom>
          <a:noFill/>
        </p:spPr>
        <p:txBody>
          <a:bodyPr wrap="square" lIns="0" tIns="0" rIns="0" bIns="0" anchor="t">
            <a:spAutoFit/>
          </a:bodyPr>
          <a:lstStyle/>
          <a:p>
            <a:pPr algn="l"/>
            <a:r>
              <a:rPr sz="1600" b="0" dirty="0" err="1">
                <a:solidFill>
                  <a:srgbClr val="2C3E50"/>
                </a:solidFill>
                <a:latin typeface="Yu Gothic"/>
              </a:rPr>
              <a:t>四圏（地・水・気・生物</a:t>
            </a:r>
            <a:r>
              <a:rPr sz="1600" b="0" dirty="0">
                <a:solidFill>
                  <a:srgbClr val="2C3E50"/>
                </a:solidFill>
                <a:latin typeface="Yu Gothic"/>
              </a:rPr>
              <a:t>）</a:t>
            </a:r>
          </a:p>
        </p:txBody>
      </p:sp>
      <p:sp>
        <p:nvSpPr>
          <p:cNvPr id="15" name="Rectangle 14">
            <a:extLst>
              <a:ext uri="{FF2B5EF4-FFF2-40B4-BE49-F238E27FC236}">
                <a16:creationId xmlns:a16="http://schemas.microsoft.com/office/drawing/2014/main" id="{8468B6D7-EC5C-AABA-E5C2-50BF62AB0946}"/>
              </a:ext>
            </a:extLst>
          </p:cNvPr>
          <p:cNvSpPr/>
          <p:nvPr/>
        </p:nvSpPr>
        <p:spPr>
          <a:xfrm>
            <a:off x="521208"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TextBox 15">
            <a:extLst>
              <a:ext uri="{FF2B5EF4-FFF2-40B4-BE49-F238E27FC236}">
                <a16:creationId xmlns:a16="http://schemas.microsoft.com/office/drawing/2014/main" id="{95823463-C758-B422-A6B9-3CE264B6C9B6}"/>
              </a:ext>
            </a:extLst>
          </p:cNvPr>
          <p:cNvSpPr txBox="1"/>
          <p:nvPr/>
        </p:nvSpPr>
        <p:spPr>
          <a:xfrm>
            <a:off x="630936" y="3273552"/>
            <a:ext cx="777240" cy="276999"/>
          </a:xfrm>
          <a:prstGeom prst="rect">
            <a:avLst/>
          </a:prstGeom>
          <a:noFill/>
        </p:spPr>
        <p:txBody>
          <a:bodyPr wrap="square" lIns="0" tIns="0" rIns="0" bIns="0" anchor="t">
            <a:spAutoFit/>
          </a:bodyPr>
          <a:lstStyle/>
          <a:p>
            <a:pPr algn="l"/>
            <a:r>
              <a:rPr b="1">
                <a:solidFill>
                  <a:srgbClr val="1A5276"/>
                </a:solidFill>
                <a:latin typeface="Yu Gothic"/>
              </a:rPr>
              <a:t>A-2</a:t>
            </a:r>
          </a:p>
        </p:txBody>
      </p:sp>
      <p:sp>
        <p:nvSpPr>
          <p:cNvPr id="17" name="TextBox 16">
            <a:extLst>
              <a:ext uri="{FF2B5EF4-FFF2-40B4-BE49-F238E27FC236}">
                <a16:creationId xmlns:a16="http://schemas.microsoft.com/office/drawing/2014/main" id="{345DA677-325F-2DCC-01B7-305C8527222C}"/>
              </a:ext>
            </a:extLst>
          </p:cNvPr>
          <p:cNvSpPr txBox="1"/>
          <p:nvPr/>
        </p:nvSpPr>
        <p:spPr>
          <a:xfrm>
            <a:off x="630936"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生態系の構成と機能</a:t>
            </a:r>
          </a:p>
        </p:txBody>
      </p:sp>
      <p:sp>
        <p:nvSpPr>
          <p:cNvPr id="18" name="TextBox 17">
            <a:extLst>
              <a:ext uri="{FF2B5EF4-FFF2-40B4-BE49-F238E27FC236}">
                <a16:creationId xmlns:a16="http://schemas.microsoft.com/office/drawing/2014/main" id="{E701AD5E-EC2B-EBCB-4A59-A4BFAFF21EF6}"/>
              </a:ext>
            </a:extLst>
          </p:cNvPr>
          <p:cNvSpPr txBox="1"/>
          <p:nvPr/>
        </p:nvSpPr>
        <p:spPr>
          <a:xfrm>
            <a:off x="1280160"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19" name="Rectangle 18">
            <a:extLst>
              <a:ext uri="{FF2B5EF4-FFF2-40B4-BE49-F238E27FC236}">
                <a16:creationId xmlns:a16="http://schemas.microsoft.com/office/drawing/2014/main" id="{F1E795CC-04AF-9FDA-6C10-69E534BBD42E}"/>
              </a:ext>
            </a:extLst>
          </p:cNvPr>
          <p:cNvSpPr/>
          <p:nvPr/>
        </p:nvSpPr>
        <p:spPr>
          <a:xfrm>
            <a:off x="521208"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a:extLst>
              <a:ext uri="{FF2B5EF4-FFF2-40B4-BE49-F238E27FC236}">
                <a16:creationId xmlns:a16="http://schemas.microsoft.com/office/drawing/2014/main" id="{C69495B7-5656-589C-78AB-0CEE5C10B2CD}"/>
              </a:ext>
            </a:extLst>
          </p:cNvPr>
          <p:cNvSpPr txBox="1"/>
          <p:nvPr/>
        </p:nvSpPr>
        <p:spPr>
          <a:xfrm>
            <a:off x="630936" y="4114800"/>
            <a:ext cx="777240" cy="276999"/>
          </a:xfrm>
          <a:prstGeom prst="rect">
            <a:avLst/>
          </a:prstGeom>
          <a:noFill/>
        </p:spPr>
        <p:txBody>
          <a:bodyPr wrap="square" lIns="0" tIns="0" rIns="0" bIns="0" anchor="t">
            <a:spAutoFit/>
          </a:bodyPr>
          <a:lstStyle/>
          <a:p>
            <a:pPr algn="l"/>
            <a:r>
              <a:rPr b="1">
                <a:solidFill>
                  <a:srgbClr val="1A5276"/>
                </a:solidFill>
                <a:latin typeface="Yu Gothic"/>
              </a:rPr>
              <a:t>A-3</a:t>
            </a:r>
          </a:p>
        </p:txBody>
      </p:sp>
      <p:sp>
        <p:nvSpPr>
          <p:cNvPr id="21" name="TextBox 20">
            <a:extLst>
              <a:ext uri="{FF2B5EF4-FFF2-40B4-BE49-F238E27FC236}">
                <a16:creationId xmlns:a16="http://schemas.microsoft.com/office/drawing/2014/main" id="{E4595F3A-7B94-C8D0-5ADB-849DCCBE988C}"/>
              </a:ext>
            </a:extLst>
          </p:cNvPr>
          <p:cNvSpPr txBox="1"/>
          <p:nvPr/>
        </p:nvSpPr>
        <p:spPr>
          <a:xfrm>
            <a:off x="630936"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物質循環（C / N / P）</a:t>
            </a:r>
          </a:p>
        </p:txBody>
      </p:sp>
      <p:sp>
        <p:nvSpPr>
          <p:cNvPr id="22" name="Rectangle 21">
            <a:extLst>
              <a:ext uri="{FF2B5EF4-FFF2-40B4-BE49-F238E27FC236}">
                <a16:creationId xmlns:a16="http://schemas.microsoft.com/office/drawing/2014/main" id="{4742F4DB-8837-DB32-1F6B-65D0517136F7}"/>
              </a:ext>
            </a:extLst>
          </p:cNvPr>
          <p:cNvSpPr/>
          <p:nvPr/>
        </p:nvSpPr>
        <p:spPr>
          <a:xfrm>
            <a:off x="3294126"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Rectangle 22">
            <a:extLst>
              <a:ext uri="{FF2B5EF4-FFF2-40B4-BE49-F238E27FC236}">
                <a16:creationId xmlns:a16="http://schemas.microsoft.com/office/drawing/2014/main" id="{7C0F567E-CA7A-2A97-2165-077EEA442254}"/>
              </a:ext>
            </a:extLst>
          </p:cNvPr>
          <p:cNvSpPr/>
          <p:nvPr/>
        </p:nvSpPr>
        <p:spPr>
          <a:xfrm>
            <a:off x="3294126" y="1234440"/>
            <a:ext cx="2718054" cy="96012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4" name="TextBox 23">
            <a:extLst>
              <a:ext uri="{FF2B5EF4-FFF2-40B4-BE49-F238E27FC236}">
                <a16:creationId xmlns:a16="http://schemas.microsoft.com/office/drawing/2014/main" id="{E49DE030-DAE0-DF5F-B934-3A884CB6314C}"/>
              </a:ext>
            </a:extLst>
          </p:cNvPr>
          <p:cNvSpPr txBox="1"/>
          <p:nvPr/>
        </p:nvSpPr>
        <p:spPr>
          <a:xfrm>
            <a:off x="3431286"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B</a:t>
            </a:r>
          </a:p>
        </p:txBody>
      </p:sp>
      <p:sp>
        <p:nvSpPr>
          <p:cNvPr id="25" name="TextBox 24">
            <a:extLst>
              <a:ext uri="{FF2B5EF4-FFF2-40B4-BE49-F238E27FC236}">
                <a16:creationId xmlns:a16="http://schemas.microsoft.com/office/drawing/2014/main" id="{06AE3738-D9D7-F0C9-8E1B-C4C8933CFCB7}"/>
              </a:ext>
            </a:extLst>
          </p:cNvPr>
          <p:cNvSpPr txBox="1"/>
          <p:nvPr/>
        </p:nvSpPr>
        <p:spPr>
          <a:xfrm>
            <a:off x="4162806" y="1437501"/>
            <a:ext cx="1757934" cy="553998"/>
          </a:xfrm>
          <a:prstGeom prst="rect">
            <a:avLst/>
          </a:prstGeom>
          <a:noFill/>
        </p:spPr>
        <p:txBody>
          <a:bodyPr wrap="square" lIns="0" tIns="0" rIns="0" bIns="0" anchor="ctr">
            <a:spAutoFit/>
          </a:bodyPr>
          <a:lstStyle/>
          <a:p>
            <a:pPr algn="l"/>
            <a:r>
              <a:rPr b="1">
                <a:solidFill>
                  <a:srgbClr val="FFFFFF"/>
                </a:solidFill>
                <a:latin typeface="Yu Gothic"/>
              </a:rPr>
              <a:t>化学物質の</a:t>
            </a:r>
          </a:p>
          <a:p>
            <a:pPr algn="l"/>
            <a:r>
              <a:rPr b="1">
                <a:solidFill>
                  <a:srgbClr val="FFFFFF"/>
                </a:solidFill>
                <a:latin typeface="Yu Gothic"/>
              </a:rPr>
              <a:t>環境内動態</a:t>
            </a:r>
          </a:p>
        </p:txBody>
      </p:sp>
      <p:sp>
        <p:nvSpPr>
          <p:cNvPr id="26" name="Rectangle 25">
            <a:extLst>
              <a:ext uri="{FF2B5EF4-FFF2-40B4-BE49-F238E27FC236}">
                <a16:creationId xmlns:a16="http://schemas.microsoft.com/office/drawing/2014/main" id="{E04D8188-794F-D5FD-F926-9FAFBC063C44}"/>
              </a:ext>
            </a:extLst>
          </p:cNvPr>
          <p:cNvSpPr/>
          <p:nvPr/>
        </p:nvSpPr>
        <p:spPr>
          <a:xfrm>
            <a:off x="3403854"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a:extLst>
              <a:ext uri="{FF2B5EF4-FFF2-40B4-BE49-F238E27FC236}">
                <a16:creationId xmlns:a16="http://schemas.microsoft.com/office/drawing/2014/main" id="{EDADBA49-193B-ECC6-AD0A-9F57CDE0AE4B}"/>
              </a:ext>
            </a:extLst>
          </p:cNvPr>
          <p:cNvSpPr txBox="1"/>
          <p:nvPr/>
        </p:nvSpPr>
        <p:spPr>
          <a:xfrm>
            <a:off x="3513582" y="2432304"/>
            <a:ext cx="777240" cy="276999"/>
          </a:xfrm>
          <a:prstGeom prst="rect">
            <a:avLst/>
          </a:prstGeom>
          <a:noFill/>
        </p:spPr>
        <p:txBody>
          <a:bodyPr wrap="square" lIns="0" tIns="0" rIns="0" bIns="0" anchor="t">
            <a:spAutoFit/>
          </a:bodyPr>
          <a:lstStyle/>
          <a:p>
            <a:pPr algn="l"/>
            <a:r>
              <a:rPr b="1">
                <a:solidFill>
                  <a:srgbClr val="2980B9"/>
                </a:solidFill>
                <a:latin typeface="Yu Gothic"/>
              </a:rPr>
              <a:t>B-1</a:t>
            </a:r>
          </a:p>
        </p:txBody>
      </p:sp>
      <p:sp>
        <p:nvSpPr>
          <p:cNvPr id="28" name="TextBox 27">
            <a:extLst>
              <a:ext uri="{FF2B5EF4-FFF2-40B4-BE49-F238E27FC236}">
                <a16:creationId xmlns:a16="http://schemas.microsoft.com/office/drawing/2014/main" id="{4B1C474A-4398-3DE8-EB7D-53D65A370944}"/>
              </a:ext>
            </a:extLst>
          </p:cNvPr>
          <p:cNvSpPr txBox="1"/>
          <p:nvPr/>
        </p:nvSpPr>
        <p:spPr>
          <a:xfrm>
            <a:off x="3513582"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環境中の化学物質</a:t>
            </a:r>
          </a:p>
        </p:txBody>
      </p:sp>
      <p:sp>
        <p:nvSpPr>
          <p:cNvPr id="29" name="Rectangle 28">
            <a:extLst>
              <a:ext uri="{FF2B5EF4-FFF2-40B4-BE49-F238E27FC236}">
                <a16:creationId xmlns:a16="http://schemas.microsoft.com/office/drawing/2014/main" id="{79BF2515-A948-2E20-4E93-68C62B0F8CD3}"/>
              </a:ext>
            </a:extLst>
          </p:cNvPr>
          <p:cNvSpPr/>
          <p:nvPr/>
        </p:nvSpPr>
        <p:spPr>
          <a:xfrm>
            <a:off x="3403854"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a:extLst>
              <a:ext uri="{FF2B5EF4-FFF2-40B4-BE49-F238E27FC236}">
                <a16:creationId xmlns:a16="http://schemas.microsoft.com/office/drawing/2014/main" id="{3FCB060F-E1D8-9A78-0854-3E7ADF2DDDE4}"/>
              </a:ext>
            </a:extLst>
          </p:cNvPr>
          <p:cNvSpPr txBox="1"/>
          <p:nvPr/>
        </p:nvSpPr>
        <p:spPr>
          <a:xfrm>
            <a:off x="3513582" y="3273552"/>
            <a:ext cx="777240" cy="276999"/>
          </a:xfrm>
          <a:prstGeom prst="rect">
            <a:avLst/>
          </a:prstGeom>
          <a:noFill/>
        </p:spPr>
        <p:txBody>
          <a:bodyPr wrap="square" lIns="0" tIns="0" rIns="0" bIns="0" anchor="t">
            <a:spAutoFit/>
          </a:bodyPr>
          <a:lstStyle/>
          <a:p>
            <a:pPr algn="l"/>
            <a:r>
              <a:rPr b="1">
                <a:solidFill>
                  <a:srgbClr val="2980B9"/>
                </a:solidFill>
                <a:latin typeface="Yu Gothic"/>
              </a:rPr>
              <a:t>B-2</a:t>
            </a:r>
          </a:p>
        </p:txBody>
      </p:sp>
      <p:sp>
        <p:nvSpPr>
          <p:cNvPr id="31" name="TextBox 30">
            <a:extLst>
              <a:ext uri="{FF2B5EF4-FFF2-40B4-BE49-F238E27FC236}">
                <a16:creationId xmlns:a16="http://schemas.microsoft.com/office/drawing/2014/main" id="{5FA0F2B3-6418-A607-631E-2579EF7D96DA}"/>
              </a:ext>
            </a:extLst>
          </p:cNvPr>
          <p:cNvSpPr txBox="1"/>
          <p:nvPr/>
        </p:nvSpPr>
        <p:spPr>
          <a:xfrm>
            <a:off x="3513582"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生物濃縮</a:t>
            </a:r>
          </a:p>
        </p:txBody>
      </p:sp>
      <p:sp>
        <p:nvSpPr>
          <p:cNvPr id="32" name="TextBox 31">
            <a:extLst>
              <a:ext uri="{FF2B5EF4-FFF2-40B4-BE49-F238E27FC236}">
                <a16:creationId xmlns:a16="http://schemas.microsoft.com/office/drawing/2014/main" id="{B8496453-FF60-7650-5BA2-42F6D3FFC8D1}"/>
              </a:ext>
            </a:extLst>
          </p:cNvPr>
          <p:cNvSpPr txBox="1"/>
          <p:nvPr/>
        </p:nvSpPr>
        <p:spPr>
          <a:xfrm>
            <a:off x="4162806"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3" name="Rectangle 32">
            <a:extLst>
              <a:ext uri="{FF2B5EF4-FFF2-40B4-BE49-F238E27FC236}">
                <a16:creationId xmlns:a16="http://schemas.microsoft.com/office/drawing/2014/main" id="{D9C2B780-DF10-0104-3EA7-042A0CE24AAB}"/>
              </a:ext>
            </a:extLst>
          </p:cNvPr>
          <p:cNvSpPr/>
          <p:nvPr/>
        </p:nvSpPr>
        <p:spPr>
          <a:xfrm>
            <a:off x="3403854"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TextBox 33">
            <a:extLst>
              <a:ext uri="{FF2B5EF4-FFF2-40B4-BE49-F238E27FC236}">
                <a16:creationId xmlns:a16="http://schemas.microsoft.com/office/drawing/2014/main" id="{7BFB70C8-BED3-FDDE-15EC-0E6285BDB095}"/>
              </a:ext>
            </a:extLst>
          </p:cNvPr>
          <p:cNvSpPr txBox="1"/>
          <p:nvPr/>
        </p:nvSpPr>
        <p:spPr>
          <a:xfrm>
            <a:off x="3513582" y="4114800"/>
            <a:ext cx="777240" cy="276999"/>
          </a:xfrm>
          <a:prstGeom prst="rect">
            <a:avLst/>
          </a:prstGeom>
          <a:noFill/>
        </p:spPr>
        <p:txBody>
          <a:bodyPr wrap="square" lIns="0" tIns="0" rIns="0" bIns="0" anchor="t">
            <a:spAutoFit/>
          </a:bodyPr>
          <a:lstStyle/>
          <a:p>
            <a:pPr algn="l"/>
            <a:r>
              <a:rPr b="1">
                <a:solidFill>
                  <a:srgbClr val="2980B9"/>
                </a:solidFill>
                <a:latin typeface="Yu Gothic"/>
              </a:rPr>
              <a:t>B-3</a:t>
            </a:r>
          </a:p>
        </p:txBody>
      </p:sp>
      <p:sp>
        <p:nvSpPr>
          <p:cNvPr id="35" name="TextBox 34">
            <a:extLst>
              <a:ext uri="{FF2B5EF4-FFF2-40B4-BE49-F238E27FC236}">
                <a16:creationId xmlns:a16="http://schemas.microsoft.com/office/drawing/2014/main" id="{EC56065F-D78B-66B6-7325-267D2D556F25}"/>
              </a:ext>
            </a:extLst>
          </p:cNvPr>
          <p:cNvSpPr txBox="1"/>
          <p:nvPr/>
        </p:nvSpPr>
        <p:spPr>
          <a:xfrm>
            <a:off x="3513582"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POPsと化審法</a:t>
            </a:r>
          </a:p>
        </p:txBody>
      </p:sp>
      <p:sp>
        <p:nvSpPr>
          <p:cNvPr id="36" name="TextBox 35">
            <a:extLst>
              <a:ext uri="{FF2B5EF4-FFF2-40B4-BE49-F238E27FC236}">
                <a16:creationId xmlns:a16="http://schemas.microsoft.com/office/drawing/2014/main" id="{0D0C9BF9-E40E-A0F4-8EAF-00ACEFF3E916}"/>
              </a:ext>
            </a:extLst>
          </p:cNvPr>
          <p:cNvSpPr txBox="1"/>
          <p:nvPr/>
        </p:nvSpPr>
        <p:spPr>
          <a:xfrm>
            <a:off x="4162806" y="4096512"/>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7" name="Rectangle 36">
            <a:extLst>
              <a:ext uri="{FF2B5EF4-FFF2-40B4-BE49-F238E27FC236}">
                <a16:creationId xmlns:a16="http://schemas.microsoft.com/office/drawing/2014/main" id="{0E075311-E964-DAD4-B809-2DFB21A83A2A}"/>
              </a:ext>
            </a:extLst>
          </p:cNvPr>
          <p:cNvSpPr/>
          <p:nvPr/>
        </p:nvSpPr>
        <p:spPr>
          <a:xfrm>
            <a:off x="6176772" y="1234440"/>
            <a:ext cx="2718054" cy="4892040"/>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8" name="Rectangle 37">
            <a:extLst>
              <a:ext uri="{FF2B5EF4-FFF2-40B4-BE49-F238E27FC236}">
                <a16:creationId xmlns:a16="http://schemas.microsoft.com/office/drawing/2014/main" id="{1BB9D72D-FB6E-AA43-1404-4EDABA80CDC9}"/>
              </a:ext>
            </a:extLst>
          </p:cNvPr>
          <p:cNvSpPr/>
          <p:nvPr/>
        </p:nvSpPr>
        <p:spPr>
          <a:xfrm>
            <a:off x="6176772" y="1234440"/>
            <a:ext cx="2718054" cy="96012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a:extLst>
              <a:ext uri="{FF2B5EF4-FFF2-40B4-BE49-F238E27FC236}">
                <a16:creationId xmlns:a16="http://schemas.microsoft.com/office/drawing/2014/main" id="{053E6252-D8AC-E244-9620-8CA1FF68CC54}"/>
              </a:ext>
            </a:extLst>
          </p:cNvPr>
          <p:cNvSpPr txBox="1"/>
          <p:nvPr/>
        </p:nvSpPr>
        <p:spPr>
          <a:xfrm>
            <a:off x="6313932"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C</a:t>
            </a:r>
          </a:p>
        </p:txBody>
      </p:sp>
      <p:sp>
        <p:nvSpPr>
          <p:cNvPr id="40" name="TextBox 39">
            <a:extLst>
              <a:ext uri="{FF2B5EF4-FFF2-40B4-BE49-F238E27FC236}">
                <a16:creationId xmlns:a16="http://schemas.microsoft.com/office/drawing/2014/main" id="{DDE34378-1AC4-BF78-1C77-41A9DD34218A}"/>
              </a:ext>
            </a:extLst>
          </p:cNvPr>
          <p:cNvSpPr txBox="1"/>
          <p:nvPr/>
        </p:nvSpPr>
        <p:spPr>
          <a:xfrm>
            <a:off x="7045452"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地球環境問題と</a:t>
            </a:r>
          </a:p>
          <a:p>
            <a:pPr algn="l"/>
            <a:r>
              <a:rPr b="1">
                <a:solidFill>
                  <a:srgbClr val="FFFFFF"/>
                </a:solidFill>
                <a:latin typeface="Yu Gothic"/>
              </a:rPr>
              <a:t>国際的取り組み</a:t>
            </a:r>
          </a:p>
        </p:txBody>
      </p:sp>
      <p:sp>
        <p:nvSpPr>
          <p:cNvPr id="41" name="Rectangle 40">
            <a:extLst>
              <a:ext uri="{FF2B5EF4-FFF2-40B4-BE49-F238E27FC236}">
                <a16:creationId xmlns:a16="http://schemas.microsoft.com/office/drawing/2014/main" id="{09406AFE-0055-A423-148C-892A08F53E79}"/>
              </a:ext>
            </a:extLst>
          </p:cNvPr>
          <p:cNvSpPr/>
          <p:nvPr/>
        </p:nvSpPr>
        <p:spPr>
          <a:xfrm>
            <a:off x="6286500" y="2359152"/>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2" name="TextBox 41">
            <a:extLst>
              <a:ext uri="{FF2B5EF4-FFF2-40B4-BE49-F238E27FC236}">
                <a16:creationId xmlns:a16="http://schemas.microsoft.com/office/drawing/2014/main" id="{F47DBC0A-16AF-1F5B-4129-369356CF53A0}"/>
              </a:ext>
            </a:extLst>
          </p:cNvPr>
          <p:cNvSpPr txBox="1"/>
          <p:nvPr/>
        </p:nvSpPr>
        <p:spPr>
          <a:xfrm>
            <a:off x="6396228" y="2432304"/>
            <a:ext cx="777240" cy="276999"/>
          </a:xfrm>
          <a:prstGeom prst="rect">
            <a:avLst/>
          </a:prstGeom>
          <a:noFill/>
        </p:spPr>
        <p:txBody>
          <a:bodyPr wrap="square" lIns="0" tIns="0" rIns="0" bIns="0" anchor="t">
            <a:spAutoFit/>
          </a:bodyPr>
          <a:lstStyle/>
          <a:p>
            <a:pPr algn="l"/>
            <a:r>
              <a:rPr b="1">
                <a:solidFill>
                  <a:srgbClr val="E67E22"/>
                </a:solidFill>
                <a:latin typeface="Yu Gothic"/>
              </a:rPr>
              <a:t>C-1</a:t>
            </a:r>
          </a:p>
        </p:txBody>
      </p:sp>
      <p:sp>
        <p:nvSpPr>
          <p:cNvPr id="43" name="TextBox 42">
            <a:extLst>
              <a:ext uri="{FF2B5EF4-FFF2-40B4-BE49-F238E27FC236}">
                <a16:creationId xmlns:a16="http://schemas.microsoft.com/office/drawing/2014/main" id="{BE80E9A2-0592-0182-3985-1482FF13F384}"/>
              </a:ext>
            </a:extLst>
          </p:cNvPr>
          <p:cNvSpPr txBox="1"/>
          <p:nvPr/>
        </p:nvSpPr>
        <p:spPr>
          <a:xfrm>
            <a:off x="6396228"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オゾン層破壊</a:t>
            </a:r>
          </a:p>
        </p:txBody>
      </p:sp>
      <p:sp>
        <p:nvSpPr>
          <p:cNvPr id="44" name="TextBox 43">
            <a:extLst>
              <a:ext uri="{FF2B5EF4-FFF2-40B4-BE49-F238E27FC236}">
                <a16:creationId xmlns:a16="http://schemas.microsoft.com/office/drawing/2014/main" id="{E6EF566F-12DD-C7A3-6C8C-434E274213E0}"/>
              </a:ext>
            </a:extLst>
          </p:cNvPr>
          <p:cNvSpPr txBox="1"/>
          <p:nvPr/>
        </p:nvSpPr>
        <p:spPr>
          <a:xfrm>
            <a:off x="7045452"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5" name="Rectangle 44">
            <a:extLst>
              <a:ext uri="{FF2B5EF4-FFF2-40B4-BE49-F238E27FC236}">
                <a16:creationId xmlns:a16="http://schemas.microsoft.com/office/drawing/2014/main" id="{5C3E0875-B101-77A2-FA9C-E128A5218189}"/>
              </a:ext>
            </a:extLst>
          </p:cNvPr>
          <p:cNvSpPr/>
          <p:nvPr/>
        </p:nvSpPr>
        <p:spPr>
          <a:xfrm>
            <a:off x="6286500" y="3079699"/>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6" name="TextBox 45">
            <a:extLst>
              <a:ext uri="{FF2B5EF4-FFF2-40B4-BE49-F238E27FC236}">
                <a16:creationId xmlns:a16="http://schemas.microsoft.com/office/drawing/2014/main" id="{A53451CC-6832-B136-F6FB-EDE8A44BACB9}"/>
              </a:ext>
            </a:extLst>
          </p:cNvPr>
          <p:cNvSpPr txBox="1"/>
          <p:nvPr/>
        </p:nvSpPr>
        <p:spPr>
          <a:xfrm>
            <a:off x="6396228" y="3152851"/>
            <a:ext cx="777240" cy="276999"/>
          </a:xfrm>
          <a:prstGeom prst="rect">
            <a:avLst/>
          </a:prstGeom>
          <a:noFill/>
        </p:spPr>
        <p:txBody>
          <a:bodyPr wrap="square" lIns="0" tIns="0" rIns="0" bIns="0" anchor="t">
            <a:spAutoFit/>
          </a:bodyPr>
          <a:lstStyle/>
          <a:p>
            <a:pPr algn="l"/>
            <a:r>
              <a:rPr b="1">
                <a:solidFill>
                  <a:srgbClr val="E67E22"/>
                </a:solidFill>
                <a:latin typeface="Yu Gothic"/>
              </a:rPr>
              <a:t>C-2</a:t>
            </a:r>
          </a:p>
        </p:txBody>
      </p:sp>
      <p:sp>
        <p:nvSpPr>
          <p:cNvPr id="47" name="TextBox 46">
            <a:extLst>
              <a:ext uri="{FF2B5EF4-FFF2-40B4-BE49-F238E27FC236}">
                <a16:creationId xmlns:a16="http://schemas.microsoft.com/office/drawing/2014/main" id="{C0D2C220-9102-4ED5-3459-43ECC596F82B}"/>
              </a:ext>
            </a:extLst>
          </p:cNvPr>
          <p:cNvSpPr txBox="1"/>
          <p:nvPr/>
        </p:nvSpPr>
        <p:spPr>
          <a:xfrm>
            <a:off x="6396228" y="3445459"/>
            <a:ext cx="2279142" cy="246221"/>
          </a:xfrm>
          <a:prstGeom prst="rect">
            <a:avLst/>
          </a:prstGeom>
          <a:noFill/>
        </p:spPr>
        <p:txBody>
          <a:bodyPr wrap="square" lIns="0" tIns="0" rIns="0" bIns="0" anchor="t">
            <a:spAutoFit/>
          </a:bodyPr>
          <a:lstStyle/>
          <a:p>
            <a:pPr algn="l"/>
            <a:r>
              <a:rPr sz="1600" b="0">
                <a:solidFill>
                  <a:srgbClr val="2C3E50"/>
                </a:solidFill>
                <a:latin typeface="Yu Gothic"/>
              </a:rPr>
              <a:t>地球温暖化</a:t>
            </a:r>
          </a:p>
        </p:txBody>
      </p:sp>
      <p:sp>
        <p:nvSpPr>
          <p:cNvPr id="48" name="TextBox 47">
            <a:extLst>
              <a:ext uri="{FF2B5EF4-FFF2-40B4-BE49-F238E27FC236}">
                <a16:creationId xmlns:a16="http://schemas.microsoft.com/office/drawing/2014/main" id="{9D141616-C765-E70D-841B-AF9B3FE17976}"/>
              </a:ext>
            </a:extLst>
          </p:cNvPr>
          <p:cNvSpPr txBox="1"/>
          <p:nvPr/>
        </p:nvSpPr>
        <p:spPr>
          <a:xfrm>
            <a:off x="7045452" y="3134563"/>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9" name="Rectangle 48">
            <a:extLst>
              <a:ext uri="{FF2B5EF4-FFF2-40B4-BE49-F238E27FC236}">
                <a16:creationId xmlns:a16="http://schemas.microsoft.com/office/drawing/2014/main" id="{13283D78-1761-BB9A-2299-F43B905C7456}"/>
              </a:ext>
            </a:extLst>
          </p:cNvPr>
          <p:cNvSpPr/>
          <p:nvPr/>
        </p:nvSpPr>
        <p:spPr>
          <a:xfrm>
            <a:off x="6286500" y="3800246"/>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0" name="TextBox 49">
            <a:extLst>
              <a:ext uri="{FF2B5EF4-FFF2-40B4-BE49-F238E27FC236}">
                <a16:creationId xmlns:a16="http://schemas.microsoft.com/office/drawing/2014/main" id="{C8D10CA1-581C-94EB-6AB7-F8ED627A5F07}"/>
              </a:ext>
            </a:extLst>
          </p:cNvPr>
          <p:cNvSpPr txBox="1"/>
          <p:nvPr/>
        </p:nvSpPr>
        <p:spPr>
          <a:xfrm>
            <a:off x="6396228" y="3873398"/>
            <a:ext cx="777240" cy="276999"/>
          </a:xfrm>
          <a:prstGeom prst="rect">
            <a:avLst/>
          </a:prstGeom>
          <a:noFill/>
        </p:spPr>
        <p:txBody>
          <a:bodyPr wrap="square" lIns="0" tIns="0" rIns="0" bIns="0" anchor="t">
            <a:spAutoFit/>
          </a:bodyPr>
          <a:lstStyle/>
          <a:p>
            <a:pPr algn="l"/>
            <a:r>
              <a:rPr b="1">
                <a:solidFill>
                  <a:srgbClr val="E67E22"/>
                </a:solidFill>
                <a:latin typeface="Yu Gothic"/>
              </a:rPr>
              <a:t>C-3</a:t>
            </a:r>
          </a:p>
        </p:txBody>
      </p:sp>
      <p:sp>
        <p:nvSpPr>
          <p:cNvPr id="51" name="TextBox 50">
            <a:extLst>
              <a:ext uri="{FF2B5EF4-FFF2-40B4-BE49-F238E27FC236}">
                <a16:creationId xmlns:a16="http://schemas.microsoft.com/office/drawing/2014/main" id="{9399225E-3EBA-F549-9D4F-C899DE03AA61}"/>
              </a:ext>
            </a:extLst>
          </p:cNvPr>
          <p:cNvSpPr txBox="1"/>
          <p:nvPr/>
        </p:nvSpPr>
        <p:spPr>
          <a:xfrm>
            <a:off x="6396228" y="4166006"/>
            <a:ext cx="2279142" cy="246221"/>
          </a:xfrm>
          <a:prstGeom prst="rect">
            <a:avLst/>
          </a:prstGeom>
          <a:noFill/>
        </p:spPr>
        <p:txBody>
          <a:bodyPr wrap="square" lIns="0" tIns="0" rIns="0" bIns="0" anchor="t">
            <a:spAutoFit/>
          </a:bodyPr>
          <a:lstStyle/>
          <a:p>
            <a:pPr algn="l"/>
            <a:r>
              <a:rPr sz="1600" b="0">
                <a:solidFill>
                  <a:srgbClr val="2C3E50"/>
                </a:solidFill>
                <a:latin typeface="Yu Gothic"/>
              </a:rPr>
              <a:t>酸性雨</a:t>
            </a:r>
          </a:p>
        </p:txBody>
      </p:sp>
      <p:sp>
        <p:nvSpPr>
          <p:cNvPr id="52" name="TextBox 51">
            <a:extLst>
              <a:ext uri="{FF2B5EF4-FFF2-40B4-BE49-F238E27FC236}">
                <a16:creationId xmlns:a16="http://schemas.microsoft.com/office/drawing/2014/main" id="{EDE5EC40-8829-0169-E637-53DA17C59CE0}"/>
              </a:ext>
            </a:extLst>
          </p:cNvPr>
          <p:cNvSpPr txBox="1"/>
          <p:nvPr/>
        </p:nvSpPr>
        <p:spPr>
          <a:xfrm>
            <a:off x="7045452" y="3855110"/>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53" name="Rectangle 52">
            <a:extLst>
              <a:ext uri="{FF2B5EF4-FFF2-40B4-BE49-F238E27FC236}">
                <a16:creationId xmlns:a16="http://schemas.microsoft.com/office/drawing/2014/main" id="{DC648F50-2A94-9649-CBE4-AED5D44D4CDC}"/>
              </a:ext>
            </a:extLst>
          </p:cNvPr>
          <p:cNvSpPr/>
          <p:nvPr/>
        </p:nvSpPr>
        <p:spPr>
          <a:xfrm>
            <a:off x="6286500" y="4520793"/>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4" name="TextBox 53">
            <a:extLst>
              <a:ext uri="{FF2B5EF4-FFF2-40B4-BE49-F238E27FC236}">
                <a16:creationId xmlns:a16="http://schemas.microsoft.com/office/drawing/2014/main" id="{0F7CB484-1F0C-5A7D-4E75-A21ECB29CB90}"/>
              </a:ext>
            </a:extLst>
          </p:cNvPr>
          <p:cNvSpPr txBox="1"/>
          <p:nvPr/>
        </p:nvSpPr>
        <p:spPr>
          <a:xfrm>
            <a:off x="6396228" y="4593945"/>
            <a:ext cx="777240" cy="276999"/>
          </a:xfrm>
          <a:prstGeom prst="rect">
            <a:avLst/>
          </a:prstGeom>
          <a:noFill/>
        </p:spPr>
        <p:txBody>
          <a:bodyPr wrap="square" lIns="0" tIns="0" rIns="0" bIns="0" anchor="t">
            <a:spAutoFit/>
          </a:bodyPr>
          <a:lstStyle/>
          <a:p>
            <a:pPr algn="l"/>
            <a:r>
              <a:rPr b="1">
                <a:solidFill>
                  <a:srgbClr val="E67E22"/>
                </a:solidFill>
                <a:latin typeface="Yu Gothic"/>
              </a:rPr>
              <a:t>C-4</a:t>
            </a:r>
          </a:p>
        </p:txBody>
      </p:sp>
      <p:sp>
        <p:nvSpPr>
          <p:cNvPr id="55" name="TextBox 54">
            <a:extLst>
              <a:ext uri="{FF2B5EF4-FFF2-40B4-BE49-F238E27FC236}">
                <a16:creationId xmlns:a16="http://schemas.microsoft.com/office/drawing/2014/main" id="{6E552820-3289-75A1-04FA-6605D6D1438F}"/>
              </a:ext>
            </a:extLst>
          </p:cNvPr>
          <p:cNvSpPr txBox="1"/>
          <p:nvPr/>
        </p:nvSpPr>
        <p:spPr>
          <a:xfrm>
            <a:off x="6396228" y="4886553"/>
            <a:ext cx="2279142" cy="246221"/>
          </a:xfrm>
          <a:prstGeom prst="rect">
            <a:avLst/>
          </a:prstGeom>
          <a:noFill/>
        </p:spPr>
        <p:txBody>
          <a:bodyPr wrap="square" lIns="0" tIns="0" rIns="0" bIns="0" anchor="t">
            <a:spAutoFit/>
          </a:bodyPr>
          <a:lstStyle/>
          <a:p>
            <a:pPr algn="l"/>
            <a:r>
              <a:rPr sz="1600" b="0">
                <a:solidFill>
                  <a:srgbClr val="2C3E50"/>
                </a:solidFill>
                <a:latin typeface="Yu Gothic"/>
              </a:rPr>
              <a:t>海洋汚染・生物多様性</a:t>
            </a:r>
          </a:p>
        </p:txBody>
      </p:sp>
      <p:sp>
        <p:nvSpPr>
          <p:cNvPr id="56" name="Rectangle 55">
            <a:extLst>
              <a:ext uri="{FF2B5EF4-FFF2-40B4-BE49-F238E27FC236}">
                <a16:creationId xmlns:a16="http://schemas.microsoft.com/office/drawing/2014/main" id="{BF849335-279E-273B-A39C-A7112595B5DA}"/>
              </a:ext>
            </a:extLst>
          </p:cNvPr>
          <p:cNvSpPr/>
          <p:nvPr/>
        </p:nvSpPr>
        <p:spPr>
          <a:xfrm>
            <a:off x="6286500" y="5241340"/>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a:extLst>
              <a:ext uri="{FF2B5EF4-FFF2-40B4-BE49-F238E27FC236}">
                <a16:creationId xmlns:a16="http://schemas.microsoft.com/office/drawing/2014/main" id="{C6AC3647-E2AE-AEA0-99D0-D524F8D01E61}"/>
              </a:ext>
            </a:extLst>
          </p:cNvPr>
          <p:cNvSpPr txBox="1"/>
          <p:nvPr/>
        </p:nvSpPr>
        <p:spPr>
          <a:xfrm>
            <a:off x="6396228" y="5314492"/>
            <a:ext cx="777240" cy="276999"/>
          </a:xfrm>
          <a:prstGeom prst="rect">
            <a:avLst/>
          </a:prstGeom>
          <a:noFill/>
        </p:spPr>
        <p:txBody>
          <a:bodyPr wrap="square" lIns="0" tIns="0" rIns="0" bIns="0" anchor="t">
            <a:spAutoFit/>
          </a:bodyPr>
          <a:lstStyle/>
          <a:p>
            <a:pPr algn="l"/>
            <a:r>
              <a:rPr b="1">
                <a:solidFill>
                  <a:srgbClr val="E67E22"/>
                </a:solidFill>
                <a:latin typeface="Yu Gothic"/>
              </a:rPr>
              <a:t>C-5</a:t>
            </a:r>
          </a:p>
        </p:txBody>
      </p:sp>
      <p:sp>
        <p:nvSpPr>
          <p:cNvPr id="58" name="TextBox 57">
            <a:extLst>
              <a:ext uri="{FF2B5EF4-FFF2-40B4-BE49-F238E27FC236}">
                <a16:creationId xmlns:a16="http://schemas.microsoft.com/office/drawing/2014/main" id="{35E7042E-8231-5118-2081-ABCB7CE182F9}"/>
              </a:ext>
            </a:extLst>
          </p:cNvPr>
          <p:cNvSpPr txBox="1"/>
          <p:nvPr/>
        </p:nvSpPr>
        <p:spPr>
          <a:xfrm>
            <a:off x="6396228" y="5607100"/>
            <a:ext cx="2279142" cy="246221"/>
          </a:xfrm>
          <a:prstGeom prst="rect">
            <a:avLst/>
          </a:prstGeom>
          <a:noFill/>
        </p:spPr>
        <p:txBody>
          <a:bodyPr wrap="square" lIns="0" tIns="0" rIns="0" bIns="0" anchor="t">
            <a:spAutoFit/>
          </a:bodyPr>
          <a:lstStyle/>
          <a:p>
            <a:pPr algn="l"/>
            <a:r>
              <a:rPr sz="1600" b="0">
                <a:solidFill>
                  <a:srgbClr val="2C3E50"/>
                </a:solidFill>
                <a:latin typeface="Yu Gothic"/>
              </a:rPr>
              <a:t>公害から環境法へ</a:t>
            </a:r>
          </a:p>
        </p:txBody>
      </p:sp>
      <p:sp>
        <p:nvSpPr>
          <p:cNvPr id="59" name="Rectangle 58">
            <a:extLst>
              <a:ext uri="{FF2B5EF4-FFF2-40B4-BE49-F238E27FC236}">
                <a16:creationId xmlns:a16="http://schemas.microsoft.com/office/drawing/2014/main" id="{D9F3CF29-FAEC-CEDE-D08F-F8363E39D053}"/>
              </a:ext>
            </a:extLst>
          </p:cNvPr>
          <p:cNvSpPr/>
          <p:nvPr/>
        </p:nvSpPr>
        <p:spPr>
          <a:xfrm>
            <a:off x="9059418" y="1234440"/>
            <a:ext cx="2718054" cy="4892040"/>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0" name="Rectangle 59">
            <a:extLst>
              <a:ext uri="{FF2B5EF4-FFF2-40B4-BE49-F238E27FC236}">
                <a16:creationId xmlns:a16="http://schemas.microsoft.com/office/drawing/2014/main" id="{61711EDF-4591-18CA-2B98-D66347BF1321}"/>
              </a:ext>
            </a:extLst>
          </p:cNvPr>
          <p:cNvSpPr/>
          <p:nvPr/>
        </p:nvSpPr>
        <p:spPr>
          <a:xfrm>
            <a:off x="9059418" y="1234440"/>
            <a:ext cx="2718054" cy="960120"/>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a:extLst>
              <a:ext uri="{FF2B5EF4-FFF2-40B4-BE49-F238E27FC236}">
                <a16:creationId xmlns:a16="http://schemas.microsoft.com/office/drawing/2014/main" id="{2DF62F76-B5BF-1F90-5640-43E573E5C200}"/>
              </a:ext>
            </a:extLst>
          </p:cNvPr>
          <p:cNvSpPr txBox="1"/>
          <p:nvPr/>
        </p:nvSpPr>
        <p:spPr>
          <a:xfrm>
            <a:off x="9196578"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D</a:t>
            </a:r>
          </a:p>
        </p:txBody>
      </p:sp>
      <p:sp>
        <p:nvSpPr>
          <p:cNvPr id="62" name="TextBox 61">
            <a:extLst>
              <a:ext uri="{FF2B5EF4-FFF2-40B4-BE49-F238E27FC236}">
                <a16:creationId xmlns:a16="http://schemas.microsoft.com/office/drawing/2014/main" id="{B5A780D7-DE99-3899-6563-2EB0CB83E68C}"/>
              </a:ext>
            </a:extLst>
          </p:cNvPr>
          <p:cNvSpPr txBox="1"/>
          <p:nvPr/>
        </p:nvSpPr>
        <p:spPr>
          <a:xfrm>
            <a:off x="9928098" y="1299001"/>
            <a:ext cx="1757934" cy="830997"/>
          </a:xfrm>
          <a:prstGeom prst="rect">
            <a:avLst/>
          </a:prstGeom>
          <a:noFill/>
        </p:spPr>
        <p:txBody>
          <a:bodyPr wrap="square" lIns="0" tIns="0" rIns="0" bIns="0" anchor="ctr">
            <a:spAutoFit/>
          </a:bodyPr>
          <a:lstStyle/>
          <a:p>
            <a:pPr algn="l"/>
            <a:r>
              <a:rPr b="1">
                <a:solidFill>
                  <a:srgbClr val="FFFFFF"/>
                </a:solidFill>
                <a:latin typeface="Yu Gothic"/>
              </a:rPr>
              <a:t>環境リスク評価と</a:t>
            </a:r>
          </a:p>
          <a:p>
            <a:pPr algn="l"/>
            <a:r>
              <a:rPr b="1">
                <a:solidFill>
                  <a:srgbClr val="FFFFFF"/>
                </a:solidFill>
                <a:latin typeface="Yu Gothic"/>
              </a:rPr>
              <a:t>リスコミ</a:t>
            </a:r>
          </a:p>
        </p:txBody>
      </p:sp>
      <p:sp>
        <p:nvSpPr>
          <p:cNvPr id="63" name="Rectangle 62">
            <a:extLst>
              <a:ext uri="{FF2B5EF4-FFF2-40B4-BE49-F238E27FC236}">
                <a16:creationId xmlns:a16="http://schemas.microsoft.com/office/drawing/2014/main" id="{05805138-651B-C9E5-61F1-8136E0BEEABB}"/>
              </a:ext>
            </a:extLst>
          </p:cNvPr>
          <p:cNvSpPr/>
          <p:nvPr/>
        </p:nvSpPr>
        <p:spPr>
          <a:xfrm>
            <a:off x="9169146"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4" name="TextBox 63">
            <a:extLst>
              <a:ext uri="{FF2B5EF4-FFF2-40B4-BE49-F238E27FC236}">
                <a16:creationId xmlns:a16="http://schemas.microsoft.com/office/drawing/2014/main" id="{4AE7C512-5593-DEFC-0A75-E9AD9678B82B}"/>
              </a:ext>
            </a:extLst>
          </p:cNvPr>
          <p:cNvSpPr txBox="1"/>
          <p:nvPr/>
        </p:nvSpPr>
        <p:spPr>
          <a:xfrm>
            <a:off x="9278874" y="2432304"/>
            <a:ext cx="777240" cy="276999"/>
          </a:xfrm>
          <a:prstGeom prst="rect">
            <a:avLst/>
          </a:prstGeom>
          <a:noFill/>
        </p:spPr>
        <p:txBody>
          <a:bodyPr wrap="square" lIns="0" tIns="0" rIns="0" bIns="0" anchor="t">
            <a:spAutoFit/>
          </a:bodyPr>
          <a:lstStyle/>
          <a:p>
            <a:pPr algn="l"/>
            <a:r>
              <a:rPr b="1">
                <a:solidFill>
                  <a:srgbClr val="8E44AD"/>
                </a:solidFill>
                <a:latin typeface="Yu Gothic"/>
              </a:rPr>
              <a:t>D-1</a:t>
            </a:r>
          </a:p>
        </p:txBody>
      </p:sp>
      <p:sp>
        <p:nvSpPr>
          <p:cNvPr id="65" name="TextBox 64">
            <a:extLst>
              <a:ext uri="{FF2B5EF4-FFF2-40B4-BE49-F238E27FC236}">
                <a16:creationId xmlns:a16="http://schemas.microsoft.com/office/drawing/2014/main" id="{FB709A4E-D5AA-8C71-C601-8A4E1350F136}"/>
              </a:ext>
            </a:extLst>
          </p:cNvPr>
          <p:cNvSpPr txBox="1"/>
          <p:nvPr/>
        </p:nvSpPr>
        <p:spPr>
          <a:xfrm>
            <a:off x="9278874"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リスク評価の基本</a:t>
            </a:r>
          </a:p>
        </p:txBody>
      </p:sp>
      <p:sp>
        <p:nvSpPr>
          <p:cNvPr id="66" name="TextBox 65">
            <a:extLst>
              <a:ext uri="{FF2B5EF4-FFF2-40B4-BE49-F238E27FC236}">
                <a16:creationId xmlns:a16="http://schemas.microsoft.com/office/drawing/2014/main" id="{18CDD4F8-1556-234D-09DE-AB22CD22A0E2}"/>
              </a:ext>
            </a:extLst>
          </p:cNvPr>
          <p:cNvSpPr txBox="1"/>
          <p:nvPr/>
        </p:nvSpPr>
        <p:spPr>
          <a:xfrm>
            <a:off x="9928098"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67" name="Rectangle 66">
            <a:extLst>
              <a:ext uri="{FF2B5EF4-FFF2-40B4-BE49-F238E27FC236}">
                <a16:creationId xmlns:a16="http://schemas.microsoft.com/office/drawing/2014/main" id="{841395C4-9AF4-0BE8-5B34-B9F6AEFBD785}"/>
              </a:ext>
            </a:extLst>
          </p:cNvPr>
          <p:cNvSpPr/>
          <p:nvPr/>
        </p:nvSpPr>
        <p:spPr>
          <a:xfrm>
            <a:off x="9169146"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8" name="TextBox 67">
            <a:extLst>
              <a:ext uri="{FF2B5EF4-FFF2-40B4-BE49-F238E27FC236}">
                <a16:creationId xmlns:a16="http://schemas.microsoft.com/office/drawing/2014/main" id="{C7A34855-D134-414E-0D4B-69BAE567A025}"/>
              </a:ext>
            </a:extLst>
          </p:cNvPr>
          <p:cNvSpPr txBox="1"/>
          <p:nvPr/>
        </p:nvSpPr>
        <p:spPr>
          <a:xfrm>
            <a:off x="9278874" y="3273552"/>
            <a:ext cx="777240" cy="276999"/>
          </a:xfrm>
          <a:prstGeom prst="rect">
            <a:avLst/>
          </a:prstGeom>
          <a:noFill/>
        </p:spPr>
        <p:txBody>
          <a:bodyPr wrap="square" lIns="0" tIns="0" rIns="0" bIns="0" anchor="t">
            <a:spAutoFit/>
          </a:bodyPr>
          <a:lstStyle/>
          <a:p>
            <a:pPr algn="l"/>
            <a:r>
              <a:rPr b="1">
                <a:solidFill>
                  <a:srgbClr val="8E44AD"/>
                </a:solidFill>
                <a:latin typeface="Yu Gothic"/>
              </a:rPr>
              <a:t>D-2</a:t>
            </a:r>
          </a:p>
        </p:txBody>
      </p:sp>
      <p:sp>
        <p:nvSpPr>
          <p:cNvPr id="69" name="TextBox 68">
            <a:extLst>
              <a:ext uri="{FF2B5EF4-FFF2-40B4-BE49-F238E27FC236}">
                <a16:creationId xmlns:a16="http://schemas.microsoft.com/office/drawing/2014/main" id="{24FB3E34-B611-A65B-2068-7707ECC9DEB0}"/>
              </a:ext>
            </a:extLst>
          </p:cNvPr>
          <p:cNvSpPr txBox="1"/>
          <p:nvPr/>
        </p:nvSpPr>
        <p:spPr>
          <a:xfrm>
            <a:off x="9278874"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ADI / VSD / ARfD</a:t>
            </a:r>
          </a:p>
        </p:txBody>
      </p:sp>
      <p:sp>
        <p:nvSpPr>
          <p:cNvPr id="70" name="TextBox 69">
            <a:extLst>
              <a:ext uri="{FF2B5EF4-FFF2-40B4-BE49-F238E27FC236}">
                <a16:creationId xmlns:a16="http://schemas.microsoft.com/office/drawing/2014/main" id="{4F90B518-EEA7-2174-C874-9C35322FBCBB}"/>
              </a:ext>
            </a:extLst>
          </p:cNvPr>
          <p:cNvSpPr txBox="1"/>
          <p:nvPr/>
        </p:nvSpPr>
        <p:spPr>
          <a:xfrm>
            <a:off x="9928098"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71" name="Rectangle 70">
            <a:extLst>
              <a:ext uri="{FF2B5EF4-FFF2-40B4-BE49-F238E27FC236}">
                <a16:creationId xmlns:a16="http://schemas.microsoft.com/office/drawing/2014/main" id="{F26F8313-82C1-2A76-2F73-FFF13DC39920}"/>
              </a:ext>
            </a:extLst>
          </p:cNvPr>
          <p:cNvSpPr/>
          <p:nvPr/>
        </p:nvSpPr>
        <p:spPr>
          <a:xfrm>
            <a:off x="9169146"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2" name="TextBox 71">
            <a:extLst>
              <a:ext uri="{FF2B5EF4-FFF2-40B4-BE49-F238E27FC236}">
                <a16:creationId xmlns:a16="http://schemas.microsoft.com/office/drawing/2014/main" id="{4D09C018-B914-24AE-620D-4DBEFCA8BC40}"/>
              </a:ext>
            </a:extLst>
          </p:cNvPr>
          <p:cNvSpPr txBox="1"/>
          <p:nvPr/>
        </p:nvSpPr>
        <p:spPr>
          <a:xfrm>
            <a:off x="9278874" y="4114800"/>
            <a:ext cx="777240" cy="276999"/>
          </a:xfrm>
          <a:prstGeom prst="rect">
            <a:avLst/>
          </a:prstGeom>
          <a:noFill/>
        </p:spPr>
        <p:txBody>
          <a:bodyPr wrap="square" lIns="0" tIns="0" rIns="0" bIns="0" anchor="t">
            <a:spAutoFit/>
          </a:bodyPr>
          <a:lstStyle/>
          <a:p>
            <a:pPr algn="l"/>
            <a:r>
              <a:rPr b="1">
                <a:solidFill>
                  <a:srgbClr val="8E44AD"/>
                </a:solidFill>
                <a:latin typeface="Yu Gothic"/>
              </a:rPr>
              <a:t>D-3</a:t>
            </a:r>
          </a:p>
        </p:txBody>
      </p:sp>
      <p:sp>
        <p:nvSpPr>
          <p:cNvPr id="73" name="TextBox 72">
            <a:extLst>
              <a:ext uri="{FF2B5EF4-FFF2-40B4-BE49-F238E27FC236}">
                <a16:creationId xmlns:a16="http://schemas.microsoft.com/office/drawing/2014/main" id="{25B98074-FA70-18D1-B8DC-4786CB6A5147}"/>
              </a:ext>
            </a:extLst>
          </p:cNvPr>
          <p:cNvSpPr txBox="1"/>
          <p:nvPr/>
        </p:nvSpPr>
        <p:spPr>
          <a:xfrm>
            <a:off x="9278874" y="4407408"/>
            <a:ext cx="2628900" cy="279400"/>
          </a:xfrm>
          <a:prstGeom prst="rect">
            <a:avLst/>
          </a:prstGeom>
          <a:noFill/>
        </p:spPr>
        <p:txBody>
          <a:bodyPr wrap="square" lIns="0" tIns="0" rIns="0" bIns="0" anchor="t">
            <a:spAutoFit/>
          </a:bodyPr>
          <a:lstStyle/>
          <a:p>
            <a:pPr algn="l"/>
            <a:r>
              <a:rPr sz="1600" b="0">
                <a:solidFill>
                  <a:srgbClr val="2C3E50"/>
                </a:solidFill>
                <a:latin typeface="Yu Gothic"/>
              </a:rPr>
              <a:t>リスクコミュニケーション</a:t>
            </a:r>
          </a:p>
        </p:txBody>
      </p:sp>
    </p:spTree>
    <p:extLst>
      <p:ext uri="{BB962C8B-B14F-4D97-AF65-F5344CB8AC3E}">
        <p14:creationId xmlns:p14="http://schemas.microsoft.com/office/powerpoint/2010/main" val="22980072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A-2. 生態系 (ecosystem) とは</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sp>
        <p:nvSpPr>
          <p:cNvPr id="6" name="Text 3"/>
          <p:cNvSpPr/>
          <p:nvPr/>
        </p:nvSpPr>
        <p:spPr>
          <a:xfrm>
            <a:off x="411480" y="5303520"/>
            <a:ext cx="5029200"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図Ⅵ-1-5 生態系の概念</a:t>
            </a:r>
            <a:endParaRPr lang="en-US" sz="1000" dirty="0"/>
          </a:p>
        </p:txBody>
      </p:sp>
      <p:sp>
        <p:nvSpPr>
          <p:cNvPr id="7" name="Text 4"/>
          <p:cNvSpPr/>
          <p:nvPr/>
        </p:nvSpPr>
        <p:spPr>
          <a:xfrm>
            <a:off x="5852160" y="1221867"/>
            <a:ext cx="5879592" cy="1097280"/>
          </a:xfrm>
          <a:prstGeom prst="rect">
            <a:avLst/>
          </a:prstGeom>
          <a:noFill/>
          <a:ln/>
        </p:spPr>
        <p:txBody>
          <a:bodyPr wrap="square" rtlCol="0" anchor="t"/>
          <a:lstStyle/>
          <a:p>
            <a:pPr marL="0" indent="0" algn="l">
              <a:lnSpc>
                <a:spcPct val="130000"/>
              </a:lnSpc>
              <a:spcAft>
                <a:spcPts val="400"/>
              </a:spcAft>
              <a:buNone/>
            </a:pPr>
            <a:r>
              <a:rPr lang="en-US" sz="2400" b="1" dirty="0">
                <a:solidFill>
                  <a:srgbClr val="1A5276"/>
                </a:solidFill>
                <a:latin typeface="Meiryo" pitchFamily="34" charset="0"/>
                <a:ea typeface="Meiryo" pitchFamily="34" charset="-122"/>
                <a:cs typeface="Meiryo" pitchFamily="34" charset="-120"/>
              </a:rPr>
              <a:t>生態系 = 生物群集 + </a:t>
            </a:r>
            <a:r>
              <a:rPr lang="en-US" sz="2400" b="1" dirty="0" err="1">
                <a:solidFill>
                  <a:srgbClr val="1A5276"/>
                </a:solidFill>
                <a:latin typeface="Meiryo" pitchFamily="34" charset="0"/>
                <a:ea typeface="Meiryo" pitchFamily="34" charset="-122"/>
                <a:cs typeface="Meiryo" pitchFamily="34" charset="-120"/>
              </a:rPr>
              <a:t>非生物的環境</a:t>
            </a:r>
            <a:endParaRPr lang="en-US" sz="24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入れ子（hierarchy）構造で理解する:</a:t>
            </a:r>
            <a:endParaRPr lang="en-US" sz="2400" dirty="0"/>
          </a:p>
        </p:txBody>
      </p:sp>
      <p:sp>
        <p:nvSpPr>
          <p:cNvPr id="8" name="Text 5"/>
          <p:cNvSpPr/>
          <p:nvPr/>
        </p:nvSpPr>
        <p:spPr>
          <a:xfrm>
            <a:off x="6312408" y="2460879"/>
            <a:ext cx="5879592" cy="2103120"/>
          </a:xfrm>
          <a:prstGeom prst="rect">
            <a:avLst/>
          </a:prstGeom>
          <a:noFill/>
          <a:ln/>
        </p:spPr>
        <p:txBody>
          <a:bodyPr wrap="square" rtlCol="0" anchor="t"/>
          <a:lstStyle/>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個体 (individual)</a:t>
            </a:r>
            <a:endParaRPr lang="en-US" sz="2000" dirty="0"/>
          </a:p>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個体群 (population) — 同種の集まり</a:t>
            </a:r>
            <a:endParaRPr lang="en-US" sz="2000" dirty="0"/>
          </a:p>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群集 (community) — 複数種の集まり</a:t>
            </a:r>
            <a:endParaRPr lang="en-US" sz="2000" dirty="0"/>
          </a:p>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生態系 (ecosystem) — 群集 + 環境</a:t>
            </a:r>
            <a:endParaRPr lang="en-US" sz="2000" dirty="0"/>
          </a:p>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生物圏 (biosphere) — 地球全体の生態系</a:t>
            </a:r>
            <a:endParaRPr lang="en-US" sz="2000" dirty="0"/>
          </a:p>
        </p:txBody>
      </p:sp>
      <p:sp>
        <p:nvSpPr>
          <p:cNvPr id="9" name="Shape 6"/>
          <p:cNvSpPr/>
          <p:nvPr/>
        </p:nvSpPr>
        <p:spPr>
          <a:xfrm>
            <a:off x="5961888" y="5559552"/>
            <a:ext cx="5879592" cy="1188720"/>
          </a:xfrm>
          <a:prstGeom prst="rect">
            <a:avLst/>
          </a:prstGeom>
          <a:solidFill>
            <a:srgbClr val="F8F9FA"/>
          </a:solidFill>
          <a:ln/>
        </p:spPr>
        <p:txBody>
          <a:bodyPr/>
          <a:lstStyle/>
          <a:p>
            <a:endParaRPr lang="ja-JP" altLang="en-US"/>
          </a:p>
        </p:txBody>
      </p:sp>
      <p:sp>
        <p:nvSpPr>
          <p:cNvPr id="10" name="Shape 7"/>
          <p:cNvSpPr/>
          <p:nvPr/>
        </p:nvSpPr>
        <p:spPr>
          <a:xfrm>
            <a:off x="5961888" y="5559552"/>
            <a:ext cx="64008" cy="1188720"/>
          </a:xfrm>
          <a:prstGeom prst="rect">
            <a:avLst/>
          </a:prstGeom>
          <a:solidFill>
            <a:srgbClr val="BDC3C7"/>
          </a:solidFill>
          <a:ln/>
        </p:spPr>
        <p:txBody>
          <a:bodyPr/>
          <a:lstStyle/>
          <a:p>
            <a:endParaRPr lang="ja-JP" altLang="en-US"/>
          </a:p>
        </p:txBody>
      </p:sp>
      <p:sp>
        <p:nvSpPr>
          <p:cNvPr id="11" name="Text 8"/>
          <p:cNvSpPr/>
          <p:nvPr/>
        </p:nvSpPr>
        <p:spPr>
          <a:xfrm>
            <a:off x="6126480" y="5614416"/>
            <a:ext cx="5605272" cy="292608"/>
          </a:xfrm>
          <a:prstGeom prst="rect">
            <a:avLst/>
          </a:prstGeom>
          <a:noFill/>
          <a:ln/>
        </p:spPr>
        <p:txBody>
          <a:bodyPr wrap="square" rtlCol="0" anchor="ctr"/>
          <a:lstStyle/>
          <a:p>
            <a:pPr marL="0" indent="0">
              <a:buNone/>
            </a:pPr>
            <a:r>
              <a:rPr lang="en-US" sz="1600" b="1" dirty="0">
                <a:solidFill>
                  <a:srgbClr val="BDC3C7"/>
                </a:solidFill>
                <a:latin typeface="Meiryo" pitchFamily="34" charset="0"/>
                <a:ea typeface="Meiryo" pitchFamily="34" charset="-122"/>
                <a:cs typeface="Meiryo" pitchFamily="34" charset="-120"/>
              </a:rPr>
              <a:t>薬剤師に必要な視点</a:t>
            </a:r>
            <a:endParaRPr lang="en-US" sz="1600" dirty="0"/>
          </a:p>
        </p:txBody>
      </p:sp>
      <p:sp>
        <p:nvSpPr>
          <p:cNvPr id="12" name="Text 9"/>
          <p:cNvSpPr/>
          <p:nvPr/>
        </p:nvSpPr>
        <p:spPr>
          <a:xfrm>
            <a:off x="6126480" y="5897880"/>
            <a:ext cx="5605272" cy="80467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化学物質は「個体への毒性」だけでなく、</a:t>
            </a:r>
            <a:r>
              <a:rPr lang="en-US" b="1" dirty="0">
                <a:solidFill>
                  <a:srgbClr val="1A5276"/>
                </a:solidFill>
                <a:latin typeface="Meiryo" pitchFamily="34" charset="0"/>
                <a:ea typeface="Meiryo" pitchFamily="34" charset="-122"/>
                <a:cs typeface="Meiryo" pitchFamily="34" charset="-120"/>
              </a:rPr>
              <a:t>生態系全体への影響</a:t>
            </a:r>
            <a:r>
              <a:rPr lang="en-US" dirty="0">
                <a:solidFill>
                  <a:srgbClr val="2C3E50"/>
                </a:solidFill>
                <a:latin typeface="Meiryo" pitchFamily="34" charset="0"/>
                <a:ea typeface="Meiryo" pitchFamily="34" charset="-122"/>
                <a:cs typeface="Meiryo" pitchFamily="34" charset="-120"/>
              </a:rPr>
              <a:t>でも評価される。</a:t>
            </a:r>
            <a:endParaRPr lang="en-US" dirty="0"/>
          </a:p>
        </p:txBody>
      </p:sp>
      <p:pic>
        <p:nvPicPr>
          <p:cNvPr id="13" name="Picture 12" descr="p604_6章_図Ⅵ-1-5.jpg"/>
          <p:cNvPicPr>
            <a:picLocks noChangeAspect="1"/>
          </p:cNvPicPr>
          <p:nvPr/>
        </p:nvPicPr>
        <p:blipFill>
          <a:blip r:embed="rId3"/>
          <a:stretch>
            <a:fillRect/>
          </a:stretch>
        </p:blipFill>
        <p:spPr>
          <a:xfrm>
            <a:off x="339926" y="1050341"/>
            <a:ext cx="3412924" cy="2470344"/>
          </a:xfrm>
          <a:prstGeom prst="rect">
            <a:avLst/>
          </a:prstGeom>
        </p:spPr>
      </p:pic>
      <p:pic>
        <p:nvPicPr>
          <p:cNvPr id="14" name="図 13" descr="The diagram illustrates an ecosystem, showing the interconnection of biological communities and non-living environmental factors such as light, temperature, air, and water.&#10;&#10;AI 生成コンテンツは誤りを含む可能性があります。">
            <a:extLst>
              <a:ext uri="{FF2B5EF4-FFF2-40B4-BE49-F238E27FC236}">
                <a16:creationId xmlns:a16="http://schemas.microsoft.com/office/drawing/2014/main" id="{483DF8A0-90AF-817D-FFA3-8C3643CFD573}"/>
              </a:ext>
            </a:extLst>
          </p:cNvPr>
          <p:cNvPicPr>
            <a:picLocks noChangeAspect="1"/>
          </p:cNvPicPr>
          <p:nvPr/>
        </p:nvPicPr>
        <p:blipFill>
          <a:blip r:embed="rId4"/>
          <a:stretch>
            <a:fillRect/>
          </a:stretch>
        </p:blipFill>
        <p:spPr>
          <a:xfrm>
            <a:off x="181609" y="3615692"/>
            <a:ext cx="5259071" cy="3049062"/>
          </a:xfrm>
          <a:prstGeom prst="rect">
            <a:avLst/>
          </a:prstGeom>
          <a:ln>
            <a:solidFill>
              <a:schemeClr val="tx1"/>
            </a:solidFill>
          </a:ln>
        </p:spPr>
      </p:pic>
      <p:sp>
        <p:nvSpPr>
          <p:cNvPr id="15" name="テキスト ボックス 14">
            <a:extLst>
              <a:ext uri="{FF2B5EF4-FFF2-40B4-BE49-F238E27FC236}">
                <a16:creationId xmlns:a16="http://schemas.microsoft.com/office/drawing/2014/main" id="{38442434-958B-0FE6-7760-66CD6A947FE6}"/>
              </a:ext>
            </a:extLst>
          </p:cNvPr>
          <p:cNvSpPr txBox="1"/>
          <p:nvPr/>
        </p:nvSpPr>
        <p:spPr>
          <a:xfrm>
            <a:off x="3752850" y="3354082"/>
            <a:ext cx="2181225" cy="261610"/>
          </a:xfrm>
          <a:prstGeom prst="rect">
            <a:avLst/>
          </a:prstGeom>
          <a:noFill/>
        </p:spPr>
        <p:txBody>
          <a:bodyPr wrap="square" rtlCol="0">
            <a:spAutoFit/>
          </a:bodyPr>
          <a:lstStyle/>
          <a:p>
            <a:r>
              <a:rPr kumimoji="1" lang="ja-JP" altLang="en-US" sz="1100" dirty="0"/>
              <a:t>薬学で学ぶ生物学　第</a:t>
            </a:r>
            <a:r>
              <a:rPr kumimoji="1" lang="en-US" altLang="ja-JP" sz="1100" dirty="0"/>
              <a:t>15</a:t>
            </a:r>
            <a:r>
              <a:rPr kumimoji="1" lang="ja-JP" altLang="en-US" sz="1100" dirty="0"/>
              <a:t>回</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A-2. 生態系の構成要素 — 生産者・消費者・分解者</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5" name="Text 2"/>
          <p:cNvSpPr/>
          <p:nvPr/>
        </p:nvSpPr>
        <p:spPr>
          <a:xfrm>
            <a:off x="411480" y="5303520"/>
            <a:ext cx="5029200"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図Ⅵ-1-6 生態系におけるエネルギーと物質の流れ</a:t>
            </a:r>
            <a:endParaRPr lang="en-US" sz="1000" dirty="0"/>
          </a:p>
        </p:txBody>
      </p:sp>
      <p:sp>
        <p:nvSpPr>
          <p:cNvPr id="6" name="Text 3"/>
          <p:cNvSpPr/>
          <p:nvPr/>
        </p:nvSpPr>
        <p:spPr>
          <a:xfrm>
            <a:off x="5897880" y="1402651"/>
            <a:ext cx="5879592" cy="3179445"/>
          </a:xfrm>
          <a:prstGeom prst="rect">
            <a:avLst/>
          </a:prstGeom>
          <a:noFill/>
          <a:ln/>
        </p:spPr>
        <p:txBody>
          <a:bodyPr wrap="square" rtlCol="0" anchor="t"/>
          <a:lstStyle/>
          <a:p>
            <a:pPr marL="1257300" indent="-1257300" algn="l">
              <a:lnSpc>
                <a:spcPct val="135000"/>
              </a:lnSpc>
              <a:spcAft>
                <a:spcPts val="600"/>
              </a:spcAft>
              <a:buNone/>
            </a:pPr>
            <a:r>
              <a:rPr lang="en-US" sz="2000" b="1" dirty="0">
                <a:solidFill>
                  <a:srgbClr val="1A5276"/>
                </a:solidFill>
                <a:latin typeface="Meiryo" pitchFamily="34" charset="0"/>
                <a:ea typeface="Meiryo" pitchFamily="34" charset="-122"/>
                <a:cs typeface="Meiryo" pitchFamily="34" charset="-120"/>
              </a:rPr>
              <a:t>▸ 生産者</a:t>
            </a:r>
            <a:r>
              <a:rPr lang="en-US" sz="2000" dirty="0">
                <a:solidFill>
                  <a:srgbClr val="2C3E50"/>
                </a:solidFill>
                <a:latin typeface="Meiryo" pitchFamily="34" charset="0"/>
                <a:ea typeface="Meiryo" pitchFamily="34" charset="-122"/>
                <a:cs typeface="Meiryo" pitchFamily="34" charset="-120"/>
              </a:rPr>
              <a:t>（producer） 独立栄養生物。光合成 or 化学合成で有機物を合成</a:t>
            </a:r>
            <a:endParaRPr lang="en-US" sz="2000" dirty="0"/>
          </a:p>
          <a:p>
            <a:pPr marL="1257300" indent="-1257300" algn="l">
              <a:lnSpc>
                <a:spcPct val="135000"/>
              </a:lnSpc>
              <a:spcAft>
                <a:spcPts val="600"/>
              </a:spcAft>
              <a:buNone/>
            </a:pPr>
            <a:r>
              <a:rPr lang="en-US" sz="2000" b="1" dirty="0">
                <a:solidFill>
                  <a:srgbClr val="1A5276"/>
                </a:solidFill>
                <a:latin typeface="Meiryo" pitchFamily="34" charset="0"/>
                <a:ea typeface="Meiryo" pitchFamily="34" charset="-122"/>
                <a:cs typeface="Meiryo" pitchFamily="34" charset="-120"/>
              </a:rPr>
              <a:t>▸ 消費者</a:t>
            </a:r>
            <a:r>
              <a:rPr lang="en-US" sz="2000" dirty="0">
                <a:solidFill>
                  <a:srgbClr val="2C3E50"/>
                </a:solidFill>
                <a:latin typeface="Meiryo" pitchFamily="34" charset="0"/>
                <a:ea typeface="Meiryo" pitchFamily="34" charset="-122"/>
                <a:cs typeface="Meiryo" pitchFamily="34" charset="-120"/>
              </a:rPr>
              <a:t>（consumer） 従属栄養生物。生産者や他の消費者を食べる</a:t>
            </a:r>
            <a:endParaRPr lang="en-US" sz="2000" dirty="0"/>
          </a:p>
          <a:p>
            <a:pPr marL="1257300" indent="-1257300" algn="l">
              <a:lnSpc>
                <a:spcPct val="135000"/>
              </a:lnSpc>
              <a:spcAft>
                <a:spcPts val="600"/>
              </a:spcAft>
              <a:buNone/>
            </a:pPr>
            <a:r>
              <a:rPr lang="en-US" sz="2000" b="1" dirty="0">
                <a:solidFill>
                  <a:srgbClr val="1A5276"/>
                </a:solidFill>
                <a:latin typeface="Meiryo" pitchFamily="34" charset="0"/>
                <a:ea typeface="Meiryo" pitchFamily="34" charset="-122"/>
                <a:cs typeface="Meiryo" pitchFamily="34" charset="-120"/>
              </a:rPr>
              <a:t>▸ 分解者</a:t>
            </a:r>
            <a:r>
              <a:rPr lang="en-US" sz="2000" dirty="0">
                <a:solidFill>
                  <a:srgbClr val="2C3E50"/>
                </a:solidFill>
                <a:latin typeface="Meiryo" pitchFamily="34" charset="0"/>
                <a:ea typeface="Meiryo" pitchFamily="34" charset="-122"/>
                <a:cs typeface="Meiryo" pitchFamily="34" charset="-120"/>
              </a:rPr>
              <a:t>（decomposer） 細菌・菌類。死骸や排泄物を無機物まで分解</a:t>
            </a:r>
            <a:endParaRPr lang="en-US" sz="2000" dirty="0"/>
          </a:p>
        </p:txBody>
      </p:sp>
      <p:sp>
        <p:nvSpPr>
          <p:cNvPr id="7" name="Shape 4"/>
          <p:cNvSpPr/>
          <p:nvPr/>
        </p:nvSpPr>
        <p:spPr>
          <a:xfrm>
            <a:off x="6147806" y="5129784"/>
            <a:ext cx="5879592" cy="1554480"/>
          </a:xfrm>
          <a:prstGeom prst="rect">
            <a:avLst/>
          </a:prstGeom>
          <a:solidFill>
            <a:srgbClr val="EAF2F8"/>
          </a:solidFill>
          <a:ln/>
        </p:spPr>
        <p:txBody>
          <a:bodyPr/>
          <a:lstStyle/>
          <a:p>
            <a:endParaRPr lang="ja-JP" altLang="en-US"/>
          </a:p>
        </p:txBody>
      </p:sp>
      <p:sp>
        <p:nvSpPr>
          <p:cNvPr id="8" name="Shape 5"/>
          <p:cNvSpPr/>
          <p:nvPr/>
        </p:nvSpPr>
        <p:spPr>
          <a:xfrm>
            <a:off x="6147806" y="5129784"/>
            <a:ext cx="64008" cy="1554480"/>
          </a:xfrm>
          <a:prstGeom prst="rect">
            <a:avLst/>
          </a:prstGeom>
          <a:solidFill>
            <a:srgbClr val="2980B9"/>
          </a:solidFill>
          <a:ln/>
        </p:spPr>
        <p:txBody>
          <a:bodyPr/>
          <a:lstStyle/>
          <a:p>
            <a:endParaRPr lang="ja-JP" altLang="en-US"/>
          </a:p>
        </p:txBody>
      </p:sp>
      <p:sp>
        <p:nvSpPr>
          <p:cNvPr id="9" name="Text 6"/>
          <p:cNvSpPr/>
          <p:nvPr/>
        </p:nvSpPr>
        <p:spPr>
          <a:xfrm>
            <a:off x="6312398" y="5184648"/>
            <a:ext cx="5605272" cy="292608"/>
          </a:xfrm>
          <a:prstGeom prst="rect">
            <a:avLst/>
          </a:prstGeom>
          <a:noFill/>
          <a:ln/>
        </p:spPr>
        <p:txBody>
          <a:bodyPr wrap="square" rtlCol="0" anchor="ctr"/>
          <a:lstStyle/>
          <a:p>
            <a:pPr marL="0" indent="0">
              <a:buNone/>
            </a:pPr>
            <a:r>
              <a:rPr lang="en-US" b="1" dirty="0">
                <a:solidFill>
                  <a:srgbClr val="2980B9"/>
                </a:solidFill>
                <a:latin typeface="Meiryo" pitchFamily="34" charset="0"/>
                <a:ea typeface="Meiryo" pitchFamily="34" charset="-122"/>
                <a:cs typeface="Meiryo" pitchFamily="34" charset="-120"/>
              </a:rPr>
              <a:t>3者の相互作用</a:t>
            </a:r>
            <a:endParaRPr lang="en-US" dirty="0"/>
          </a:p>
        </p:txBody>
      </p:sp>
      <p:sp>
        <p:nvSpPr>
          <p:cNvPr id="10" name="Text 7"/>
          <p:cNvSpPr/>
          <p:nvPr/>
        </p:nvSpPr>
        <p:spPr>
          <a:xfrm>
            <a:off x="6312398" y="5468112"/>
            <a:ext cx="5605272" cy="117043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生産者が太陽エネルギーを取り込み、消費者を経由し、分解者によって物質は再び生産者へ戻る。</a:t>
            </a:r>
            <a:endParaRPr lang="en-US" sz="2000" dirty="0"/>
          </a:p>
        </p:txBody>
      </p:sp>
      <p:pic>
        <p:nvPicPr>
          <p:cNvPr id="11" name="Picture 10" descr="p604_6章_図Ⅵ-1-6.jpg"/>
          <p:cNvPicPr>
            <a:picLocks noChangeAspect="1"/>
          </p:cNvPicPr>
          <p:nvPr/>
        </p:nvPicPr>
        <p:blipFill>
          <a:blip r:embed="rId3"/>
          <a:stretch>
            <a:fillRect/>
          </a:stretch>
        </p:blipFill>
        <p:spPr>
          <a:xfrm>
            <a:off x="164602" y="1010413"/>
            <a:ext cx="5503469" cy="411068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A-2. 生産者 — 独立栄養生物</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sp>
        <p:nvSpPr>
          <p:cNvPr id="5" name="Text 3"/>
          <p:cNvSpPr/>
          <p:nvPr/>
        </p:nvSpPr>
        <p:spPr>
          <a:xfrm>
            <a:off x="411480" y="1097280"/>
            <a:ext cx="11365992" cy="548640"/>
          </a:xfrm>
          <a:prstGeom prst="rect">
            <a:avLst/>
          </a:prstGeom>
          <a:noFill/>
          <a:ln/>
        </p:spPr>
        <p:txBody>
          <a:bodyPr wrap="square" rtlCol="0" anchor="t"/>
          <a:lstStyle/>
          <a:p>
            <a:pPr marL="0" indent="0" algn="l">
              <a:lnSpc>
                <a:spcPct val="130000"/>
              </a:lnSpc>
              <a:spcAft>
                <a:spcPts val="400"/>
              </a:spcAft>
              <a:buNone/>
            </a:pPr>
            <a:r>
              <a:rPr lang="en-US" sz="2000" b="1" dirty="0">
                <a:solidFill>
                  <a:srgbClr val="1A5276"/>
                </a:solidFill>
                <a:latin typeface="Meiryo" pitchFamily="34" charset="0"/>
                <a:ea typeface="Meiryo" pitchFamily="34" charset="-122"/>
                <a:cs typeface="Meiryo" pitchFamily="34" charset="-120"/>
              </a:rPr>
              <a:t>独立栄養（autotroph）</a:t>
            </a:r>
            <a:r>
              <a:rPr lang="en-US" sz="2000" dirty="0">
                <a:solidFill>
                  <a:srgbClr val="2C3E50"/>
                </a:solidFill>
                <a:latin typeface="Meiryo" pitchFamily="34" charset="0"/>
                <a:ea typeface="Meiryo" pitchFamily="34" charset="-122"/>
                <a:cs typeface="Meiryo" pitchFamily="34" charset="-120"/>
              </a:rPr>
              <a:t>: 外部エネルギーを使って </a:t>
            </a:r>
            <a:r>
              <a:rPr lang="en-US" sz="2000" b="1" dirty="0">
                <a:solidFill>
                  <a:srgbClr val="C0392B"/>
                </a:solidFill>
                <a:latin typeface="Meiryo" pitchFamily="34" charset="0"/>
                <a:ea typeface="Meiryo" pitchFamily="34" charset="-122"/>
                <a:cs typeface="Meiryo" pitchFamily="34" charset="-120"/>
              </a:rPr>
              <a:t>無機物 → 有機物</a:t>
            </a:r>
            <a:r>
              <a:rPr lang="en-US" sz="2000" dirty="0">
                <a:solidFill>
                  <a:srgbClr val="2C3E50"/>
                </a:solidFill>
                <a:latin typeface="Meiryo" pitchFamily="34" charset="0"/>
                <a:ea typeface="Meiryo" pitchFamily="34" charset="-122"/>
                <a:cs typeface="Meiryo" pitchFamily="34" charset="-120"/>
              </a:rPr>
              <a:t> を合成する生物</a:t>
            </a:r>
            <a:endParaRPr lang="en-US" sz="2000" dirty="0"/>
          </a:p>
        </p:txBody>
      </p:sp>
      <p:graphicFrame>
        <p:nvGraphicFramePr>
          <p:cNvPr id="21" name="Table 0"/>
          <p:cNvGraphicFramePr>
            <a:graphicFrameLocks noGrp="1"/>
          </p:cNvGraphicFramePr>
          <p:nvPr>
            <p:extLst>
              <p:ext uri="{D42A27DB-BD31-4B8C-83A1-F6EECF244321}">
                <p14:modId xmlns:p14="http://schemas.microsoft.com/office/powerpoint/2010/main" val="3263518259"/>
              </p:ext>
            </p:extLst>
          </p:nvPr>
        </p:nvGraphicFramePr>
        <p:xfrm>
          <a:off x="411480" y="1828800"/>
          <a:ext cx="11365992" cy="2964180"/>
        </p:xfrm>
        <a:graphic>
          <a:graphicData uri="http://schemas.openxmlformats.org/drawingml/2006/table">
            <a:tbl>
              <a:tblPr/>
              <a:tblGrid>
                <a:gridCol w="245554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567047">
                  <a:extLst>
                    <a:ext uri="{9D8B030D-6E8A-4147-A177-3AD203B41FA5}">
                      <a16:colId xmlns:a16="http://schemas.microsoft.com/office/drawing/2014/main" val="20002"/>
                    </a:ext>
                  </a:extLst>
                </a:gridCol>
              </a:tblGrid>
              <a:tr h="640080">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分類</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エネルギー源</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代表例</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807720">
                <a:tc>
                  <a:txBody>
                    <a:bodyPr/>
                    <a:lstStyle/>
                    <a:p>
                      <a:pPr marL="0" indent="0" algn="l">
                        <a:buNone/>
                      </a:pPr>
                      <a:r>
                        <a:rPr lang="en-US" sz="2000" b="1" dirty="0">
                          <a:solidFill>
                            <a:srgbClr val="1A5276"/>
                          </a:solidFill>
                          <a:latin typeface="Meiryo" pitchFamily="34" charset="0"/>
                          <a:ea typeface="Meiryo" pitchFamily="34" charset="-122"/>
                          <a:cs typeface="Meiryo" pitchFamily="34" charset="-120"/>
                        </a:rPr>
                        <a:t>光合成独立栄養</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光エネルギー</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植物・藻類・シアノバクテリア</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16380">
                <a:tc>
                  <a:txBody>
                    <a:bodyPr/>
                    <a:lstStyle/>
                    <a:p>
                      <a:pPr marL="0" indent="0" algn="l">
                        <a:buNone/>
                      </a:pPr>
                      <a:r>
                        <a:rPr lang="en-US" sz="2000" b="1" dirty="0">
                          <a:solidFill>
                            <a:srgbClr val="1A5276"/>
                          </a:solidFill>
                          <a:latin typeface="Meiryo" pitchFamily="34" charset="0"/>
                          <a:ea typeface="Meiryo" pitchFamily="34" charset="-122"/>
                          <a:cs typeface="Meiryo" pitchFamily="34" charset="-120"/>
                        </a:rPr>
                        <a:t>化学合成独立栄養</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無機物の酸化反応で得るエネルギー</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硝化菌・硫黄細菌・鉄細菌・水素細菌・メタン菌</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bl>
          </a:graphicData>
        </a:graphic>
      </p:graphicFrame>
      <p:sp>
        <p:nvSpPr>
          <p:cNvPr id="7" name="Shape 4"/>
          <p:cNvSpPr/>
          <p:nvPr/>
        </p:nvSpPr>
        <p:spPr>
          <a:xfrm>
            <a:off x="475488" y="5175504"/>
            <a:ext cx="11365992" cy="1463040"/>
          </a:xfrm>
          <a:prstGeom prst="rect">
            <a:avLst/>
          </a:prstGeom>
          <a:solidFill>
            <a:srgbClr val="FEF9E7"/>
          </a:solidFill>
          <a:ln/>
        </p:spPr>
        <p:txBody>
          <a:bodyPr/>
          <a:lstStyle/>
          <a:p>
            <a:endParaRPr lang="ja-JP" altLang="en-US" sz="3600"/>
          </a:p>
        </p:txBody>
      </p:sp>
      <p:sp>
        <p:nvSpPr>
          <p:cNvPr id="8" name="Shape 5"/>
          <p:cNvSpPr/>
          <p:nvPr/>
        </p:nvSpPr>
        <p:spPr>
          <a:xfrm>
            <a:off x="475488" y="5175504"/>
            <a:ext cx="64008" cy="1463040"/>
          </a:xfrm>
          <a:prstGeom prst="rect">
            <a:avLst/>
          </a:prstGeom>
          <a:solidFill>
            <a:srgbClr val="D68910"/>
          </a:solidFill>
          <a:ln/>
        </p:spPr>
        <p:txBody>
          <a:bodyPr/>
          <a:lstStyle/>
          <a:p>
            <a:endParaRPr lang="ja-JP" altLang="en-US" sz="3600"/>
          </a:p>
        </p:txBody>
      </p:sp>
      <p:sp>
        <p:nvSpPr>
          <p:cNvPr id="9" name="Text 6"/>
          <p:cNvSpPr/>
          <p:nvPr/>
        </p:nvSpPr>
        <p:spPr>
          <a:xfrm>
            <a:off x="640080" y="5230368"/>
            <a:ext cx="11091672" cy="292608"/>
          </a:xfrm>
          <a:prstGeom prst="rect">
            <a:avLst/>
          </a:prstGeom>
          <a:noFill/>
          <a:ln/>
        </p:spPr>
        <p:txBody>
          <a:bodyPr wrap="square" rtlCol="0" anchor="ctr"/>
          <a:lstStyle/>
          <a:p>
            <a:pPr marL="0" indent="0">
              <a:buNone/>
            </a:pPr>
            <a:r>
              <a:rPr lang="en-US" sz="2000" b="1" dirty="0">
                <a:solidFill>
                  <a:srgbClr val="D68910"/>
                </a:solidFill>
                <a:latin typeface="Meiryo" pitchFamily="34" charset="0"/>
                <a:ea typeface="Meiryo" pitchFamily="34" charset="-122"/>
                <a:cs typeface="Meiryo" pitchFamily="34" charset="-120"/>
              </a:rPr>
              <a:t>押さえるポイント</a:t>
            </a:r>
            <a:endParaRPr lang="en-US" sz="2000" dirty="0"/>
          </a:p>
        </p:txBody>
      </p:sp>
      <p:sp>
        <p:nvSpPr>
          <p:cNvPr id="10" name="Text 7"/>
          <p:cNvSpPr/>
          <p:nvPr/>
        </p:nvSpPr>
        <p:spPr>
          <a:xfrm>
            <a:off x="640080" y="5513832"/>
            <a:ext cx="11091672" cy="1078992"/>
          </a:xfrm>
          <a:prstGeom prst="rect">
            <a:avLst/>
          </a:prstGeom>
          <a:noFill/>
          <a:ln/>
        </p:spPr>
        <p:txBody>
          <a:bodyPr wrap="square" rtlCol="0" anchor="t"/>
          <a:lstStyle/>
          <a:p>
            <a:pPr marL="0" indent="0" algn="l">
              <a:lnSpc>
                <a:spcPct val="130000"/>
              </a:lnSpc>
              <a:spcAft>
                <a:spcPts val="400"/>
              </a:spcAft>
              <a:buNone/>
            </a:pPr>
            <a:r>
              <a:rPr lang="en-US" sz="2400" b="1" dirty="0">
                <a:solidFill>
                  <a:srgbClr val="C0392B"/>
                </a:solidFill>
                <a:latin typeface="Meiryo" pitchFamily="34" charset="0"/>
                <a:ea typeface="Meiryo" pitchFamily="34" charset="-122"/>
                <a:cs typeface="Meiryo" pitchFamily="34" charset="-120"/>
              </a:rPr>
              <a:t>硝化菌（亜硝酸菌・硝酸菌）</a:t>
            </a:r>
            <a:r>
              <a:rPr lang="en-US" sz="2400" dirty="0">
                <a:solidFill>
                  <a:srgbClr val="2C3E50"/>
                </a:solidFill>
                <a:latin typeface="Meiryo" pitchFamily="34" charset="0"/>
                <a:ea typeface="Meiryo" pitchFamily="34" charset="-122"/>
                <a:cs typeface="Meiryo" pitchFamily="34" charset="-120"/>
              </a:rPr>
              <a:t>は化学合成独立栄養生物。光が届かない深海熱水噴出孔の生態系も、化学合成独立栄養生物が支えている。</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A-2. 消費者 — 従属栄養生物</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Text 2"/>
          <p:cNvSpPr/>
          <p:nvPr/>
        </p:nvSpPr>
        <p:spPr>
          <a:xfrm>
            <a:off x="406908" y="987552"/>
            <a:ext cx="11091186" cy="457200"/>
          </a:xfrm>
          <a:prstGeom prst="rect">
            <a:avLst/>
          </a:prstGeom>
          <a:noFill/>
          <a:ln/>
        </p:spPr>
        <p:txBody>
          <a:bodyPr wrap="square" rtlCol="0" anchor="t"/>
          <a:lstStyle/>
          <a:p>
            <a:pPr marL="0" indent="0" algn="l">
              <a:lnSpc>
                <a:spcPct val="130000"/>
              </a:lnSpc>
              <a:spcAft>
                <a:spcPts val="400"/>
              </a:spcAft>
              <a:buNone/>
            </a:pPr>
            <a:r>
              <a:rPr lang="en-US" sz="2400" b="1" dirty="0">
                <a:solidFill>
                  <a:srgbClr val="1A5276"/>
                </a:solidFill>
                <a:latin typeface="Meiryo" pitchFamily="34" charset="0"/>
                <a:ea typeface="Meiryo" pitchFamily="34" charset="-122"/>
                <a:cs typeface="Meiryo" pitchFamily="34" charset="-120"/>
              </a:rPr>
              <a:t>従属栄養（heterotroph）</a:t>
            </a:r>
            <a:r>
              <a:rPr lang="en-US" sz="2400" dirty="0">
                <a:solidFill>
                  <a:srgbClr val="2C3E50"/>
                </a:solidFill>
                <a:latin typeface="Meiryo" pitchFamily="34" charset="0"/>
                <a:ea typeface="Meiryo" pitchFamily="34" charset="-122"/>
                <a:cs typeface="Meiryo" pitchFamily="34" charset="-120"/>
              </a:rPr>
              <a:t>: 他の生物が合成した有機物を取り込む生物</a:t>
            </a:r>
            <a:endParaRPr lang="en-US" sz="2400" dirty="0"/>
          </a:p>
        </p:txBody>
      </p:sp>
      <p:sp>
        <p:nvSpPr>
          <p:cNvPr id="5" name="Text 3"/>
          <p:cNvSpPr/>
          <p:nvPr/>
        </p:nvSpPr>
        <p:spPr>
          <a:xfrm>
            <a:off x="127773" y="1699811"/>
            <a:ext cx="5824728" cy="2286000"/>
          </a:xfrm>
          <a:prstGeom prst="rect">
            <a:avLst/>
          </a:prstGeom>
          <a:noFill/>
          <a:ln/>
        </p:spPr>
        <p:txBody>
          <a:bodyPr wrap="square" rtlCol="0" anchor="t"/>
          <a:lstStyle/>
          <a:p>
            <a:pPr marL="1885950" indent="-1885950" algn="l">
              <a:lnSpc>
                <a:spcPct val="135000"/>
              </a:lnSpc>
              <a:spcAft>
                <a:spcPts val="600"/>
              </a:spcAft>
              <a:buNone/>
            </a:pPr>
            <a:r>
              <a:rPr lang="en-US" sz="2400" b="1" dirty="0">
                <a:solidFill>
                  <a:srgbClr val="1A5276"/>
                </a:solidFill>
                <a:latin typeface="Meiryo" pitchFamily="34" charset="0"/>
                <a:ea typeface="Meiryo" pitchFamily="34" charset="-122"/>
                <a:cs typeface="Meiryo" pitchFamily="34" charset="-120"/>
              </a:rPr>
              <a:t>▸ </a:t>
            </a:r>
            <a:r>
              <a:rPr lang="en-US" sz="2400" b="1" dirty="0" err="1">
                <a:solidFill>
                  <a:srgbClr val="1A5276"/>
                </a:solidFill>
                <a:latin typeface="Meiryo" pitchFamily="34" charset="0"/>
                <a:ea typeface="Meiryo" pitchFamily="34" charset="-122"/>
                <a:cs typeface="Meiryo" pitchFamily="34" charset="-120"/>
              </a:rPr>
              <a:t>一次消費者</a:t>
            </a:r>
            <a:endParaRPr lang="en-US" sz="2400" b="1" dirty="0">
              <a:solidFill>
                <a:srgbClr val="1A5276"/>
              </a:solidFill>
              <a:latin typeface="Meiryo" pitchFamily="34" charset="0"/>
              <a:ea typeface="Meiryo" pitchFamily="34" charset="-122"/>
              <a:cs typeface="Meiryo" pitchFamily="34" charset="-120"/>
            </a:endParaRPr>
          </a:p>
          <a:p>
            <a:pPr marL="1885950" indent="-1885950" algn="l">
              <a:lnSpc>
                <a:spcPct val="135000"/>
              </a:lnSpc>
              <a:spcAft>
                <a:spcPts val="600"/>
              </a:spcAft>
              <a:buNone/>
            </a:pPr>
            <a:r>
              <a:rPr lang="en-US" sz="2400" dirty="0">
                <a:solidFill>
                  <a:srgbClr val="2C3E50"/>
                </a:solidFill>
                <a:latin typeface="Meiryo" pitchFamily="34" charset="0"/>
                <a:ea typeface="Meiryo" pitchFamily="34" charset="-122"/>
                <a:cs typeface="Meiryo" pitchFamily="34" charset="-120"/>
              </a:rPr>
              <a:t>（草食動物）— バッタ・ウサギ・牛など</a:t>
            </a:r>
            <a:endParaRPr lang="en-US" sz="2400" dirty="0"/>
          </a:p>
          <a:p>
            <a:pPr marL="1885950" indent="-1885950" algn="l">
              <a:lnSpc>
                <a:spcPct val="135000"/>
              </a:lnSpc>
              <a:spcAft>
                <a:spcPts val="600"/>
              </a:spcAft>
              <a:buNone/>
            </a:pPr>
            <a:r>
              <a:rPr lang="en-US" sz="2400" b="1" dirty="0">
                <a:solidFill>
                  <a:srgbClr val="1A5276"/>
                </a:solidFill>
                <a:latin typeface="Meiryo" pitchFamily="34" charset="0"/>
                <a:ea typeface="Meiryo" pitchFamily="34" charset="-122"/>
                <a:cs typeface="Meiryo" pitchFamily="34" charset="-120"/>
              </a:rPr>
              <a:t>▸ </a:t>
            </a:r>
            <a:r>
              <a:rPr lang="en-US" sz="2400" b="1" dirty="0" err="1">
                <a:solidFill>
                  <a:srgbClr val="1A5276"/>
                </a:solidFill>
                <a:latin typeface="Meiryo" pitchFamily="34" charset="0"/>
                <a:ea typeface="Meiryo" pitchFamily="34" charset="-122"/>
                <a:cs typeface="Meiryo" pitchFamily="34" charset="-120"/>
              </a:rPr>
              <a:t>二次消費者</a:t>
            </a:r>
            <a:endParaRPr lang="en-US" sz="2400" b="1" dirty="0">
              <a:solidFill>
                <a:srgbClr val="1A5276"/>
              </a:solidFill>
              <a:latin typeface="Meiryo" pitchFamily="34" charset="0"/>
              <a:ea typeface="Meiryo" pitchFamily="34" charset="-122"/>
              <a:cs typeface="Meiryo" pitchFamily="34" charset="-120"/>
            </a:endParaRPr>
          </a:p>
          <a:p>
            <a:pPr marL="1885950" indent="-1885950" algn="l">
              <a:lnSpc>
                <a:spcPct val="135000"/>
              </a:lnSpc>
              <a:spcAft>
                <a:spcPts val="600"/>
              </a:spcAft>
              <a:buNone/>
            </a:pPr>
            <a:r>
              <a:rPr lang="en-US" sz="2400" dirty="0">
                <a:solidFill>
                  <a:srgbClr val="2C3E50"/>
                </a:solidFill>
                <a:latin typeface="Meiryo" pitchFamily="34" charset="0"/>
                <a:ea typeface="Meiryo" pitchFamily="34" charset="-122"/>
                <a:cs typeface="Meiryo" pitchFamily="34" charset="-120"/>
              </a:rPr>
              <a:t>（肉食動物）— カエル・小型肉食魚</a:t>
            </a:r>
            <a:endParaRPr lang="en-US" sz="2400" dirty="0"/>
          </a:p>
          <a:p>
            <a:pPr marL="1885950" indent="-1885950" algn="l">
              <a:lnSpc>
                <a:spcPct val="135000"/>
              </a:lnSpc>
              <a:spcAft>
                <a:spcPts val="600"/>
              </a:spcAft>
              <a:buNone/>
            </a:pPr>
            <a:r>
              <a:rPr lang="en-US" sz="2400" b="1" dirty="0">
                <a:solidFill>
                  <a:srgbClr val="1A5276"/>
                </a:solidFill>
                <a:latin typeface="Meiryo" pitchFamily="34" charset="0"/>
                <a:ea typeface="Meiryo" pitchFamily="34" charset="-122"/>
                <a:cs typeface="Meiryo" pitchFamily="34" charset="-120"/>
              </a:rPr>
              <a:t>▸ </a:t>
            </a:r>
            <a:r>
              <a:rPr lang="en-US" sz="2400" b="1" dirty="0" err="1">
                <a:solidFill>
                  <a:srgbClr val="1A5276"/>
                </a:solidFill>
                <a:latin typeface="Meiryo" pitchFamily="34" charset="0"/>
                <a:ea typeface="Meiryo" pitchFamily="34" charset="-122"/>
                <a:cs typeface="Meiryo" pitchFamily="34" charset="-120"/>
              </a:rPr>
              <a:t>高次消費者</a:t>
            </a:r>
            <a:endParaRPr lang="en-US" sz="2400" b="1" dirty="0">
              <a:solidFill>
                <a:srgbClr val="1A5276"/>
              </a:solidFill>
              <a:latin typeface="Meiryo" pitchFamily="34" charset="0"/>
              <a:ea typeface="Meiryo" pitchFamily="34" charset="-122"/>
              <a:cs typeface="Meiryo" pitchFamily="34" charset="-120"/>
            </a:endParaRPr>
          </a:p>
          <a:p>
            <a:pPr marL="1885950" indent="-1885950" algn="l">
              <a:lnSpc>
                <a:spcPct val="135000"/>
              </a:lnSpc>
              <a:spcAft>
                <a:spcPts val="600"/>
              </a:spcAft>
              <a:buNone/>
            </a:pPr>
            <a:r>
              <a:rPr lang="en-US" sz="2400" dirty="0">
                <a:solidFill>
                  <a:srgbClr val="2C3E50"/>
                </a:solidFill>
                <a:latin typeface="Meiryo" pitchFamily="34" charset="0"/>
                <a:ea typeface="Meiryo" pitchFamily="34" charset="-122"/>
                <a:cs typeface="Meiryo" pitchFamily="34" charset="-120"/>
              </a:rPr>
              <a:t>— ワシ・サメ・人間 → 高位ほど化学物質が濃縮しやすい</a:t>
            </a:r>
            <a:endParaRPr lang="en-US" sz="2400" dirty="0"/>
          </a:p>
        </p:txBody>
      </p:sp>
      <p:sp>
        <p:nvSpPr>
          <p:cNvPr id="6" name="Shape 4"/>
          <p:cNvSpPr/>
          <p:nvPr/>
        </p:nvSpPr>
        <p:spPr>
          <a:xfrm>
            <a:off x="6336792" y="1933859"/>
            <a:ext cx="5605272" cy="2468880"/>
          </a:xfrm>
          <a:prstGeom prst="rect">
            <a:avLst/>
          </a:prstGeom>
          <a:solidFill>
            <a:srgbClr val="FDEDEC"/>
          </a:solidFill>
          <a:ln/>
        </p:spPr>
        <p:txBody>
          <a:bodyPr/>
          <a:lstStyle/>
          <a:p>
            <a:endParaRPr lang="ja-JP" altLang="en-US"/>
          </a:p>
        </p:txBody>
      </p:sp>
      <p:sp>
        <p:nvSpPr>
          <p:cNvPr id="7" name="Shape 5"/>
          <p:cNvSpPr/>
          <p:nvPr/>
        </p:nvSpPr>
        <p:spPr>
          <a:xfrm>
            <a:off x="6336792" y="1933859"/>
            <a:ext cx="64008" cy="2468880"/>
          </a:xfrm>
          <a:prstGeom prst="rect">
            <a:avLst/>
          </a:prstGeom>
          <a:solidFill>
            <a:srgbClr val="C0392B"/>
          </a:solidFill>
          <a:ln/>
        </p:spPr>
        <p:txBody>
          <a:bodyPr/>
          <a:lstStyle/>
          <a:p>
            <a:endParaRPr lang="ja-JP" altLang="en-US"/>
          </a:p>
        </p:txBody>
      </p:sp>
      <p:sp>
        <p:nvSpPr>
          <p:cNvPr id="8" name="Text 6"/>
          <p:cNvSpPr/>
          <p:nvPr/>
        </p:nvSpPr>
        <p:spPr>
          <a:xfrm>
            <a:off x="6501384" y="1988723"/>
            <a:ext cx="5330952" cy="292608"/>
          </a:xfrm>
          <a:prstGeom prst="rect">
            <a:avLst/>
          </a:prstGeom>
          <a:noFill/>
          <a:ln/>
        </p:spPr>
        <p:txBody>
          <a:bodyPr wrap="square" rtlCol="0" anchor="ctr"/>
          <a:lstStyle/>
          <a:p>
            <a:pPr marL="0" indent="0">
              <a:buNone/>
            </a:pPr>
            <a:r>
              <a:rPr lang="en-US" b="1" dirty="0">
                <a:solidFill>
                  <a:srgbClr val="C0392B"/>
                </a:solidFill>
                <a:latin typeface="Meiryo" pitchFamily="34" charset="0"/>
                <a:ea typeface="Meiryo" pitchFamily="34" charset="-122"/>
                <a:cs typeface="Meiryo" pitchFamily="34" charset="-120"/>
              </a:rPr>
              <a:t>伏線 — 生物濃縮</a:t>
            </a:r>
            <a:endParaRPr lang="en-US" dirty="0"/>
          </a:p>
        </p:txBody>
      </p:sp>
      <p:sp>
        <p:nvSpPr>
          <p:cNvPr id="9" name="Text 7"/>
          <p:cNvSpPr/>
          <p:nvPr/>
        </p:nvSpPr>
        <p:spPr>
          <a:xfrm>
            <a:off x="6501384" y="2272187"/>
            <a:ext cx="5330952" cy="208483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高次消費者ほど、生物濃縮を受けて</a:t>
            </a:r>
            <a:r>
              <a:rPr lang="en-US" sz="2000" b="1" dirty="0">
                <a:solidFill>
                  <a:srgbClr val="1A5276"/>
                </a:solidFill>
                <a:latin typeface="Meiryo" pitchFamily="34" charset="0"/>
                <a:ea typeface="Meiryo" pitchFamily="34" charset="-122"/>
                <a:cs typeface="Meiryo" pitchFamily="34" charset="-120"/>
              </a:rPr>
              <a:t>脂溶性化学物質の蓄積濃度が高い</a:t>
            </a:r>
            <a:r>
              <a:rPr lang="en-US" sz="2000" dirty="0">
                <a:solidFill>
                  <a:srgbClr val="2C3E50"/>
                </a:solidFill>
                <a:latin typeface="Meiryo" pitchFamily="34" charset="0"/>
                <a:ea typeface="Meiryo" pitchFamily="34" charset="-122"/>
                <a:cs typeface="Meiryo" pitchFamily="34" charset="-120"/>
              </a:rPr>
              <a:t>。水銀（メチル水銀）→ マグロ → 人 という経路が代表例。B-2章で詳しく学びます。</a:t>
            </a:r>
            <a:endParaRPr lang="en-US" sz="2000" dirty="0"/>
          </a:p>
        </p:txBody>
      </p:sp>
      <p:sp>
        <p:nvSpPr>
          <p:cNvPr id="10" name="Shape 8"/>
          <p:cNvSpPr/>
          <p:nvPr/>
        </p:nvSpPr>
        <p:spPr>
          <a:xfrm>
            <a:off x="6336792" y="4846223"/>
            <a:ext cx="5605272" cy="1188720"/>
          </a:xfrm>
          <a:prstGeom prst="rect">
            <a:avLst/>
          </a:prstGeom>
          <a:solidFill>
            <a:srgbClr val="F8F9FA"/>
          </a:solidFill>
          <a:ln/>
        </p:spPr>
        <p:txBody>
          <a:bodyPr/>
          <a:lstStyle/>
          <a:p>
            <a:endParaRPr lang="ja-JP" altLang="en-US" sz="3200"/>
          </a:p>
        </p:txBody>
      </p:sp>
      <p:sp>
        <p:nvSpPr>
          <p:cNvPr id="11" name="Shape 9"/>
          <p:cNvSpPr/>
          <p:nvPr/>
        </p:nvSpPr>
        <p:spPr>
          <a:xfrm>
            <a:off x="6336792" y="4846223"/>
            <a:ext cx="64008" cy="1188720"/>
          </a:xfrm>
          <a:prstGeom prst="rect">
            <a:avLst/>
          </a:prstGeom>
          <a:solidFill>
            <a:srgbClr val="BDC3C7"/>
          </a:solidFill>
          <a:ln/>
        </p:spPr>
        <p:txBody>
          <a:bodyPr/>
          <a:lstStyle/>
          <a:p>
            <a:endParaRPr lang="ja-JP" altLang="en-US" sz="3200"/>
          </a:p>
        </p:txBody>
      </p:sp>
      <p:sp>
        <p:nvSpPr>
          <p:cNvPr id="12" name="Text 10"/>
          <p:cNvSpPr/>
          <p:nvPr/>
        </p:nvSpPr>
        <p:spPr>
          <a:xfrm>
            <a:off x="6501384" y="4901087"/>
            <a:ext cx="5330952" cy="292608"/>
          </a:xfrm>
          <a:prstGeom prst="rect">
            <a:avLst/>
          </a:prstGeom>
          <a:noFill/>
          <a:ln/>
        </p:spPr>
        <p:txBody>
          <a:bodyPr wrap="square" rtlCol="0" anchor="ctr"/>
          <a:lstStyle/>
          <a:p>
            <a:pPr marL="0" indent="0">
              <a:buNone/>
            </a:pPr>
            <a:r>
              <a:rPr lang="en-US" sz="2000" b="1" dirty="0">
                <a:solidFill>
                  <a:srgbClr val="BDC3C7"/>
                </a:solidFill>
                <a:latin typeface="Meiryo" pitchFamily="34" charset="0"/>
                <a:ea typeface="Meiryo" pitchFamily="34" charset="-122"/>
                <a:cs typeface="Meiryo" pitchFamily="34" charset="-120"/>
              </a:rPr>
              <a:t>雑食</a:t>
            </a:r>
            <a:endParaRPr lang="en-US" sz="2000" dirty="0"/>
          </a:p>
        </p:txBody>
      </p:sp>
      <p:sp>
        <p:nvSpPr>
          <p:cNvPr id="13" name="Text 11"/>
          <p:cNvSpPr/>
          <p:nvPr/>
        </p:nvSpPr>
        <p:spPr>
          <a:xfrm>
            <a:off x="6501384" y="5184551"/>
            <a:ext cx="5330952" cy="80467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雑食動物（人間など）は複数の栄養段階にまたがる。</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A-2. 分解者 — 物質循環の要</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Text 2"/>
          <p:cNvSpPr/>
          <p:nvPr/>
        </p:nvSpPr>
        <p:spPr>
          <a:xfrm>
            <a:off x="411480" y="1097280"/>
            <a:ext cx="11365992" cy="457200"/>
          </a:xfrm>
          <a:prstGeom prst="rect">
            <a:avLst/>
          </a:prstGeom>
          <a:noFill/>
          <a:ln/>
        </p:spPr>
        <p:txBody>
          <a:bodyPr wrap="square" rtlCol="0" anchor="t"/>
          <a:lstStyle/>
          <a:p>
            <a:pPr marL="0" indent="0" algn="l">
              <a:lnSpc>
                <a:spcPct val="130000"/>
              </a:lnSpc>
              <a:spcAft>
                <a:spcPts val="400"/>
              </a:spcAft>
              <a:buNone/>
            </a:pPr>
            <a:r>
              <a:rPr lang="en-US" sz="2400" b="1" dirty="0">
                <a:solidFill>
                  <a:srgbClr val="1A5276"/>
                </a:solidFill>
                <a:latin typeface="Meiryo" pitchFamily="34" charset="0"/>
                <a:ea typeface="Meiryo" pitchFamily="34" charset="-122"/>
                <a:cs typeface="Meiryo" pitchFamily="34" charset="-120"/>
              </a:rPr>
              <a:t>分解者（decomposer）</a:t>
            </a:r>
            <a:r>
              <a:rPr lang="en-US" sz="2400" dirty="0">
                <a:solidFill>
                  <a:srgbClr val="2C3E50"/>
                </a:solidFill>
                <a:latin typeface="Meiryo" pitchFamily="34" charset="0"/>
                <a:ea typeface="Meiryo" pitchFamily="34" charset="-122"/>
                <a:cs typeface="Meiryo" pitchFamily="34" charset="-120"/>
              </a:rPr>
              <a:t>: 死骸・排泄物中の有機物を </a:t>
            </a:r>
            <a:r>
              <a:rPr lang="en-US" sz="2400" b="1" dirty="0">
                <a:solidFill>
                  <a:srgbClr val="C0392B"/>
                </a:solidFill>
                <a:latin typeface="Meiryo" pitchFamily="34" charset="0"/>
                <a:ea typeface="Meiryo" pitchFamily="34" charset="-122"/>
                <a:cs typeface="Meiryo" pitchFamily="34" charset="-120"/>
              </a:rPr>
              <a:t>無機物まで分解</a:t>
            </a:r>
            <a:r>
              <a:rPr lang="en-US" sz="2400" dirty="0">
                <a:solidFill>
                  <a:srgbClr val="2C3E50"/>
                </a:solidFill>
                <a:latin typeface="Meiryo" pitchFamily="34" charset="0"/>
                <a:ea typeface="Meiryo" pitchFamily="34" charset="-122"/>
                <a:cs typeface="Meiryo" pitchFamily="34" charset="-120"/>
              </a:rPr>
              <a:t> する</a:t>
            </a:r>
            <a:endParaRPr lang="en-US" sz="2400" dirty="0"/>
          </a:p>
        </p:txBody>
      </p:sp>
      <p:sp>
        <p:nvSpPr>
          <p:cNvPr id="5" name="Text 3"/>
          <p:cNvSpPr/>
          <p:nvPr/>
        </p:nvSpPr>
        <p:spPr>
          <a:xfrm>
            <a:off x="411480" y="1737360"/>
            <a:ext cx="5029200" cy="1645920"/>
          </a:xfrm>
          <a:prstGeom prst="rect">
            <a:avLst/>
          </a:prstGeom>
          <a:noFill/>
          <a:ln/>
        </p:spPr>
        <p:txBody>
          <a:bodyPr wrap="square" rtlCol="0" anchor="t"/>
          <a:lstStyle/>
          <a:p>
            <a:pPr marL="0" indent="0" algn="l">
              <a:lnSpc>
                <a:spcPct val="135000"/>
              </a:lnSpc>
              <a:spcAft>
                <a:spcPts val="600"/>
              </a:spcAft>
              <a:buNone/>
            </a:pPr>
            <a:r>
              <a:rPr lang="en-US" sz="2400" b="1" dirty="0">
                <a:solidFill>
                  <a:srgbClr val="1A5276"/>
                </a:solidFill>
                <a:latin typeface="Meiryo" pitchFamily="34" charset="0"/>
                <a:ea typeface="Meiryo" pitchFamily="34" charset="-122"/>
                <a:cs typeface="Meiryo" pitchFamily="34" charset="-120"/>
              </a:rPr>
              <a:t>▸ 細菌</a:t>
            </a:r>
            <a:r>
              <a:rPr lang="en-US" sz="2400" dirty="0">
                <a:solidFill>
                  <a:srgbClr val="2C3E50"/>
                </a:solidFill>
                <a:latin typeface="Meiryo" pitchFamily="34" charset="0"/>
                <a:ea typeface="Meiryo" pitchFamily="34" charset="-122"/>
                <a:cs typeface="Meiryo" pitchFamily="34" charset="-120"/>
              </a:rPr>
              <a:t>（バクテリア）</a:t>
            </a:r>
            <a:endParaRPr lang="en-US" sz="2400" dirty="0"/>
          </a:p>
          <a:p>
            <a:pPr marL="0" indent="0" algn="l">
              <a:lnSpc>
                <a:spcPct val="135000"/>
              </a:lnSpc>
              <a:spcAft>
                <a:spcPts val="600"/>
              </a:spcAft>
              <a:buNone/>
            </a:pPr>
            <a:r>
              <a:rPr lang="en-US" sz="2400" b="1" dirty="0">
                <a:solidFill>
                  <a:srgbClr val="1A5276"/>
                </a:solidFill>
                <a:latin typeface="Meiryo" pitchFamily="34" charset="0"/>
                <a:ea typeface="Meiryo" pitchFamily="34" charset="-122"/>
                <a:cs typeface="Meiryo" pitchFamily="34" charset="-120"/>
              </a:rPr>
              <a:t>▸ 菌類</a:t>
            </a:r>
            <a:r>
              <a:rPr lang="en-US" sz="2400" dirty="0">
                <a:solidFill>
                  <a:srgbClr val="2C3E50"/>
                </a:solidFill>
                <a:latin typeface="Meiryo" pitchFamily="34" charset="0"/>
                <a:ea typeface="Meiryo" pitchFamily="34" charset="-122"/>
                <a:cs typeface="Meiryo" pitchFamily="34" charset="-120"/>
              </a:rPr>
              <a:t>（カビ・キノコ）</a:t>
            </a:r>
            <a:endParaRPr lang="en-US" sz="2400" dirty="0"/>
          </a:p>
          <a:p>
            <a:pPr marL="0" indent="0" algn="l">
              <a:lnSpc>
                <a:spcPct val="135000"/>
              </a:lnSpc>
              <a:spcAft>
                <a:spcPts val="600"/>
              </a:spcAft>
              <a:buNone/>
            </a:pPr>
            <a:r>
              <a:rPr lang="en-US" sz="2400" b="1" dirty="0">
                <a:solidFill>
                  <a:srgbClr val="1A5276"/>
                </a:solidFill>
                <a:latin typeface="Meiryo" pitchFamily="34" charset="0"/>
                <a:ea typeface="Meiryo" pitchFamily="34" charset="-122"/>
                <a:cs typeface="Meiryo" pitchFamily="34" charset="-120"/>
              </a:rPr>
              <a:t>▸ 原生動物</a:t>
            </a:r>
            <a:endParaRPr lang="en-US" sz="2400" dirty="0"/>
          </a:p>
        </p:txBody>
      </p:sp>
      <p:sp>
        <p:nvSpPr>
          <p:cNvPr id="6" name="Shape 4"/>
          <p:cNvSpPr/>
          <p:nvPr/>
        </p:nvSpPr>
        <p:spPr>
          <a:xfrm>
            <a:off x="475488" y="3998595"/>
            <a:ext cx="5029200" cy="1645920"/>
          </a:xfrm>
          <a:prstGeom prst="rect">
            <a:avLst/>
          </a:prstGeom>
          <a:solidFill>
            <a:srgbClr val="F8F9FA"/>
          </a:solidFill>
          <a:ln/>
        </p:spPr>
        <p:txBody>
          <a:bodyPr/>
          <a:lstStyle/>
          <a:p>
            <a:endParaRPr lang="ja-JP" altLang="en-US" sz="3200"/>
          </a:p>
        </p:txBody>
      </p:sp>
      <p:sp>
        <p:nvSpPr>
          <p:cNvPr id="7" name="Shape 5"/>
          <p:cNvSpPr/>
          <p:nvPr/>
        </p:nvSpPr>
        <p:spPr>
          <a:xfrm>
            <a:off x="475488" y="3998595"/>
            <a:ext cx="64008" cy="1645920"/>
          </a:xfrm>
          <a:prstGeom prst="rect">
            <a:avLst/>
          </a:prstGeom>
          <a:solidFill>
            <a:srgbClr val="BDC3C7"/>
          </a:solidFill>
          <a:ln/>
        </p:spPr>
        <p:txBody>
          <a:bodyPr/>
          <a:lstStyle/>
          <a:p>
            <a:endParaRPr lang="ja-JP" altLang="en-US" sz="3200"/>
          </a:p>
        </p:txBody>
      </p:sp>
      <p:sp>
        <p:nvSpPr>
          <p:cNvPr id="8" name="Text 6"/>
          <p:cNvSpPr/>
          <p:nvPr/>
        </p:nvSpPr>
        <p:spPr>
          <a:xfrm>
            <a:off x="640080" y="4053459"/>
            <a:ext cx="4754880" cy="292608"/>
          </a:xfrm>
          <a:prstGeom prst="rect">
            <a:avLst/>
          </a:prstGeom>
          <a:noFill/>
          <a:ln/>
        </p:spPr>
        <p:txBody>
          <a:bodyPr wrap="square" rtlCol="0" anchor="ctr"/>
          <a:lstStyle/>
          <a:p>
            <a:pPr marL="0" indent="0">
              <a:buNone/>
            </a:pPr>
            <a:r>
              <a:rPr lang="en-US" b="1" dirty="0">
                <a:solidFill>
                  <a:srgbClr val="BDC3C7"/>
                </a:solidFill>
                <a:latin typeface="Meiryo" pitchFamily="34" charset="0"/>
                <a:ea typeface="Meiryo" pitchFamily="34" charset="-122"/>
                <a:cs typeface="Meiryo" pitchFamily="34" charset="-120"/>
              </a:rPr>
              <a:t>分解者がいなければ…</a:t>
            </a:r>
            <a:endParaRPr lang="en-US" dirty="0"/>
          </a:p>
        </p:txBody>
      </p:sp>
      <p:sp>
        <p:nvSpPr>
          <p:cNvPr id="9" name="Text 7"/>
          <p:cNvSpPr/>
          <p:nvPr/>
        </p:nvSpPr>
        <p:spPr>
          <a:xfrm>
            <a:off x="640080" y="4336923"/>
            <a:ext cx="4754880" cy="126187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地表は動植物の死骸で覆われ、無機栄養素は土壌に戻らない。生産者の活動も止まる。</a:t>
            </a:r>
            <a:endParaRPr lang="en-US" sz="2000" dirty="0"/>
          </a:p>
        </p:txBody>
      </p:sp>
      <p:sp>
        <p:nvSpPr>
          <p:cNvPr id="10" name="Shape 8"/>
          <p:cNvSpPr/>
          <p:nvPr/>
        </p:nvSpPr>
        <p:spPr>
          <a:xfrm>
            <a:off x="5836920" y="2114931"/>
            <a:ext cx="5879592" cy="3383280"/>
          </a:xfrm>
          <a:prstGeom prst="rect">
            <a:avLst/>
          </a:prstGeom>
          <a:solidFill>
            <a:srgbClr val="EAF2F8"/>
          </a:solidFill>
          <a:ln/>
        </p:spPr>
        <p:txBody>
          <a:bodyPr/>
          <a:lstStyle/>
          <a:p>
            <a:endParaRPr lang="ja-JP" altLang="en-US" sz="3600"/>
          </a:p>
        </p:txBody>
      </p:sp>
      <p:sp>
        <p:nvSpPr>
          <p:cNvPr id="11" name="Shape 9"/>
          <p:cNvSpPr/>
          <p:nvPr/>
        </p:nvSpPr>
        <p:spPr>
          <a:xfrm>
            <a:off x="5836920" y="2114931"/>
            <a:ext cx="64008" cy="3383280"/>
          </a:xfrm>
          <a:prstGeom prst="rect">
            <a:avLst/>
          </a:prstGeom>
          <a:solidFill>
            <a:srgbClr val="2980B9"/>
          </a:solidFill>
          <a:ln/>
        </p:spPr>
        <p:txBody>
          <a:bodyPr/>
          <a:lstStyle/>
          <a:p>
            <a:endParaRPr lang="ja-JP" altLang="en-US" sz="3600"/>
          </a:p>
        </p:txBody>
      </p:sp>
      <p:sp>
        <p:nvSpPr>
          <p:cNvPr id="12" name="Text 10"/>
          <p:cNvSpPr/>
          <p:nvPr/>
        </p:nvSpPr>
        <p:spPr>
          <a:xfrm>
            <a:off x="6001512" y="2346198"/>
            <a:ext cx="5605272" cy="292608"/>
          </a:xfrm>
          <a:prstGeom prst="rect">
            <a:avLst/>
          </a:prstGeom>
          <a:noFill/>
          <a:ln/>
        </p:spPr>
        <p:txBody>
          <a:bodyPr wrap="square" rtlCol="0" anchor="ctr"/>
          <a:lstStyle/>
          <a:p>
            <a:pPr marL="0" indent="0">
              <a:buNone/>
            </a:pPr>
            <a:r>
              <a:rPr lang="en-US" sz="2000" b="1" dirty="0">
                <a:solidFill>
                  <a:srgbClr val="2980B9"/>
                </a:solidFill>
                <a:latin typeface="Meiryo" pitchFamily="34" charset="0"/>
                <a:ea typeface="Meiryo" pitchFamily="34" charset="-122"/>
                <a:cs typeface="Meiryo" pitchFamily="34" charset="-120"/>
              </a:rPr>
              <a:t>廃水処理との関係（応用）</a:t>
            </a:r>
            <a:endParaRPr lang="en-US" sz="2000" dirty="0"/>
          </a:p>
        </p:txBody>
      </p:sp>
      <p:sp>
        <p:nvSpPr>
          <p:cNvPr id="13" name="Text 11"/>
          <p:cNvSpPr/>
          <p:nvPr/>
        </p:nvSpPr>
        <p:spPr>
          <a:xfrm>
            <a:off x="6001512" y="2876550"/>
            <a:ext cx="5605272" cy="2999232"/>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下水処理場の</a:t>
            </a:r>
            <a:r>
              <a:rPr lang="en-US" sz="2400" b="1" dirty="0">
                <a:solidFill>
                  <a:srgbClr val="1A5276"/>
                </a:solidFill>
                <a:latin typeface="Meiryo" pitchFamily="34" charset="0"/>
                <a:ea typeface="Meiryo" pitchFamily="34" charset="-122"/>
                <a:cs typeface="Meiryo" pitchFamily="34" charset="-120"/>
              </a:rPr>
              <a:t>活性汚泥法</a:t>
            </a:r>
            <a:r>
              <a:rPr lang="en-US" sz="2400" dirty="0">
                <a:solidFill>
                  <a:srgbClr val="2C3E50"/>
                </a:solidFill>
                <a:latin typeface="Meiryo" pitchFamily="34" charset="0"/>
                <a:ea typeface="Meiryo" pitchFamily="34" charset="-122"/>
                <a:cs typeface="Meiryo" pitchFamily="34" charset="-120"/>
              </a:rPr>
              <a:t>は分解者（好気性微生物）を利用したシステム。化審法の</a:t>
            </a:r>
            <a:r>
              <a:rPr lang="en-US" sz="2400" b="1" dirty="0">
                <a:solidFill>
                  <a:srgbClr val="1A5276"/>
                </a:solidFill>
                <a:latin typeface="Meiryo" pitchFamily="34" charset="0"/>
                <a:ea typeface="Meiryo" pitchFamily="34" charset="-122"/>
                <a:cs typeface="Meiryo" pitchFamily="34" charset="-120"/>
              </a:rPr>
              <a:t>分解性試験</a:t>
            </a:r>
            <a:r>
              <a:rPr lang="en-US" sz="2400" dirty="0">
                <a:solidFill>
                  <a:srgbClr val="2C3E50"/>
                </a:solidFill>
                <a:latin typeface="Meiryo" pitchFamily="34" charset="0"/>
                <a:ea typeface="Meiryo" pitchFamily="34" charset="-122"/>
                <a:cs typeface="Meiryo" pitchFamily="34" charset="-120"/>
              </a:rPr>
              <a:t>（活性汚泥）もこの原理。後ほどB-3章で登場します。</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A-2. 食物連鎖 と 食物網</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101" name="Sec1Bar"/>
          <p:cNvSpPr/>
          <p:nvPr/>
        </p:nvSpPr>
        <p:spPr>
          <a:xfrm>
            <a:off x="406400" y="1168400"/>
            <a:ext cx="50800" cy="279400"/>
          </a:xfrm>
          <a:prstGeom prst="rect">
            <a:avLst/>
          </a:prstGeom>
          <a:solidFill>
            <a:srgbClr val="27AE60"/>
          </a:solidFill>
          <a:ln>
            <a:noFill/>
          </a:ln>
        </p:spPr>
        <p:txBody>
          <a:bodyPr/>
          <a:lstStyle/>
          <a:p>
            <a:endParaRPr lang="ja-JP"/>
          </a:p>
        </p:txBody>
      </p:sp>
      <p:sp>
        <p:nvSpPr>
          <p:cNvPr id="102" name="Sec1Title"/>
          <p:cNvSpPr txBox="1"/>
          <p:nvPr/>
        </p:nvSpPr>
        <p:spPr>
          <a:xfrm>
            <a:off x="571500" y="1143000"/>
            <a:ext cx="5080000" cy="355600"/>
          </a:xfrm>
          <a:prstGeom prst="rect">
            <a:avLst/>
          </a:prstGeom>
          <a:noFill/>
        </p:spPr>
        <p:txBody>
          <a:bodyPr wrap="square" lIns="0" tIns="0" rIns="0" bIns="0" anchor="t"/>
          <a:lstStyle/>
          <a:p>
            <a:pPr marL="0" indent="0">
              <a:buNone/>
            </a:pPr>
            <a:r>
              <a:rPr lang="ja-JP" sz="1500" b="1" dirty="0">
                <a:solidFill>
                  <a:srgbClr val="1A5276"/>
                </a:solidFill>
                <a:latin typeface="Meiryo"/>
                <a:ea typeface="Meiryo"/>
              </a:rPr>
              <a:t>① 食物連鎖</a:t>
            </a:r>
            <a:r>
              <a:rPr lang="ja-JP" sz="1200" dirty="0">
                <a:solidFill>
                  <a:srgbClr val="5D6D7E"/>
                </a:solidFill>
                <a:latin typeface="Meiryo"/>
                <a:ea typeface="Meiryo"/>
              </a:rPr>
              <a:t>  ── 直線的なエネルギーの流れ</a:t>
            </a:r>
          </a:p>
        </p:txBody>
      </p:sp>
      <p:sp>
        <p:nvSpPr>
          <p:cNvPr id="103" name="Node103"/>
          <p:cNvSpPr/>
          <p:nvPr/>
        </p:nvSpPr>
        <p:spPr>
          <a:xfrm>
            <a:off x="1041400" y="1562100"/>
            <a:ext cx="812800" cy="812800"/>
          </a:xfrm>
          <a:prstGeom prst="ellipse">
            <a:avLst/>
          </a:prstGeom>
          <a:solidFill>
            <a:srgbClr val="E8F8F0"/>
          </a:solidFill>
          <a:ln w="19050">
            <a:solidFill>
              <a:srgbClr val="27AE60"/>
            </a:solidFill>
          </a:ln>
        </p:spPr>
        <p:txBody>
          <a:bodyPr/>
          <a:lstStyle/>
          <a:p>
            <a:endParaRPr lang="ja-JP"/>
          </a:p>
        </p:txBody>
      </p:sp>
      <p:sp>
        <p:nvSpPr>
          <p:cNvPr id="104" name="chainLbl0"/>
          <p:cNvSpPr txBox="1"/>
          <p:nvPr/>
        </p:nvSpPr>
        <p:spPr>
          <a:xfrm>
            <a:off x="812800" y="2540000"/>
            <a:ext cx="1270000" cy="304800"/>
          </a:xfrm>
          <a:prstGeom prst="rect">
            <a:avLst/>
          </a:prstGeom>
          <a:noFill/>
        </p:spPr>
        <p:txBody>
          <a:bodyPr wrap="square" lIns="0" tIns="0" rIns="0" bIns="0" anchor="t"/>
          <a:lstStyle/>
          <a:p>
            <a:pPr marL="0" indent="0" algn="ctr">
              <a:buNone/>
            </a:pPr>
            <a:r>
              <a:rPr lang="ja-JP" sz="1400" b="1" dirty="0">
                <a:solidFill>
                  <a:srgbClr val="1E8449"/>
                </a:solidFill>
                <a:latin typeface="Meiryo"/>
                <a:ea typeface="Meiryo"/>
              </a:rPr>
              <a:t>植物</a:t>
            </a:r>
          </a:p>
        </p:txBody>
      </p:sp>
      <p:sp>
        <p:nvSpPr>
          <p:cNvPr id="105" name="Chevron105"/>
          <p:cNvSpPr/>
          <p:nvPr/>
        </p:nvSpPr>
        <p:spPr>
          <a:xfrm>
            <a:off x="1905000" y="1866900"/>
            <a:ext cx="1016000" cy="203200"/>
          </a:xfrm>
          <a:prstGeom prst="rightArrow">
            <a:avLst>
              <a:gd name="adj1" fmla="val 50000"/>
              <a:gd name="adj2" fmla="val 50000"/>
            </a:avLst>
          </a:prstGeom>
          <a:solidFill>
            <a:srgbClr val="AED6F1"/>
          </a:solidFill>
          <a:ln>
            <a:noFill/>
          </a:ln>
        </p:spPr>
        <p:txBody>
          <a:bodyPr/>
          <a:lstStyle/>
          <a:p>
            <a:endParaRPr lang="ja-JP"/>
          </a:p>
        </p:txBody>
      </p:sp>
      <p:sp>
        <p:nvSpPr>
          <p:cNvPr id="106" name="Node106"/>
          <p:cNvSpPr/>
          <p:nvPr/>
        </p:nvSpPr>
        <p:spPr>
          <a:xfrm>
            <a:off x="3073400" y="1562100"/>
            <a:ext cx="812800" cy="812800"/>
          </a:xfrm>
          <a:prstGeom prst="ellipse">
            <a:avLst/>
          </a:prstGeom>
          <a:solidFill>
            <a:srgbClr val="FEF9E7"/>
          </a:solidFill>
          <a:ln w="19050">
            <a:solidFill>
              <a:srgbClr val="F1C40F"/>
            </a:solidFill>
          </a:ln>
        </p:spPr>
        <p:txBody>
          <a:bodyPr/>
          <a:lstStyle/>
          <a:p>
            <a:endParaRPr lang="ja-JP"/>
          </a:p>
        </p:txBody>
      </p:sp>
      <p:sp>
        <p:nvSpPr>
          <p:cNvPr id="107" name="chainLbl1"/>
          <p:cNvSpPr txBox="1"/>
          <p:nvPr/>
        </p:nvSpPr>
        <p:spPr>
          <a:xfrm>
            <a:off x="2844800" y="2540000"/>
            <a:ext cx="1270000" cy="304800"/>
          </a:xfrm>
          <a:prstGeom prst="rect">
            <a:avLst/>
          </a:prstGeom>
          <a:noFill/>
        </p:spPr>
        <p:txBody>
          <a:bodyPr wrap="square" lIns="0" tIns="0" rIns="0" bIns="0" anchor="t"/>
          <a:lstStyle/>
          <a:p>
            <a:pPr marL="0" indent="0" algn="ctr">
              <a:buNone/>
            </a:pPr>
            <a:r>
              <a:rPr lang="ja-JP" sz="1400" b="1" dirty="0">
                <a:solidFill>
                  <a:srgbClr val="9A7D0A"/>
                </a:solidFill>
                <a:latin typeface="Meiryo"/>
                <a:ea typeface="Meiryo"/>
              </a:rPr>
              <a:t>バッタ</a:t>
            </a:r>
          </a:p>
        </p:txBody>
      </p:sp>
      <p:sp>
        <p:nvSpPr>
          <p:cNvPr id="108" name="Chevron108"/>
          <p:cNvSpPr/>
          <p:nvPr/>
        </p:nvSpPr>
        <p:spPr>
          <a:xfrm>
            <a:off x="3937000" y="1866900"/>
            <a:ext cx="1016000" cy="203200"/>
          </a:xfrm>
          <a:prstGeom prst="rightArrow">
            <a:avLst>
              <a:gd name="adj1" fmla="val 50000"/>
              <a:gd name="adj2" fmla="val 50000"/>
            </a:avLst>
          </a:prstGeom>
          <a:solidFill>
            <a:srgbClr val="AED6F1"/>
          </a:solidFill>
          <a:ln>
            <a:noFill/>
          </a:ln>
        </p:spPr>
        <p:txBody>
          <a:bodyPr/>
          <a:lstStyle/>
          <a:p>
            <a:endParaRPr lang="ja-JP"/>
          </a:p>
        </p:txBody>
      </p:sp>
      <p:sp>
        <p:nvSpPr>
          <p:cNvPr id="109" name="Node109"/>
          <p:cNvSpPr/>
          <p:nvPr/>
        </p:nvSpPr>
        <p:spPr>
          <a:xfrm>
            <a:off x="5105400" y="1562100"/>
            <a:ext cx="812800" cy="812800"/>
          </a:xfrm>
          <a:prstGeom prst="ellipse">
            <a:avLst/>
          </a:prstGeom>
          <a:solidFill>
            <a:srgbClr val="E8F6F3"/>
          </a:solidFill>
          <a:ln w="19050">
            <a:solidFill>
              <a:srgbClr val="16A085"/>
            </a:solidFill>
          </a:ln>
        </p:spPr>
        <p:txBody>
          <a:bodyPr/>
          <a:lstStyle/>
          <a:p>
            <a:endParaRPr lang="ja-JP"/>
          </a:p>
        </p:txBody>
      </p:sp>
      <p:sp>
        <p:nvSpPr>
          <p:cNvPr id="110" name="chainLbl2"/>
          <p:cNvSpPr txBox="1"/>
          <p:nvPr/>
        </p:nvSpPr>
        <p:spPr>
          <a:xfrm>
            <a:off x="4876800" y="2540000"/>
            <a:ext cx="1270000" cy="304800"/>
          </a:xfrm>
          <a:prstGeom prst="rect">
            <a:avLst/>
          </a:prstGeom>
          <a:noFill/>
        </p:spPr>
        <p:txBody>
          <a:bodyPr wrap="square" lIns="0" tIns="0" rIns="0" bIns="0" anchor="t"/>
          <a:lstStyle/>
          <a:p>
            <a:pPr marL="0" indent="0" algn="ctr">
              <a:buNone/>
            </a:pPr>
            <a:r>
              <a:rPr lang="ja-JP" sz="1400" b="1" dirty="0">
                <a:solidFill>
                  <a:srgbClr val="0E6655"/>
                </a:solidFill>
                <a:latin typeface="Meiryo"/>
                <a:ea typeface="Meiryo"/>
              </a:rPr>
              <a:t>カエル</a:t>
            </a:r>
          </a:p>
        </p:txBody>
      </p:sp>
      <p:sp>
        <p:nvSpPr>
          <p:cNvPr id="111" name="Chevron111"/>
          <p:cNvSpPr/>
          <p:nvPr/>
        </p:nvSpPr>
        <p:spPr>
          <a:xfrm>
            <a:off x="5969000" y="1866900"/>
            <a:ext cx="1016000" cy="203200"/>
          </a:xfrm>
          <a:prstGeom prst="rightArrow">
            <a:avLst>
              <a:gd name="adj1" fmla="val 50000"/>
              <a:gd name="adj2" fmla="val 50000"/>
            </a:avLst>
          </a:prstGeom>
          <a:solidFill>
            <a:srgbClr val="AED6F1"/>
          </a:solidFill>
          <a:ln>
            <a:noFill/>
          </a:ln>
        </p:spPr>
        <p:txBody>
          <a:bodyPr/>
          <a:lstStyle/>
          <a:p>
            <a:endParaRPr lang="ja-JP"/>
          </a:p>
        </p:txBody>
      </p:sp>
      <p:sp>
        <p:nvSpPr>
          <p:cNvPr id="112" name="Node112"/>
          <p:cNvSpPr/>
          <p:nvPr/>
        </p:nvSpPr>
        <p:spPr>
          <a:xfrm>
            <a:off x="7137400" y="1562100"/>
            <a:ext cx="812800" cy="812800"/>
          </a:xfrm>
          <a:prstGeom prst="ellipse">
            <a:avLst/>
          </a:prstGeom>
          <a:solidFill>
            <a:srgbClr val="FDEDEC"/>
          </a:solidFill>
          <a:ln w="19050">
            <a:solidFill>
              <a:srgbClr val="C0392B"/>
            </a:solidFill>
          </a:ln>
        </p:spPr>
        <p:txBody>
          <a:bodyPr/>
          <a:lstStyle/>
          <a:p>
            <a:endParaRPr lang="ja-JP"/>
          </a:p>
        </p:txBody>
      </p:sp>
      <p:sp>
        <p:nvSpPr>
          <p:cNvPr id="113" name="chainLbl3"/>
          <p:cNvSpPr txBox="1"/>
          <p:nvPr/>
        </p:nvSpPr>
        <p:spPr>
          <a:xfrm>
            <a:off x="6908800" y="2540000"/>
            <a:ext cx="1270000" cy="304800"/>
          </a:xfrm>
          <a:prstGeom prst="rect">
            <a:avLst/>
          </a:prstGeom>
          <a:noFill/>
        </p:spPr>
        <p:txBody>
          <a:bodyPr wrap="square" lIns="0" tIns="0" rIns="0" bIns="0" anchor="t"/>
          <a:lstStyle/>
          <a:p>
            <a:pPr marL="0" indent="0" algn="ctr">
              <a:buNone/>
            </a:pPr>
            <a:r>
              <a:rPr lang="ja-JP" sz="1400" b="1" dirty="0">
                <a:solidFill>
                  <a:srgbClr val="922B21"/>
                </a:solidFill>
                <a:latin typeface="Meiryo"/>
                <a:ea typeface="Meiryo"/>
              </a:rPr>
              <a:t>ヘビ</a:t>
            </a:r>
          </a:p>
        </p:txBody>
      </p:sp>
      <p:sp>
        <p:nvSpPr>
          <p:cNvPr id="114" name="Chevron114"/>
          <p:cNvSpPr/>
          <p:nvPr/>
        </p:nvSpPr>
        <p:spPr>
          <a:xfrm>
            <a:off x="8001000" y="1866900"/>
            <a:ext cx="1016000" cy="203200"/>
          </a:xfrm>
          <a:prstGeom prst="rightArrow">
            <a:avLst>
              <a:gd name="adj1" fmla="val 50000"/>
              <a:gd name="adj2" fmla="val 50000"/>
            </a:avLst>
          </a:prstGeom>
          <a:solidFill>
            <a:srgbClr val="AED6F1"/>
          </a:solidFill>
          <a:ln>
            <a:noFill/>
          </a:ln>
        </p:spPr>
        <p:txBody>
          <a:bodyPr/>
          <a:lstStyle/>
          <a:p>
            <a:endParaRPr lang="ja-JP"/>
          </a:p>
        </p:txBody>
      </p:sp>
      <p:sp>
        <p:nvSpPr>
          <p:cNvPr id="115" name="Node115"/>
          <p:cNvSpPr/>
          <p:nvPr/>
        </p:nvSpPr>
        <p:spPr>
          <a:xfrm>
            <a:off x="9169400" y="1562100"/>
            <a:ext cx="812800" cy="812800"/>
          </a:xfrm>
          <a:prstGeom prst="ellipse">
            <a:avLst/>
          </a:prstGeom>
          <a:solidFill>
            <a:srgbClr val="EBF5FB"/>
          </a:solidFill>
          <a:ln w="19050">
            <a:solidFill>
              <a:srgbClr val="2874A6"/>
            </a:solidFill>
          </a:ln>
        </p:spPr>
        <p:txBody>
          <a:bodyPr/>
          <a:lstStyle/>
          <a:p>
            <a:endParaRPr lang="ja-JP"/>
          </a:p>
        </p:txBody>
      </p:sp>
      <p:sp>
        <p:nvSpPr>
          <p:cNvPr id="116" name="chainLbl4"/>
          <p:cNvSpPr txBox="1"/>
          <p:nvPr/>
        </p:nvSpPr>
        <p:spPr>
          <a:xfrm>
            <a:off x="8940800" y="2540000"/>
            <a:ext cx="1270000" cy="304800"/>
          </a:xfrm>
          <a:prstGeom prst="rect">
            <a:avLst/>
          </a:prstGeom>
          <a:noFill/>
        </p:spPr>
        <p:txBody>
          <a:bodyPr wrap="square" lIns="0" tIns="0" rIns="0" bIns="0" anchor="t"/>
          <a:lstStyle/>
          <a:p>
            <a:pPr marL="0" indent="0" algn="ctr">
              <a:buNone/>
            </a:pPr>
            <a:r>
              <a:rPr lang="ja-JP" sz="1400" b="1" dirty="0">
                <a:solidFill>
                  <a:srgbClr val="1B4F72"/>
                </a:solidFill>
                <a:latin typeface="Meiryo"/>
                <a:ea typeface="Meiryo"/>
              </a:rPr>
              <a:t>ワシ</a:t>
            </a:r>
          </a:p>
        </p:txBody>
      </p:sp>
      <p:sp>
        <p:nvSpPr>
          <p:cNvPr id="117" name="ChainSub"/>
          <p:cNvSpPr txBox="1"/>
          <p:nvPr/>
        </p:nvSpPr>
        <p:spPr>
          <a:xfrm>
            <a:off x="812800" y="2921000"/>
            <a:ext cx="10566400" cy="254000"/>
          </a:xfrm>
          <a:prstGeom prst="rect">
            <a:avLst/>
          </a:prstGeom>
          <a:noFill/>
        </p:spPr>
        <p:txBody>
          <a:bodyPr wrap="square" lIns="0" tIns="0" rIns="0" bIns="0" anchor="t"/>
          <a:lstStyle/>
          <a:p>
            <a:pPr marL="0" indent="0">
              <a:buNone/>
            </a:pPr>
            <a:r>
              <a:rPr lang="en-US" sz="1100" i="1" dirty="0">
                <a:solidFill>
                  <a:srgbClr val="7B8A8B"/>
                </a:solidFill>
                <a:latin typeface="Meiryo"/>
                <a:ea typeface="Meiryo"/>
              </a:rPr>
              <a:t>生産者　→　一次消費者　→　二次消費者　→　三次消費者　→　高次消費者</a:t>
            </a:r>
          </a:p>
        </p:txBody>
      </p:sp>
      <p:sp>
        <p:nvSpPr>
          <p:cNvPr id="118" name="Sec2Bar"/>
          <p:cNvSpPr/>
          <p:nvPr/>
        </p:nvSpPr>
        <p:spPr>
          <a:xfrm>
            <a:off x="406400" y="3403600"/>
            <a:ext cx="50800" cy="279400"/>
          </a:xfrm>
          <a:prstGeom prst="rect">
            <a:avLst/>
          </a:prstGeom>
          <a:solidFill>
            <a:srgbClr val="8E44AD"/>
          </a:solidFill>
          <a:ln>
            <a:noFill/>
          </a:ln>
        </p:spPr>
        <p:txBody>
          <a:bodyPr/>
          <a:lstStyle/>
          <a:p>
            <a:endParaRPr lang="ja-JP"/>
          </a:p>
        </p:txBody>
      </p:sp>
      <p:sp>
        <p:nvSpPr>
          <p:cNvPr id="119" name="Sec2Title"/>
          <p:cNvSpPr txBox="1"/>
          <p:nvPr/>
        </p:nvSpPr>
        <p:spPr>
          <a:xfrm>
            <a:off x="571500" y="3378200"/>
            <a:ext cx="6350000" cy="355600"/>
          </a:xfrm>
          <a:prstGeom prst="rect">
            <a:avLst/>
          </a:prstGeom>
          <a:noFill/>
        </p:spPr>
        <p:txBody>
          <a:bodyPr wrap="square" lIns="0" tIns="0" rIns="0" bIns="0" anchor="t"/>
          <a:lstStyle/>
          <a:p>
            <a:pPr marL="0" indent="0">
              <a:buNone/>
            </a:pPr>
            <a:r>
              <a:rPr lang="ja-JP" sz="1500" b="1" dirty="0">
                <a:solidFill>
                  <a:srgbClr val="1A5276"/>
                </a:solidFill>
                <a:latin typeface="Meiryo"/>
                <a:ea typeface="Meiryo"/>
              </a:rPr>
              <a:t>② 食物網</a:t>
            </a:r>
            <a:r>
              <a:rPr lang="ja-JP" sz="1200" dirty="0">
                <a:solidFill>
                  <a:srgbClr val="5D6D7E"/>
                </a:solidFill>
                <a:latin typeface="Meiryo"/>
                <a:ea typeface="Meiryo"/>
              </a:rPr>
              <a:t>  ── 実際の生態系は網目状のネットワーク</a:t>
            </a:r>
          </a:p>
        </p:txBody>
      </p:sp>
      <p:cxnSp>
        <p:nvCxnSpPr>
          <p:cNvPr id="120" name="Line120"/>
          <p:cNvCxnSpPr/>
          <p:nvPr/>
        </p:nvCxnSpPr>
        <p:spPr>
          <a:xfrm flipV="1">
            <a:off x="1632500" y="4443098"/>
            <a:ext cx="1409833" cy="456122"/>
          </a:xfrm>
          <a:prstGeom prst="straightConnector1">
            <a:avLst/>
          </a:prstGeom>
          <a:ln w="9525">
            <a:solidFill>
              <a:srgbClr val="AEB6BF"/>
            </a:solidFill>
            <a:tailEnd type="triangle" w="med" len="med"/>
          </a:ln>
        </p:spPr>
      </p:cxnSp>
      <p:cxnSp>
        <p:nvCxnSpPr>
          <p:cNvPr id="121" name="Line121"/>
          <p:cNvCxnSpPr/>
          <p:nvPr/>
        </p:nvCxnSpPr>
        <p:spPr>
          <a:xfrm>
            <a:off x="1638315" y="5113995"/>
            <a:ext cx="1397816" cy="370010"/>
          </a:xfrm>
          <a:prstGeom prst="straightConnector1">
            <a:avLst/>
          </a:prstGeom>
          <a:ln w="9525">
            <a:solidFill>
              <a:srgbClr val="AEB6BF"/>
            </a:solidFill>
            <a:tailEnd type="triangle" w="med" len="med"/>
          </a:ln>
        </p:spPr>
      </p:cxnSp>
      <p:cxnSp>
        <p:nvCxnSpPr>
          <p:cNvPr id="122" name="Line122"/>
          <p:cNvCxnSpPr/>
          <p:nvPr/>
        </p:nvCxnSpPr>
        <p:spPr>
          <a:xfrm flipV="1">
            <a:off x="3806658" y="4117711"/>
            <a:ext cx="1124507" cy="149934"/>
          </a:xfrm>
          <a:prstGeom prst="straightConnector1">
            <a:avLst/>
          </a:prstGeom>
          <a:ln w="9525">
            <a:solidFill>
              <a:srgbClr val="AEB6BF"/>
            </a:solidFill>
            <a:tailEnd type="triangle" w="med" len="med"/>
          </a:ln>
        </p:spPr>
      </p:cxnSp>
      <p:cxnSp>
        <p:nvCxnSpPr>
          <p:cNvPr id="123" name="Line123"/>
          <p:cNvCxnSpPr/>
          <p:nvPr/>
        </p:nvCxnSpPr>
        <p:spPr>
          <a:xfrm>
            <a:off x="3746011" y="4529341"/>
            <a:ext cx="1249844" cy="833229"/>
          </a:xfrm>
          <a:prstGeom prst="straightConnector1">
            <a:avLst/>
          </a:prstGeom>
          <a:ln w="9525">
            <a:solidFill>
              <a:srgbClr val="AEB6BF"/>
            </a:solidFill>
            <a:tailEnd type="triangle" w="med" len="med"/>
          </a:ln>
        </p:spPr>
      </p:cxnSp>
      <p:cxnSp>
        <p:nvCxnSpPr>
          <p:cNvPr id="124" name="Line124"/>
          <p:cNvCxnSpPr/>
          <p:nvPr/>
        </p:nvCxnSpPr>
        <p:spPr>
          <a:xfrm flipV="1">
            <a:off x="3726511" y="4317876"/>
            <a:ext cx="1290144" cy="1032115"/>
          </a:xfrm>
          <a:prstGeom prst="straightConnector1">
            <a:avLst/>
          </a:prstGeom>
          <a:ln w="9525">
            <a:solidFill>
              <a:srgbClr val="AEB6BF"/>
            </a:solidFill>
            <a:tailEnd type="triangle" w="med" len="med"/>
          </a:ln>
        </p:spPr>
      </p:cxnSp>
      <p:cxnSp>
        <p:nvCxnSpPr>
          <p:cNvPr id="125" name="Line125"/>
          <p:cNvCxnSpPr/>
          <p:nvPr/>
        </p:nvCxnSpPr>
        <p:spPr>
          <a:xfrm>
            <a:off x="3810000" y="5588000"/>
            <a:ext cx="1117600" cy="0"/>
          </a:xfrm>
          <a:prstGeom prst="straightConnector1">
            <a:avLst/>
          </a:prstGeom>
          <a:ln w="9525">
            <a:solidFill>
              <a:srgbClr val="AEB6BF"/>
            </a:solidFill>
            <a:tailEnd type="triangle" w="med" len="med"/>
          </a:ln>
        </p:spPr>
      </p:cxnSp>
      <p:cxnSp>
        <p:nvCxnSpPr>
          <p:cNvPr id="126" name="Line126"/>
          <p:cNvCxnSpPr/>
          <p:nvPr/>
        </p:nvCxnSpPr>
        <p:spPr>
          <a:xfrm>
            <a:off x="5674777" y="4234388"/>
            <a:ext cx="1200728" cy="600364"/>
          </a:xfrm>
          <a:prstGeom prst="straightConnector1">
            <a:avLst/>
          </a:prstGeom>
          <a:ln w="9525">
            <a:solidFill>
              <a:srgbClr val="AEB6BF"/>
            </a:solidFill>
            <a:tailEnd type="triangle" w="med" len="med"/>
          </a:ln>
        </p:spPr>
      </p:cxnSp>
      <p:cxnSp>
        <p:nvCxnSpPr>
          <p:cNvPr id="127" name="Line127"/>
          <p:cNvCxnSpPr/>
          <p:nvPr/>
        </p:nvCxnSpPr>
        <p:spPr>
          <a:xfrm flipV="1">
            <a:off x="5698932" y="5133278"/>
            <a:ext cx="1150808" cy="345242"/>
          </a:xfrm>
          <a:prstGeom prst="straightConnector1">
            <a:avLst/>
          </a:prstGeom>
          <a:ln w="9525">
            <a:solidFill>
              <a:srgbClr val="AEB6BF"/>
            </a:solidFill>
            <a:tailEnd type="triangle" w="med" len="med"/>
          </a:ln>
        </p:spPr>
      </p:cxnSp>
      <p:sp>
        <p:nvSpPr>
          <p:cNvPr id="128" name="Node128"/>
          <p:cNvSpPr/>
          <p:nvPr/>
        </p:nvSpPr>
        <p:spPr>
          <a:xfrm>
            <a:off x="889000" y="4635500"/>
            <a:ext cx="762000" cy="762000"/>
          </a:xfrm>
          <a:prstGeom prst="ellipse">
            <a:avLst/>
          </a:prstGeom>
          <a:solidFill>
            <a:srgbClr val="E8F8F0"/>
          </a:solidFill>
          <a:ln w="19050">
            <a:solidFill>
              <a:srgbClr val="27AE60"/>
            </a:solidFill>
          </a:ln>
        </p:spPr>
        <p:txBody>
          <a:bodyPr/>
          <a:lstStyle/>
          <a:p>
            <a:endParaRPr lang="ja-JP"/>
          </a:p>
        </p:txBody>
      </p:sp>
      <p:sp>
        <p:nvSpPr>
          <p:cNvPr id="129" name="webLbl_plant"/>
          <p:cNvSpPr txBox="1"/>
          <p:nvPr/>
        </p:nvSpPr>
        <p:spPr>
          <a:xfrm>
            <a:off x="762000" y="5118100"/>
            <a:ext cx="1016000" cy="279400"/>
          </a:xfrm>
          <a:prstGeom prst="rect">
            <a:avLst/>
          </a:prstGeom>
          <a:noFill/>
        </p:spPr>
        <p:txBody>
          <a:bodyPr wrap="square" lIns="0" tIns="0" rIns="0" bIns="0" anchor="t"/>
          <a:lstStyle/>
          <a:p>
            <a:pPr marL="0" indent="0" algn="ctr">
              <a:buNone/>
            </a:pPr>
            <a:r>
              <a:rPr lang="ja-JP" sz="1100" b="1" dirty="0">
                <a:solidFill>
                  <a:srgbClr val="1E8449"/>
                </a:solidFill>
                <a:latin typeface="Meiryo"/>
                <a:ea typeface="Meiryo"/>
              </a:rPr>
              <a:t>植物</a:t>
            </a:r>
          </a:p>
        </p:txBody>
      </p:sp>
      <p:sp>
        <p:nvSpPr>
          <p:cNvPr id="130" name="Node130"/>
          <p:cNvSpPr/>
          <p:nvPr/>
        </p:nvSpPr>
        <p:spPr>
          <a:xfrm>
            <a:off x="3048000" y="3937000"/>
            <a:ext cx="762000" cy="762000"/>
          </a:xfrm>
          <a:prstGeom prst="ellipse">
            <a:avLst/>
          </a:prstGeom>
          <a:solidFill>
            <a:srgbClr val="FEF9E7"/>
          </a:solidFill>
          <a:ln w="19050">
            <a:solidFill>
              <a:srgbClr val="F1C40F"/>
            </a:solidFill>
          </a:ln>
        </p:spPr>
        <p:txBody>
          <a:bodyPr/>
          <a:lstStyle/>
          <a:p>
            <a:endParaRPr lang="ja-JP"/>
          </a:p>
        </p:txBody>
      </p:sp>
      <p:sp>
        <p:nvSpPr>
          <p:cNvPr id="131" name="webLbl_insect"/>
          <p:cNvSpPr txBox="1"/>
          <p:nvPr/>
        </p:nvSpPr>
        <p:spPr>
          <a:xfrm>
            <a:off x="2921000" y="4419600"/>
            <a:ext cx="1016000" cy="279400"/>
          </a:xfrm>
          <a:prstGeom prst="rect">
            <a:avLst/>
          </a:prstGeom>
          <a:noFill/>
        </p:spPr>
        <p:txBody>
          <a:bodyPr wrap="square" lIns="0" tIns="0" rIns="0" bIns="0" anchor="t"/>
          <a:lstStyle/>
          <a:p>
            <a:pPr marL="0" indent="0" algn="ctr">
              <a:buNone/>
            </a:pPr>
            <a:r>
              <a:rPr lang="ja-JP" sz="1100" b="1" dirty="0">
                <a:solidFill>
                  <a:srgbClr val="9A7D0A"/>
                </a:solidFill>
                <a:latin typeface="Meiryo"/>
                <a:ea typeface="Meiryo"/>
              </a:rPr>
              <a:t>昆虫</a:t>
            </a:r>
          </a:p>
        </p:txBody>
      </p:sp>
      <p:sp>
        <p:nvSpPr>
          <p:cNvPr id="132" name="Node132"/>
          <p:cNvSpPr/>
          <p:nvPr/>
        </p:nvSpPr>
        <p:spPr>
          <a:xfrm>
            <a:off x="3048000" y="5207000"/>
            <a:ext cx="762000" cy="762000"/>
          </a:xfrm>
          <a:prstGeom prst="ellipse">
            <a:avLst/>
          </a:prstGeom>
          <a:solidFill>
            <a:srgbClr val="FDF2E9"/>
          </a:solidFill>
          <a:ln w="19050">
            <a:solidFill>
              <a:srgbClr val="DC7633"/>
            </a:solidFill>
          </a:ln>
        </p:spPr>
        <p:txBody>
          <a:bodyPr/>
          <a:lstStyle/>
          <a:p>
            <a:endParaRPr lang="ja-JP"/>
          </a:p>
        </p:txBody>
      </p:sp>
      <p:sp>
        <p:nvSpPr>
          <p:cNvPr id="133" name="webLbl_rat"/>
          <p:cNvSpPr txBox="1"/>
          <p:nvPr/>
        </p:nvSpPr>
        <p:spPr>
          <a:xfrm>
            <a:off x="2921000" y="5689600"/>
            <a:ext cx="1016000" cy="279400"/>
          </a:xfrm>
          <a:prstGeom prst="rect">
            <a:avLst/>
          </a:prstGeom>
          <a:noFill/>
        </p:spPr>
        <p:txBody>
          <a:bodyPr wrap="square" lIns="0" tIns="0" rIns="0" bIns="0" anchor="t"/>
          <a:lstStyle/>
          <a:p>
            <a:pPr marL="0" indent="0" algn="ctr">
              <a:buNone/>
            </a:pPr>
            <a:r>
              <a:rPr lang="ja-JP" sz="1100" b="1" dirty="0">
                <a:solidFill>
                  <a:srgbClr val="873600"/>
                </a:solidFill>
                <a:latin typeface="Meiryo"/>
                <a:ea typeface="Meiryo"/>
              </a:rPr>
              <a:t>ネズミ</a:t>
            </a:r>
          </a:p>
        </p:txBody>
      </p:sp>
      <p:sp>
        <p:nvSpPr>
          <p:cNvPr id="134" name="Node134"/>
          <p:cNvSpPr/>
          <p:nvPr/>
        </p:nvSpPr>
        <p:spPr>
          <a:xfrm>
            <a:off x="4953000" y="3683000"/>
            <a:ext cx="762000" cy="762000"/>
          </a:xfrm>
          <a:prstGeom prst="ellipse">
            <a:avLst/>
          </a:prstGeom>
          <a:solidFill>
            <a:srgbClr val="EBF5FB"/>
          </a:solidFill>
          <a:ln w="19050">
            <a:solidFill>
              <a:srgbClr val="5DADE2"/>
            </a:solidFill>
          </a:ln>
        </p:spPr>
        <p:txBody>
          <a:bodyPr/>
          <a:lstStyle/>
          <a:p>
            <a:endParaRPr lang="ja-JP"/>
          </a:p>
        </p:txBody>
      </p:sp>
      <p:sp>
        <p:nvSpPr>
          <p:cNvPr id="135" name="webLbl_bird"/>
          <p:cNvSpPr txBox="1"/>
          <p:nvPr/>
        </p:nvSpPr>
        <p:spPr>
          <a:xfrm>
            <a:off x="4826000" y="4165600"/>
            <a:ext cx="1016000" cy="279400"/>
          </a:xfrm>
          <a:prstGeom prst="rect">
            <a:avLst/>
          </a:prstGeom>
          <a:noFill/>
        </p:spPr>
        <p:txBody>
          <a:bodyPr wrap="square" lIns="0" tIns="0" rIns="0" bIns="0" anchor="t"/>
          <a:lstStyle/>
          <a:p>
            <a:pPr marL="0" indent="0" algn="ctr">
              <a:buNone/>
            </a:pPr>
            <a:r>
              <a:rPr lang="ja-JP" sz="1100" b="1" dirty="0">
                <a:solidFill>
                  <a:srgbClr val="1B4F72"/>
                </a:solidFill>
                <a:latin typeface="Meiryo"/>
                <a:ea typeface="Meiryo"/>
              </a:rPr>
              <a:t>鳥</a:t>
            </a:r>
          </a:p>
        </p:txBody>
      </p:sp>
      <p:sp>
        <p:nvSpPr>
          <p:cNvPr id="136" name="Node136"/>
          <p:cNvSpPr/>
          <p:nvPr/>
        </p:nvSpPr>
        <p:spPr>
          <a:xfrm>
            <a:off x="4953000" y="5207000"/>
            <a:ext cx="762000" cy="762000"/>
          </a:xfrm>
          <a:prstGeom prst="ellipse">
            <a:avLst/>
          </a:prstGeom>
          <a:solidFill>
            <a:srgbClr val="FDEDEC"/>
          </a:solidFill>
          <a:ln w="19050">
            <a:solidFill>
              <a:srgbClr val="C0392B"/>
            </a:solidFill>
          </a:ln>
        </p:spPr>
        <p:txBody>
          <a:bodyPr/>
          <a:lstStyle/>
          <a:p>
            <a:endParaRPr lang="ja-JP"/>
          </a:p>
        </p:txBody>
      </p:sp>
      <p:sp>
        <p:nvSpPr>
          <p:cNvPr id="137" name="webLbl_snake"/>
          <p:cNvSpPr txBox="1"/>
          <p:nvPr/>
        </p:nvSpPr>
        <p:spPr>
          <a:xfrm>
            <a:off x="4826000" y="5689600"/>
            <a:ext cx="1016000" cy="279400"/>
          </a:xfrm>
          <a:prstGeom prst="rect">
            <a:avLst/>
          </a:prstGeom>
          <a:noFill/>
        </p:spPr>
        <p:txBody>
          <a:bodyPr wrap="square" lIns="0" tIns="0" rIns="0" bIns="0" anchor="t"/>
          <a:lstStyle/>
          <a:p>
            <a:pPr marL="0" indent="0" algn="ctr">
              <a:buNone/>
            </a:pPr>
            <a:r>
              <a:rPr lang="ja-JP" sz="1100" b="1" dirty="0">
                <a:solidFill>
                  <a:srgbClr val="922B21"/>
                </a:solidFill>
                <a:latin typeface="Meiryo"/>
                <a:ea typeface="Meiryo"/>
              </a:rPr>
              <a:t>ヘビ</a:t>
            </a:r>
          </a:p>
        </p:txBody>
      </p:sp>
      <p:sp>
        <p:nvSpPr>
          <p:cNvPr id="138" name="Node138"/>
          <p:cNvSpPr/>
          <p:nvPr/>
        </p:nvSpPr>
        <p:spPr>
          <a:xfrm>
            <a:off x="6858000" y="4635500"/>
            <a:ext cx="762000" cy="762000"/>
          </a:xfrm>
          <a:prstGeom prst="ellipse">
            <a:avLst/>
          </a:prstGeom>
          <a:solidFill>
            <a:srgbClr val="EBF5FB"/>
          </a:solidFill>
          <a:ln w="19050">
            <a:solidFill>
              <a:srgbClr val="2874A6"/>
            </a:solidFill>
          </a:ln>
        </p:spPr>
        <p:txBody>
          <a:bodyPr/>
          <a:lstStyle/>
          <a:p>
            <a:endParaRPr lang="ja-JP"/>
          </a:p>
        </p:txBody>
      </p:sp>
      <p:sp>
        <p:nvSpPr>
          <p:cNvPr id="139" name="webLbl_raptor"/>
          <p:cNvSpPr txBox="1"/>
          <p:nvPr/>
        </p:nvSpPr>
        <p:spPr>
          <a:xfrm>
            <a:off x="6731000" y="5118100"/>
            <a:ext cx="1016000" cy="279400"/>
          </a:xfrm>
          <a:prstGeom prst="rect">
            <a:avLst/>
          </a:prstGeom>
          <a:noFill/>
        </p:spPr>
        <p:txBody>
          <a:bodyPr wrap="square" lIns="0" tIns="0" rIns="0" bIns="0" anchor="t"/>
          <a:lstStyle/>
          <a:p>
            <a:pPr marL="0" indent="0" algn="ctr">
              <a:buNone/>
            </a:pPr>
            <a:r>
              <a:rPr lang="ja-JP" sz="1100" b="1" dirty="0">
                <a:solidFill>
                  <a:srgbClr val="1B4F72"/>
                </a:solidFill>
                <a:latin typeface="Meiryo"/>
                <a:ea typeface="Meiryo"/>
              </a:rPr>
              <a:t>猛禽</a:t>
            </a:r>
          </a:p>
        </p:txBody>
      </p:sp>
      <p:sp>
        <p:nvSpPr>
          <p:cNvPr id="140" name="WebCallout"/>
          <p:cNvSpPr/>
          <p:nvPr/>
        </p:nvSpPr>
        <p:spPr>
          <a:xfrm>
            <a:off x="8128000" y="3873500"/>
            <a:ext cx="3683000" cy="1905000"/>
          </a:xfrm>
          <a:prstGeom prst="roundRect">
            <a:avLst>
              <a:gd name="adj" fmla="val 15000"/>
            </a:avLst>
          </a:prstGeom>
          <a:solidFill>
            <a:srgbClr val="F8F9FA"/>
          </a:solidFill>
          <a:ln w="12700">
            <a:solidFill>
              <a:srgbClr val="D5DBDB"/>
            </a:solidFill>
          </a:ln>
        </p:spPr>
        <p:txBody>
          <a:bodyPr/>
          <a:lstStyle/>
          <a:p>
            <a:endParaRPr lang="ja-JP"/>
          </a:p>
        </p:txBody>
      </p:sp>
      <p:sp>
        <p:nvSpPr>
          <p:cNvPr id="141" name="WebCalloutBar"/>
          <p:cNvSpPr/>
          <p:nvPr/>
        </p:nvSpPr>
        <p:spPr>
          <a:xfrm>
            <a:off x="8132232" y="4032250"/>
            <a:ext cx="46568" cy="1504950"/>
          </a:xfrm>
          <a:prstGeom prst="rect">
            <a:avLst/>
          </a:prstGeom>
          <a:solidFill>
            <a:srgbClr val="8E44AD"/>
          </a:solidFill>
          <a:ln>
            <a:noFill/>
          </a:ln>
        </p:spPr>
        <p:txBody>
          <a:bodyPr/>
          <a:lstStyle/>
          <a:p>
            <a:endParaRPr lang="ja-JP"/>
          </a:p>
        </p:txBody>
      </p:sp>
      <p:sp>
        <p:nvSpPr>
          <p:cNvPr id="142" name="WebCalloutText"/>
          <p:cNvSpPr txBox="1"/>
          <p:nvPr/>
        </p:nvSpPr>
        <p:spPr>
          <a:xfrm>
            <a:off x="8382000" y="4038600"/>
            <a:ext cx="3302000" cy="1651000"/>
          </a:xfrm>
          <a:prstGeom prst="rect">
            <a:avLst/>
          </a:prstGeom>
          <a:noFill/>
        </p:spPr>
        <p:txBody>
          <a:bodyPr wrap="square" lIns="0" tIns="0" rIns="0" bIns="0" anchor="t"/>
          <a:lstStyle/>
          <a:p>
            <a:pPr marL="0" indent="0">
              <a:buNone/>
            </a:pPr>
            <a:r>
              <a:rPr lang="ja-JP" b="1" dirty="0">
                <a:solidFill>
                  <a:srgbClr val="1A5276"/>
                </a:solidFill>
                <a:latin typeface="Meiryo"/>
                <a:ea typeface="Meiryo"/>
              </a:rPr>
              <a:t>網状である意義</a:t>
            </a:r>
          </a:p>
          <a:p>
            <a:pPr marL="171450" indent="-171450">
              <a:lnSpc>
                <a:spcPct val="135000"/>
              </a:lnSpc>
              <a:spcBef>
                <a:spcPts val="500"/>
              </a:spcBef>
              <a:buFont typeface="Arial"/>
              <a:buChar char="・"/>
            </a:pPr>
            <a:r>
              <a:rPr lang="ja-JP" sz="1600" dirty="0">
                <a:solidFill>
                  <a:srgbClr val="2C3E50"/>
                </a:solidFill>
                <a:latin typeface="Meiryo"/>
                <a:ea typeface="Meiryo"/>
              </a:rPr>
              <a:t>一種が減っても他経路で補える</a:t>
            </a:r>
          </a:p>
          <a:p>
            <a:pPr marL="171450" indent="-171450">
              <a:lnSpc>
                <a:spcPct val="135000"/>
              </a:lnSpc>
              <a:buFont typeface="Arial"/>
              <a:buChar char="・"/>
            </a:pPr>
            <a:r>
              <a:rPr lang="ja-JP" sz="1600" dirty="0">
                <a:solidFill>
                  <a:srgbClr val="2C3E50"/>
                </a:solidFill>
                <a:latin typeface="Meiryo"/>
                <a:ea typeface="Meiryo"/>
              </a:rPr>
              <a:t>有害物質は複数経路で濃縮される</a:t>
            </a:r>
          </a:p>
          <a:p>
            <a:pPr marL="171450" indent="-171450">
              <a:lnSpc>
                <a:spcPct val="135000"/>
              </a:lnSpc>
              <a:buFont typeface="Arial"/>
              <a:buChar char="・"/>
            </a:pPr>
            <a:r>
              <a:rPr lang="ja-JP" sz="1600" dirty="0">
                <a:solidFill>
                  <a:srgbClr val="2C3E50"/>
                </a:solidFill>
                <a:latin typeface="Meiryo"/>
                <a:ea typeface="Meiryo"/>
              </a:rPr>
              <a:t>頂点捕食者ほど高濃度に蓄積</a:t>
            </a:r>
          </a:p>
        </p:txBody>
      </p:sp>
      <p:sp>
        <p:nvSpPr>
          <p:cNvPr id="143" name="BottomBar"/>
          <p:cNvSpPr/>
          <p:nvPr/>
        </p:nvSpPr>
        <p:spPr>
          <a:xfrm>
            <a:off x="406400" y="6070600"/>
            <a:ext cx="11379200" cy="533400"/>
          </a:xfrm>
          <a:prstGeom prst="roundRect">
            <a:avLst>
              <a:gd name="adj" fmla="val 15000"/>
            </a:avLst>
          </a:prstGeom>
          <a:solidFill>
            <a:srgbClr val="1A5276"/>
          </a:solidFill>
          <a:ln>
            <a:noFill/>
          </a:ln>
        </p:spPr>
        <p:txBody>
          <a:bodyPr/>
          <a:lstStyle/>
          <a:p>
            <a:endParaRPr lang="ja-JP"/>
          </a:p>
        </p:txBody>
      </p:sp>
      <p:sp>
        <p:nvSpPr>
          <p:cNvPr id="144" name="BottomBarText"/>
          <p:cNvSpPr txBox="1"/>
          <p:nvPr/>
        </p:nvSpPr>
        <p:spPr>
          <a:xfrm>
            <a:off x="593055" y="6235234"/>
            <a:ext cx="11049000" cy="355600"/>
          </a:xfrm>
          <a:prstGeom prst="rect">
            <a:avLst/>
          </a:prstGeom>
          <a:noFill/>
        </p:spPr>
        <p:txBody>
          <a:bodyPr wrap="square" lIns="0" tIns="0" rIns="0" bIns="0" anchor="t"/>
          <a:lstStyle/>
          <a:p>
            <a:pPr marL="0" indent="0" algn="ctr">
              <a:buNone/>
            </a:pPr>
            <a:r>
              <a:rPr lang="ja-JP" sz="1600" b="1" dirty="0">
                <a:solidFill>
                  <a:srgbClr val="FFFFFF"/>
                </a:solidFill>
                <a:latin typeface="Meiryo"/>
                <a:ea typeface="Meiryo"/>
              </a:rPr>
              <a:t>KEY POINT　</a:t>
            </a:r>
            <a:r>
              <a:rPr lang="ja-JP" sz="1600" dirty="0">
                <a:solidFill>
                  <a:srgbClr val="F4F6F7"/>
                </a:solidFill>
                <a:latin typeface="Meiryo"/>
                <a:ea typeface="Meiryo"/>
              </a:rPr>
              <a:t>有害化学物質はこの「網」をたどってヒトに到達する だから上位捕食者に高濃度で蓄積する（生物濃縮）</a:t>
            </a:r>
          </a:p>
        </p:txBody>
      </p:sp>
      <p:pic>
        <p:nvPicPr>
          <p:cNvPr id="145" name="Graphic 145" descr="植物アイコン"/>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9499" y="1625599"/>
            <a:ext cx="708805" cy="708805"/>
          </a:xfrm>
          <a:prstGeom prst="rect">
            <a:avLst/>
          </a:prstGeom>
        </p:spPr>
      </p:pic>
      <p:pic>
        <p:nvPicPr>
          <p:cNvPr id="146" name="Graphic 146" descr="バッタアイコン"/>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11500" y="1625600"/>
            <a:ext cx="688970" cy="688970"/>
          </a:xfrm>
          <a:prstGeom prst="rect">
            <a:avLst/>
          </a:prstGeom>
        </p:spPr>
      </p:pic>
      <p:pic>
        <p:nvPicPr>
          <p:cNvPr id="147" name="Graphic 147" descr="カエルアイコン"/>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43500" y="1625600"/>
            <a:ext cx="711200" cy="711200"/>
          </a:xfrm>
          <a:prstGeom prst="rect">
            <a:avLst/>
          </a:prstGeom>
        </p:spPr>
      </p:pic>
      <p:pic>
        <p:nvPicPr>
          <p:cNvPr id="148" name="Graphic 148" descr="ヘビアイコン"/>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75500" y="1625600"/>
            <a:ext cx="717550" cy="717550"/>
          </a:xfrm>
          <a:prstGeom prst="rect">
            <a:avLst/>
          </a:prstGeom>
        </p:spPr>
      </p:pic>
      <p:pic>
        <p:nvPicPr>
          <p:cNvPr id="149" name="Graphic 149" descr="ワシアイコン"/>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207500" y="1625600"/>
            <a:ext cx="688970" cy="688970"/>
          </a:xfrm>
          <a:prstGeom prst="rect">
            <a:avLst/>
          </a:prstGeom>
        </p:spPr>
      </p:pic>
      <p:pic>
        <p:nvPicPr>
          <p:cNvPr id="150" name="Graphic 150" descr="植物"/>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4378" y="4495893"/>
            <a:ext cx="609445" cy="609445"/>
          </a:xfrm>
          <a:prstGeom prst="rect">
            <a:avLst/>
          </a:prstGeom>
        </p:spPr>
      </p:pic>
      <p:pic>
        <p:nvPicPr>
          <p:cNvPr id="151" name="Graphic 151" descr="昆虫"/>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9535" y="3841585"/>
            <a:ext cx="552900" cy="552900"/>
          </a:xfrm>
          <a:prstGeom prst="rect">
            <a:avLst/>
          </a:prstGeom>
        </p:spPr>
      </p:pic>
      <p:pic>
        <p:nvPicPr>
          <p:cNvPr id="152" name="Graphic 152" descr="ネズミ"/>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143328" y="5054600"/>
            <a:ext cx="584200" cy="584200"/>
          </a:xfrm>
          <a:prstGeom prst="rect">
            <a:avLst/>
          </a:prstGeom>
        </p:spPr>
      </p:pic>
      <p:pic>
        <p:nvPicPr>
          <p:cNvPr id="153" name="Graphic 153" descr="鳥"/>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016655" y="3530600"/>
            <a:ext cx="647700" cy="647700"/>
          </a:xfrm>
          <a:prstGeom prst="rect">
            <a:avLst/>
          </a:prstGeom>
        </p:spPr>
      </p:pic>
      <p:pic>
        <p:nvPicPr>
          <p:cNvPr id="154" name="Graphic 154" descr="ヘビ"/>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62495" y="5082201"/>
            <a:ext cx="575649" cy="575649"/>
          </a:xfrm>
          <a:prstGeom prst="rect">
            <a:avLst/>
          </a:prstGeom>
        </p:spPr>
      </p:pic>
      <p:pic>
        <p:nvPicPr>
          <p:cNvPr id="155" name="Graphic 155" descr="猛禽"/>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81955" y="4349827"/>
            <a:ext cx="761845" cy="761845"/>
          </a:xfrm>
          <a:prstGeom prst="rect">
            <a:avLst/>
          </a:prstGeom>
        </p:spPr>
      </p:pic>
    </p:spTree>
    <p:extLst>
      <p:ext uri="{BB962C8B-B14F-4D97-AF65-F5344CB8AC3E}">
        <p14:creationId xmlns:p14="http://schemas.microsoft.com/office/powerpoint/2010/main" val="11238038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A-2. エネルギーは一方向 / 物質は循環</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sp>
        <p:nvSpPr>
          <p:cNvPr id="5" name="Text 3"/>
          <p:cNvSpPr/>
          <p:nvPr/>
        </p:nvSpPr>
        <p:spPr>
          <a:xfrm>
            <a:off x="411480" y="1097280"/>
            <a:ext cx="6858000" cy="365760"/>
          </a:xfrm>
          <a:prstGeom prst="rect">
            <a:avLst/>
          </a:prstGeom>
          <a:noFill/>
          <a:ln/>
        </p:spPr>
        <p:txBody>
          <a:bodyPr wrap="square" rtlCol="0" anchor="ctr"/>
          <a:lstStyle/>
          <a:p>
            <a:pPr marL="0" indent="0">
              <a:buNone/>
            </a:pPr>
            <a:r>
              <a:rPr lang="en-US" b="1" dirty="0" err="1">
                <a:solidFill>
                  <a:srgbClr val="1A5276"/>
                </a:solidFill>
                <a:latin typeface="Meiryo" pitchFamily="34" charset="0"/>
                <a:ea typeface="Meiryo" pitchFamily="34" charset="-122"/>
                <a:cs typeface="Meiryo" pitchFamily="34" charset="-120"/>
              </a:rPr>
              <a:t>この区別</a:t>
            </a:r>
            <a:r>
              <a:rPr lang="ja-JP" altLang="en-US" b="1" dirty="0">
                <a:solidFill>
                  <a:srgbClr val="1A5276"/>
                </a:solidFill>
                <a:latin typeface="Meiryo" pitchFamily="34" charset="0"/>
                <a:ea typeface="Meiryo" pitchFamily="34" charset="-122"/>
                <a:cs typeface="Meiryo" pitchFamily="34" charset="-120"/>
              </a:rPr>
              <a:t>は必要</a:t>
            </a:r>
            <a:endParaRPr lang="en-US" dirty="0"/>
          </a:p>
        </p:txBody>
      </p:sp>
      <p:sp>
        <p:nvSpPr>
          <p:cNvPr id="6" name="Shape 4"/>
          <p:cNvSpPr/>
          <p:nvPr/>
        </p:nvSpPr>
        <p:spPr>
          <a:xfrm>
            <a:off x="411480" y="1600200"/>
            <a:ext cx="6858000" cy="1097280"/>
          </a:xfrm>
          <a:prstGeom prst="rect">
            <a:avLst/>
          </a:prstGeom>
          <a:solidFill>
            <a:srgbClr val="EAF2F8"/>
          </a:solidFill>
          <a:ln/>
        </p:spPr>
        <p:txBody>
          <a:bodyPr/>
          <a:lstStyle/>
          <a:p>
            <a:endParaRPr lang="ja-JP" altLang="en-US"/>
          </a:p>
        </p:txBody>
      </p:sp>
      <p:sp>
        <p:nvSpPr>
          <p:cNvPr id="7" name="Shape 5"/>
          <p:cNvSpPr/>
          <p:nvPr/>
        </p:nvSpPr>
        <p:spPr>
          <a:xfrm>
            <a:off x="411480" y="1600200"/>
            <a:ext cx="64008" cy="1097280"/>
          </a:xfrm>
          <a:prstGeom prst="rect">
            <a:avLst/>
          </a:prstGeom>
          <a:solidFill>
            <a:srgbClr val="2980B9"/>
          </a:solidFill>
          <a:ln/>
        </p:spPr>
        <p:txBody>
          <a:bodyPr/>
          <a:lstStyle/>
          <a:p>
            <a:endParaRPr lang="ja-JP" altLang="en-US"/>
          </a:p>
        </p:txBody>
      </p:sp>
      <p:sp>
        <p:nvSpPr>
          <p:cNvPr id="8" name="Text 6"/>
          <p:cNvSpPr/>
          <p:nvPr/>
        </p:nvSpPr>
        <p:spPr>
          <a:xfrm>
            <a:off x="576072" y="1655064"/>
            <a:ext cx="6583680" cy="292608"/>
          </a:xfrm>
          <a:prstGeom prst="rect">
            <a:avLst/>
          </a:prstGeom>
          <a:noFill/>
          <a:ln/>
        </p:spPr>
        <p:txBody>
          <a:bodyPr wrap="square" rtlCol="0" anchor="ctr"/>
          <a:lstStyle/>
          <a:p>
            <a:pPr marL="0" indent="0">
              <a:buNone/>
            </a:pPr>
            <a:r>
              <a:rPr lang="en-US" sz="1600" b="1" dirty="0">
                <a:solidFill>
                  <a:srgbClr val="2980B9"/>
                </a:solidFill>
                <a:latin typeface="Meiryo" pitchFamily="34" charset="0"/>
                <a:ea typeface="Meiryo" pitchFamily="34" charset="-122"/>
                <a:cs typeface="Meiryo" pitchFamily="34" charset="-120"/>
              </a:rPr>
              <a:t>エネルギー — 一方向（散逸）</a:t>
            </a:r>
            <a:endParaRPr lang="en-US" sz="1600" dirty="0"/>
          </a:p>
        </p:txBody>
      </p:sp>
      <p:sp>
        <p:nvSpPr>
          <p:cNvPr id="9" name="Text 7"/>
          <p:cNvSpPr/>
          <p:nvPr/>
        </p:nvSpPr>
        <p:spPr>
          <a:xfrm>
            <a:off x="576072" y="1938528"/>
            <a:ext cx="6583680" cy="71323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太陽 → 生産者 → 消費者 → 分解者 → 熱として宇宙へ散逸</a:t>
            </a:r>
            <a:endParaRPr lang="en-US" dirty="0"/>
          </a:p>
        </p:txBody>
      </p:sp>
      <p:sp>
        <p:nvSpPr>
          <p:cNvPr id="10" name="Shape 8"/>
          <p:cNvSpPr/>
          <p:nvPr/>
        </p:nvSpPr>
        <p:spPr>
          <a:xfrm>
            <a:off x="411480" y="2788920"/>
            <a:ext cx="6858000" cy="1097280"/>
          </a:xfrm>
          <a:prstGeom prst="rect">
            <a:avLst/>
          </a:prstGeom>
          <a:solidFill>
            <a:srgbClr val="E8F8F0"/>
          </a:solidFill>
          <a:ln/>
        </p:spPr>
        <p:txBody>
          <a:bodyPr/>
          <a:lstStyle/>
          <a:p>
            <a:endParaRPr lang="ja-JP" altLang="en-US" sz="2800"/>
          </a:p>
        </p:txBody>
      </p:sp>
      <p:sp>
        <p:nvSpPr>
          <p:cNvPr id="11" name="Shape 9"/>
          <p:cNvSpPr/>
          <p:nvPr/>
        </p:nvSpPr>
        <p:spPr>
          <a:xfrm>
            <a:off x="411480" y="2788920"/>
            <a:ext cx="64008" cy="1097280"/>
          </a:xfrm>
          <a:prstGeom prst="rect">
            <a:avLst/>
          </a:prstGeom>
          <a:solidFill>
            <a:srgbClr val="1E8449"/>
          </a:solidFill>
          <a:ln/>
        </p:spPr>
        <p:txBody>
          <a:bodyPr/>
          <a:lstStyle/>
          <a:p>
            <a:endParaRPr lang="ja-JP" altLang="en-US"/>
          </a:p>
        </p:txBody>
      </p:sp>
      <p:sp>
        <p:nvSpPr>
          <p:cNvPr id="12" name="Text 10"/>
          <p:cNvSpPr/>
          <p:nvPr/>
        </p:nvSpPr>
        <p:spPr>
          <a:xfrm>
            <a:off x="576072" y="2843784"/>
            <a:ext cx="6583680" cy="292608"/>
          </a:xfrm>
          <a:prstGeom prst="rect">
            <a:avLst/>
          </a:prstGeom>
          <a:noFill/>
          <a:ln/>
        </p:spPr>
        <p:txBody>
          <a:bodyPr wrap="square" rtlCol="0" anchor="ctr"/>
          <a:lstStyle/>
          <a:p>
            <a:pPr marL="0" indent="0">
              <a:buNone/>
            </a:pPr>
            <a:r>
              <a:rPr lang="en-US" sz="1600" b="1" dirty="0">
                <a:solidFill>
                  <a:srgbClr val="1E8449"/>
                </a:solidFill>
                <a:latin typeface="Meiryo" pitchFamily="34" charset="0"/>
                <a:ea typeface="Meiryo" pitchFamily="34" charset="-122"/>
                <a:cs typeface="Meiryo" pitchFamily="34" charset="-120"/>
              </a:rPr>
              <a:t>物質 — 循環（リサイクル）</a:t>
            </a:r>
            <a:endParaRPr lang="en-US" sz="1600" dirty="0">
              <a:solidFill>
                <a:srgbClr val="1E8449"/>
              </a:solidFill>
            </a:endParaRPr>
          </a:p>
        </p:txBody>
      </p:sp>
      <p:sp>
        <p:nvSpPr>
          <p:cNvPr id="13" name="Text 11"/>
          <p:cNvSpPr/>
          <p:nvPr/>
        </p:nvSpPr>
        <p:spPr>
          <a:xfrm>
            <a:off x="576072" y="3127248"/>
            <a:ext cx="6583680" cy="71323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生産者 → 消費者 → 分解者 → 無機物 → 再び生産者へ</a:t>
            </a:r>
            <a:endParaRPr lang="en-US" dirty="0"/>
          </a:p>
        </p:txBody>
      </p:sp>
      <p:sp>
        <p:nvSpPr>
          <p:cNvPr id="14" name="Shape 12"/>
          <p:cNvSpPr/>
          <p:nvPr/>
        </p:nvSpPr>
        <p:spPr>
          <a:xfrm>
            <a:off x="411480" y="4991085"/>
            <a:ext cx="6858000" cy="1463040"/>
          </a:xfrm>
          <a:prstGeom prst="rect">
            <a:avLst/>
          </a:prstGeom>
          <a:solidFill>
            <a:srgbClr val="F4F6F7"/>
          </a:solidFill>
          <a:ln/>
        </p:spPr>
        <p:txBody>
          <a:bodyPr/>
          <a:lstStyle/>
          <a:p>
            <a:endParaRPr lang="ja-JP" altLang="en-US"/>
          </a:p>
        </p:txBody>
      </p:sp>
      <p:sp>
        <p:nvSpPr>
          <p:cNvPr id="15" name="Shape 13"/>
          <p:cNvSpPr/>
          <p:nvPr/>
        </p:nvSpPr>
        <p:spPr>
          <a:xfrm>
            <a:off x="411480" y="4991085"/>
            <a:ext cx="64008" cy="1463040"/>
          </a:xfrm>
          <a:prstGeom prst="rect">
            <a:avLst/>
          </a:prstGeom>
          <a:solidFill>
            <a:srgbClr val="7B8A8B"/>
          </a:solidFill>
          <a:ln/>
        </p:spPr>
        <p:txBody>
          <a:bodyPr/>
          <a:lstStyle/>
          <a:p>
            <a:endParaRPr lang="ja-JP" altLang="en-US"/>
          </a:p>
        </p:txBody>
      </p:sp>
      <p:sp>
        <p:nvSpPr>
          <p:cNvPr id="16" name="Text 14"/>
          <p:cNvSpPr/>
          <p:nvPr/>
        </p:nvSpPr>
        <p:spPr>
          <a:xfrm>
            <a:off x="576072" y="5045949"/>
            <a:ext cx="6583680" cy="292608"/>
          </a:xfrm>
          <a:prstGeom prst="rect">
            <a:avLst/>
          </a:prstGeom>
          <a:noFill/>
          <a:ln/>
        </p:spPr>
        <p:txBody>
          <a:bodyPr wrap="square" rtlCol="0" anchor="ctr"/>
          <a:lstStyle/>
          <a:p>
            <a:pPr marL="0" indent="0">
              <a:buNone/>
            </a:pPr>
            <a:r>
              <a:rPr lang="en-US" sz="1600" b="1" dirty="0">
                <a:solidFill>
                  <a:srgbClr val="566573"/>
                </a:solidFill>
                <a:latin typeface="Meiryo" pitchFamily="34" charset="0"/>
                <a:ea typeface="Meiryo" pitchFamily="34" charset="-122"/>
                <a:cs typeface="Meiryo" pitchFamily="34" charset="-120"/>
              </a:rPr>
              <a:t>薬学的に重要</a:t>
            </a:r>
            <a:endParaRPr lang="en-US" sz="1600" dirty="0"/>
          </a:p>
        </p:txBody>
      </p:sp>
      <p:sp>
        <p:nvSpPr>
          <p:cNvPr id="17" name="Text 15"/>
          <p:cNvSpPr/>
          <p:nvPr/>
        </p:nvSpPr>
        <p:spPr>
          <a:xfrm>
            <a:off x="576072" y="5329413"/>
            <a:ext cx="6583680" cy="107899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環境中に放出された</a:t>
            </a:r>
            <a:r>
              <a:rPr lang="en-US" b="1" dirty="0">
                <a:solidFill>
                  <a:srgbClr val="1A5276"/>
                </a:solidFill>
                <a:latin typeface="Meiryo" pitchFamily="34" charset="0"/>
                <a:ea typeface="Meiryo" pitchFamily="34" charset="-122"/>
                <a:cs typeface="Meiryo" pitchFamily="34" charset="-120"/>
              </a:rPr>
              <a:t>化学物質も循環する</a:t>
            </a:r>
            <a:r>
              <a:rPr lang="en-US" dirty="0">
                <a:solidFill>
                  <a:srgbClr val="2C3E50"/>
                </a:solidFill>
                <a:latin typeface="Meiryo" pitchFamily="34" charset="0"/>
                <a:ea typeface="Meiryo" pitchFamily="34" charset="-122"/>
                <a:cs typeface="Meiryo" pitchFamily="34" charset="-120"/>
              </a:rPr>
              <a:t>。だから水銀・PCBが食卓に戻ってくる ─ B章で詳しく学びます。</a:t>
            </a:r>
            <a:endParaRPr lang="en-US" dirty="0"/>
          </a:p>
        </p:txBody>
      </p:sp>
      <p:sp>
        <p:nvSpPr>
          <p:cNvPr id="201" name="EnergyTopLabel"/>
          <p:cNvSpPr txBox="1"/>
          <p:nvPr/>
        </p:nvSpPr>
        <p:spPr>
          <a:xfrm>
            <a:off x="7610698" y="1061068"/>
            <a:ext cx="4064000" cy="279400"/>
          </a:xfrm>
          <a:prstGeom prst="roundRect">
            <a:avLst/>
          </a:prstGeom>
          <a:solidFill>
            <a:srgbClr val="FDEDEC"/>
          </a:solidFill>
          <a:ln w="15875">
            <a:solidFill>
              <a:srgbClr val="C0392B"/>
            </a:solidFill>
            <a:prstDash val="solid"/>
          </a:ln>
        </p:spPr>
        <p:txBody>
          <a:bodyPr wrap="square" lIns="0" tIns="0" rIns="0" bIns="0" anchor="t"/>
          <a:lstStyle/>
          <a:p>
            <a:pPr marL="0" indent="0" algn="ctr">
              <a:buNone/>
            </a:pPr>
            <a:r>
              <a:rPr lang="ja-JP" b="1" dirty="0">
                <a:solidFill>
                  <a:srgbClr val="C0392B"/>
                </a:solidFill>
                <a:latin typeface="Meiryo"/>
                <a:ea typeface="Meiryo"/>
              </a:rPr>
              <a:t>エネルギー ── 一方向に流れる</a:t>
            </a:r>
          </a:p>
        </p:txBody>
      </p:sp>
      <p:sp>
        <p:nvSpPr>
          <p:cNvPr id="203" name="SunLabel"/>
          <p:cNvSpPr txBox="1"/>
          <p:nvPr/>
        </p:nvSpPr>
        <p:spPr>
          <a:xfrm>
            <a:off x="8867648" y="1849628"/>
            <a:ext cx="762000" cy="279400"/>
          </a:xfrm>
          <a:prstGeom prst="rect">
            <a:avLst/>
          </a:prstGeom>
          <a:noFill/>
        </p:spPr>
        <p:txBody>
          <a:bodyPr wrap="square" lIns="0" tIns="0" rIns="0" bIns="0" anchor="t"/>
          <a:lstStyle/>
          <a:p>
            <a:pPr marL="0" indent="0" algn="ctr">
              <a:buNone/>
            </a:pPr>
            <a:r>
              <a:rPr lang="ja-JP" sz="1100" b="1" dirty="0">
                <a:solidFill>
                  <a:srgbClr val="B9770E"/>
                </a:solidFill>
                <a:latin typeface="Meiryo"/>
                <a:ea typeface="Meiryo"/>
              </a:rPr>
              <a:t>太陽</a:t>
            </a:r>
          </a:p>
        </p:txBody>
      </p:sp>
      <p:cxnSp>
        <p:nvCxnSpPr>
          <p:cNvPr id="204" name="Arrow204"/>
          <p:cNvCxnSpPr>
            <a:cxnSpLocks/>
          </p:cNvCxnSpPr>
          <p:nvPr/>
        </p:nvCxnSpPr>
        <p:spPr>
          <a:xfrm>
            <a:off x="9642698" y="2457608"/>
            <a:ext cx="0" cy="546100"/>
          </a:xfrm>
          <a:prstGeom prst="straightConnector1">
            <a:avLst/>
          </a:prstGeom>
          <a:ln w="76200">
            <a:solidFill>
              <a:srgbClr val="E74C3C"/>
            </a:solidFill>
            <a:tailEnd type="triangle" w="med" len="med"/>
          </a:ln>
        </p:spPr>
      </p:cxnSp>
      <p:sp>
        <p:nvSpPr>
          <p:cNvPr id="205" name="EnergyCap"/>
          <p:cNvSpPr txBox="1"/>
          <p:nvPr/>
        </p:nvSpPr>
        <p:spPr>
          <a:xfrm>
            <a:off x="9782048" y="2544064"/>
            <a:ext cx="1397000" cy="279400"/>
          </a:xfrm>
          <a:prstGeom prst="rect">
            <a:avLst/>
          </a:prstGeom>
          <a:noFill/>
        </p:spPr>
        <p:txBody>
          <a:bodyPr wrap="square" lIns="0" tIns="0" rIns="0" bIns="0" anchor="t"/>
          <a:lstStyle/>
          <a:p>
            <a:pPr marL="0" indent="0" algn="l">
              <a:buNone/>
            </a:pPr>
            <a:r>
              <a:rPr lang="ja-JP" sz="1000" i="1" dirty="0">
                <a:solidFill>
                  <a:srgbClr val="922B21"/>
                </a:solidFill>
                <a:latin typeface="Meiryo"/>
                <a:ea typeface="Meiryo"/>
              </a:rPr>
              <a:t>光エネルギー</a:t>
            </a:r>
          </a:p>
        </p:txBody>
      </p:sp>
      <p:cxnSp>
        <p:nvCxnSpPr>
          <p:cNvPr id="206" name="Arrow206"/>
          <p:cNvCxnSpPr/>
          <p:nvPr/>
        </p:nvCxnSpPr>
        <p:spPr>
          <a:xfrm>
            <a:off x="9888473" y="4020457"/>
            <a:ext cx="675577" cy="1102257"/>
          </a:xfrm>
          <a:prstGeom prst="straightConnector1">
            <a:avLst/>
          </a:prstGeom>
          <a:ln w="76200">
            <a:solidFill>
              <a:srgbClr val="27AE60"/>
            </a:solidFill>
            <a:tailEnd type="triangle" w="med" len="med"/>
          </a:ln>
        </p:spPr>
      </p:cxnSp>
      <p:cxnSp>
        <p:nvCxnSpPr>
          <p:cNvPr id="207" name="Arrow207"/>
          <p:cNvCxnSpPr/>
          <p:nvPr/>
        </p:nvCxnSpPr>
        <p:spPr>
          <a:xfrm flipH="1">
            <a:off x="8943848" y="5566664"/>
            <a:ext cx="1397000" cy="0"/>
          </a:xfrm>
          <a:prstGeom prst="straightConnector1">
            <a:avLst/>
          </a:prstGeom>
          <a:ln w="76200">
            <a:solidFill>
              <a:srgbClr val="27AE60"/>
            </a:solidFill>
            <a:tailEnd type="triangle" w="med" len="med"/>
          </a:ln>
        </p:spPr>
      </p:cxnSp>
      <p:cxnSp>
        <p:nvCxnSpPr>
          <p:cNvPr id="208" name="Arrow208"/>
          <p:cNvCxnSpPr/>
          <p:nvPr/>
        </p:nvCxnSpPr>
        <p:spPr>
          <a:xfrm flipV="1">
            <a:off x="8681973" y="4042113"/>
            <a:ext cx="675577" cy="1102257"/>
          </a:xfrm>
          <a:prstGeom prst="straightConnector1">
            <a:avLst/>
          </a:prstGeom>
          <a:ln w="76200">
            <a:solidFill>
              <a:srgbClr val="27AE60"/>
            </a:solidFill>
            <a:tailEnd type="triangle" w="med" len="med"/>
          </a:ln>
        </p:spPr>
      </p:cxnSp>
      <p:sp>
        <p:nvSpPr>
          <p:cNvPr id="209" name="Producer"/>
          <p:cNvSpPr/>
          <p:nvPr/>
        </p:nvSpPr>
        <p:spPr>
          <a:xfrm>
            <a:off x="9147048" y="3115564"/>
            <a:ext cx="965200" cy="965200"/>
          </a:xfrm>
          <a:prstGeom prst="ellipse">
            <a:avLst/>
          </a:prstGeom>
          <a:solidFill>
            <a:srgbClr val="E8F8F0"/>
          </a:solidFill>
          <a:ln w="22225">
            <a:solidFill>
              <a:srgbClr val="27AE60"/>
            </a:solidFill>
          </a:ln>
        </p:spPr>
        <p:txBody>
          <a:bodyPr/>
          <a:lstStyle/>
          <a:p>
            <a:endParaRPr lang="ja-JP"/>
          </a:p>
        </p:txBody>
      </p:sp>
      <p:sp>
        <p:nvSpPr>
          <p:cNvPr id="210" name="Consumer"/>
          <p:cNvSpPr/>
          <p:nvPr/>
        </p:nvSpPr>
        <p:spPr>
          <a:xfrm>
            <a:off x="10353548" y="5084064"/>
            <a:ext cx="965200" cy="965200"/>
          </a:xfrm>
          <a:prstGeom prst="ellipse">
            <a:avLst/>
          </a:prstGeom>
          <a:solidFill>
            <a:srgbClr val="EBF5FB"/>
          </a:solidFill>
          <a:ln w="22225">
            <a:solidFill>
              <a:srgbClr val="2874A6"/>
            </a:solidFill>
          </a:ln>
        </p:spPr>
        <p:txBody>
          <a:bodyPr/>
          <a:lstStyle/>
          <a:p>
            <a:endParaRPr lang="ja-JP"/>
          </a:p>
        </p:txBody>
      </p:sp>
      <p:sp>
        <p:nvSpPr>
          <p:cNvPr id="211" name="Decomposer"/>
          <p:cNvSpPr/>
          <p:nvPr/>
        </p:nvSpPr>
        <p:spPr>
          <a:xfrm>
            <a:off x="7940548" y="5084064"/>
            <a:ext cx="965200" cy="965200"/>
          </a:xfrm>
          <a:prstGeom prst="ellipse">
            <a:avLst/>
          </a:prstGeom>
          <a:solidFill>
            <a:srgbClr val="F4ECF7"/>
          </a:solidFill>
          <a:ln w="22225">
            <a:solidFill>
              <a:srgbClr val="8E44AD"/>
            </a:solidFill>
          </a:ln>
        </p:spPr>
        <p:txBody>
          <a:bodyPr/>
          <a:lstStyle/>
          <a:p>
            <a:endParaRPr lang="ja-JP"/>
          </a:p>
        </p:txBody>
      </p:sp>
      <p:sp>
        <p:nvSpPr>
          <p:cNvPr id="212" name="ProducerLabel"/>
          <p:cNvSpPr txBox="1"/>
          <p:nvPr/>
        </p:nvSpPr>
        <p:spPr>
          <a:xfrm>
            <a:off x="8994648" y="3661664"/>
            <a:ext cx="1270000" cy="279400"/>
          </a:xfrm>
          <a:prstGeom prst="rect">
            <a:avLst/>
          </a:prstGeom>
          <a:noFill/>
        </p:spPr>
        <p:txBody>
          <a:bodyPr wrap="square" lIns="0" tIns="0" rIns="0" bIns="0" anchor="t"/>
          <a:lstStyle/>
          <a:p>
            <a:pPr marL="0" indent="0" algn="ctr">
              <a:buNone/>
            </a:pPr>
            <a:r>
              <a:rPr lang="ja-JP" sz="1200" b="1" dirty="0">
                <a:solidFill>
                  <a:srgbClr val="1E8449"/>
                </a:solidFill>
                <a:latin typeface="Meiryo"/>
                <a:ea typeface="Meiryo"/>
              </a:rPr>
              <a:t>生産者</a:t>
            </a:r>
          </a:p>
        </p:txBody>
      </p:sp>
      <p:sp>
        <p:nvSpPr>
          <p:cNvPr id="213" name="ConsumerLabel"/>
          <p:cNvSpPr txBox="1"/>
          <p:nvPr/>
        </p:nvSpPr>
        <p:spPr>
          <a:xfrm>
            <a:off x="10201148" y="5630164"/>
            <a:ext cx="1270000" cy="279400"/>
          </a:xfrm>
          <a:prstGeom prst="rect">
            <a:avLst/>
          </a:prstGeom>
          <a:noFill/>
        </p:spPr>
        <p:txBody>
          <a:bodyPr wrap="square" lIns="0" tIns="0" rIns="0" bIns="0" anchor="t"/>
          <a:lstStyle/>
          <a:p>
            <a:pPr marL="0" indent="0" algn="ctr">
              <a:buNone/>
            </a:pPr>
            <a:r>
              <a:rPr lang="ja-JP" sz="1200" b="1" dirty="0">
                <a:solidFill>
                  <a:srgbClr val="1B4F72"/>
                </a:solidFill>
                <a:latin typeface="Meiryo"/>
                <a:ea typeface="Meiryo"/>
              </a:rPr>
              <a:t>消費者</a:t>
            </a:r>
          </a:p>
        </p:txBody>
      </p:sp>
      <p:sp>
        <p:nvSpPr>
          <p:cNvPr id="214" name="DecomposerLabel"/>
          <p:cNvSpPr txBox="1"/>
          <p:nvPr/>
        </p:nvSpPr>
        <p:spPr>
          <a:xfrm>
            <a:off x="7788148" y="5630164"/>
            <a:ext cx="1270000" cy="279400"/>
          </a:xfrm>
          <a:prstGeom prst="rect">
            <a:avLst/>
          </a:prstGeom>
          <a:noFill/>
        </p:spPr>
        <p:txBody>
          <a:bodyPr wrap="square" lIns="0" tIns="0" rIns="0" bIns="0" anchor="t"/>
          <a:lstStyle/>
          <a:p>
            <a:pPr marL="0" indent="0" algn="ctr">
              <a:buNone/>
            </a:pPr>
            <a:r>
              <a:rPr lang="ja-JP" sz="1200" b="1" dirty="0">
                <a:solidFill>
                  <a:srgbClr val="6C3483"/>
                </a:solidFill>
                <a:latin typeface="Meiryo"/>
                <a:ea typeface="Meiryo"/>
              </a:rPr>
              <a:t>分解者</a:t>
            </a:r>
          </a:p>
        </p:txBody>
      </p:sp>
      <p:sp>
        <p:nvSpPr>
          <p:cNvPr id="215" name="MatterBottomLabel"/>
          <p:cNvSpPr txBox="1"/>
          <p:nvPr/>
        </p:nvSpPr>
        <p:spPr>
          <a:xfrm>
            <a:off x="7718852" y="6464851"/>
            <a:ext cx="4064000" cy="279400"/>
          </a:xfrm>
          <a:prstGeom prst="rect">
            <a:avLst/>
          </a:prstGeom>
          <a:noFill/>
        </p:spPr>
        <p:txBody>
          <a:bodyPr wrap="square" lIns="0" tIns="0" rIns="0" bIns="0" anchor="t"/>
          <a:lstStyle/>
          <a:p>
            <a:pPr marL="0" indent="0" algn="ctr">
              <a:buNone/>
            </a:pPr>
            <a:r>
              <a:rPr lang="ja-JP" sz="2000" b="1" dirty="0">
                <a:solidFill>
                  <a:srgbClr val="27AE60"/>
                </a:solidFill>
                <a:latin typeface="Meiryo"/>
                <a:ea typeface="Meiryo"/>
              </a:rPr>
              <a:t>物質 ── 循環してリサイクル</a:t>
            </a:r>
          </a:p>
        </p:txBody>
      </p:sp>
      <p:sp>
        <p:nvSpPr>
          <p:cNvPr id="216" name="HeatCap"/>
          <p:cNvSpPr txBox="1"/>
          <p:nvPr/>
        </p:nvSpPr>
        <p:spPr>
          <a:xfrm>
            <a:off x="10756650" y="2781808"/>
            <a:ext cx="1116269" cy="635000"/>
          </a:xfrm>
          <a:prstGeom prst="rect">
            <a:avLst/>
          </a:prstGeom>
          <a:noFill/>
        </p:spPr>
        <p:txBody>
          <a:bodyPr wrap="square" lIns="0" tIns="0" rIns="0" bIns="0" anchor="t"/>
          <a:lstStyle/>
          <a:p>
            <a:pPr marL="0" indent="0" algn="l">
              <a:buNone/>
            </a:pPr>
            <a:r>
              <a:rPr lang="ja-JP" sz="1100" i="1" dirty="0">
                <a:solidFill>
                  <a:srgbClr val="922B21"/>
                </a:solidFill>
                <a:latin typeface="Meiryo"/>
                <a:ea typeface="Meiryo"/>
              </a:rPr>
              <a:t>熱として
宇宙へ
散逸</a:t>
            </a:r>
          </a:p>
        </p:txBody>
      </p:sp>
      <p:cxnSp>
        <p:nvCxnSpPr>
          <p:cNvPr id="217" name="Arrow217"/>
          <p:cNvCxnSpPr/>
          <p:nvPr/>
        </p:nvCxnSpPr>
        <p:spPr>
          <a:xfrm flipV="1">
            <a:off x="10175156" y="2993136"/>
            <a:ext cx="355600" cy="254000"/>
          </a:xfrm>
          <a:prstGeom prst="straightConnector1">
            <a:avLst/>
          </a:prstGeom>
          <a:ln w="38100">
            <a:solidFill>
              <a:srgbClr val="E74C3C"/>
            </a:solidFill>
            <a:tailEnd type="triangle" w="med" len="med"/>
          </a:ln>
        </p:spPr>
      </p:cxnSp>
      <p:pic>
        <p:nvPicPr>
          <p:cNvPr id="218" name="Graphic 218" descr="太陽"/>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48648" y="1572356"/>
            <a:ext cx="927100" cy="927100"/>
          </a:xfrm>
          <a:prstGeom prst="rect">
            <a:avLst/>
          </a:prstGeom>
        </p:spPr>
      </p:pic>
      <p:pic>
        <p:nvPicPr>
          <p:cNvPr id="219" name="Graphic 219" descr="生産者(植物)"/>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51848" y="3242564"/>
            <a:ext cx="355600" cy="355600"/>
          </a:xfrm>
          <a:prstGeom prst="rect">
            <a:avLst/>
          </a:prstGeom>
        </p:spPr>
      </p:pic>
      <p:pic>
        <p:nvPicPr>
          <p:cNvPr id="220" name="Graphic 220" descr="消費者(動物)"/>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58348" y="5211064"/>
            <a:ext cx="355600" cy="355600"/>
          </a:xfrm>
          <a:prstGeom prst="rect">
            <a:avLst/>
          </a:prstGeom>
        </p:spPr>
      </p:pic>
      <p:pic>
        <p:nvPicPr>
          <p:cNvPr id="221" name="Graphic 221" descr="分解者(キノコ)"/>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45348" y="5211064"/>
            <a:ext cx="355600" cy="355600"/>
          </a:xfrm>
          <a:prstGeom prst="rect">
            <a:avLst/>
          </a:prstGeom>
        </p:spPr>
      </p:pic>
      <p:cxnSp>
        <p:nvCxnSpPr>
          <p:cNvPr id="19" name="Arrow204">
            <a:extLst>
              <a:ext uri="{FF2B5EF4-FFF2-40B4-BE49-F238E27FC236}">
                <a16:creationId xmlns:a16="http://schemas.microsoft.com/office/drawing/2014/main" id="{9C83593E-168D-8C39-000C-E748261A2762}"/>
              </a:ext>
            </a:extLst>
          </p:cNvPr>
          <p:cNvCxnSpPr>
            <a:cxnSpLocks/>
          </p:cNvCxnSpPr>
          <p:nvPr/>
        </p:nvCxnSpPr>
        <p:spPr>
          <a:xfrm>
            <a:off x="10097368" y="3938582"/>
            <a:ext cx="639360" cy="1068741"/>
          </a:xfrm>
          <a:prstGeom prst="straightConnector1">
            <a:avLst/>
          </a:prstGeom>
          <a:ln w="76200">
            <a:solidFill>
              <a:srgbClr val="E74C3C"/>
            </a:solidFill>
            <a:tailEnd type="triangle" w="med" len="med"/>
          </a:ln>
        </p:spPr>
      </p:cxnSp>
      <p:cxnSp>
        <p:nvCxnSpPr>
          <p:cNvPr id="21" name="Arrow204">
            <a:extLst>
              <a:ext uri="{FF2B5EF4-FFF2-40B4-BE49-F238E27FC236}">
                <a16:creationId xmlns:a16="http://schemas.microsoft.com/office/drawing/2014/main" id="{49F37627-0113-28B4-FCD7-AD23042593FE}"/>
              </a:ext>
            </a:extLst>
          </p:cNvPr>
          <p:cNvCxnSpPr>
            <a:cxnSpLocks/>
          </p:cNvCxnSpPr>
          <p:nvPr/>
        </p:nvCxnSpPr>
        <p:spPr>
          <a:xfrm flipH="1">
            <a:off x="8956665" y="5330202"/>
            <a:ext cx="1318039" cy="14641"/>
          </a:xfrm>
          <a:prstGeom prst="straightConnector1">
            <a:avLst/>
          </a:prstGeom>
          <a:ln w="76200">
            <a:solidFill>
              <a:srgbClr val="E74C3C"/>
            </a:solidFill>
            <a:tailEnd type="triangle" w="med" len="med"/>
          </a:ln>
        </p:spPr>
      </p:cxnSp>
      <p:cxnSp>
        <p:nvCxnSpPr>
          <p:cNvPr id="24" name="Arrow217">
            <a:extLst>
              <a:ext uri="{FF2B5EF4-FFF2-40B4-BE49-F238E27FC236}">
                <a16:creationId xmlns:a16="http://schemas.microsoft.com/office/drawing/2014/main" id="{2F8C12A1-E8C3-EF6F-EBC6-3DC7E25D16CC}"/>
              </a:ext>
            </a:extLst>
          </p:cNvPr>
          <p:cNvCxnSpPr/>
          <p:nvPr/>
        </p:nvCxnSpPr>
        <p:spPr>
          <a:xfrm flipV="1">
            <a:off x="11399520" y="5076202"/>
            <a:ext cx="355600" cy="254000"/>
          </a:xfrm>
          <a:prstGeom prst="straightConnector1">
            <a:avLst/>
          </a:prstGeom>
          <a:ln w="38100">
            <a:solidFill>
              <a:srgbClr val="E74C3C"/>
            </a:solidFill>
            <a:tailEnd type="triangle" w="med" len="med"/>
          </a:ln>
        </p:spPr>
      </p:cxnSp>
      <p:cxnSp>
        <p:nvCxnSpPr>
          <p:cNvPr id="25" name="Arrow217">
            <a:extLst>
              <a:ext uri="{FF2B5EF4-FFF2-40B4-BE49-F238E27FC236}">
                <a16:creationId xmlns:a16="http://schemas.microsoft.com/office/drawing/2014/main" id="{3B2E708C-61E5-9903-34C7-0D1A9AED350A}"/>
              </a:ext>
            </a:extLst>
          </p:cNvPr>
          <p:cNvCxnSpPr>
            <a:cxnSpLocks/>
          </p:cNvCxnSpPr>
          <p:nvPr/>
        </p:nvCxnSpPr>
        <p:spPr>
          <a:xfrm flipH="1" flipV="1">
            <a:off x="7687578" y="4880865"/>
            <a:ext cx="355600" cy="254000"/>
          </a:xfrm>
          <a:prstGeom prst="straightConnector1">
            <a:avLst/>
          </a:prstGeom>
          <a:ln w="38100">
            <a:solidFill>
              <a:srgbClr val="E74C3C"/>
            </a:solidFill>
            <a:tailEnd type="triangle" w="med" len="med"/>
          </a:ln>
        </p:spPr>
      </p:cxnSp>
      <p:sp>
        <p:nvSpPr>
          <p:cNvPr id="26" name="HeatCap">
            <a:extLst>
              <a:ext uri="{FF2B5EF4-FFF2-40B4-BE49-F238E27FC236}">
                <a16:creationId xmlns:a16="http://schemas.microsoft.com/office/drawing/2014/main" id="{F2D41797-BD71-20F2-40A1-2585717E2914}"/>
              </a:ext>
            </a:extLst>
          </p:cNvPr>
          <p:cNvSpPr txBox="1"/>
          <p:nvPr/>
        </p:nvSpPr>
        <p:spPr>
          <a:xfrm>
            <a:off x="11587157" y="5452364"/>
            <a:ext cx="1116269" cy="635000"/>
          </a:xfrm>
          <a:prstGeom prst="rect">
            <a:avLst/>
          </a:prstGeom>
          <a:noFill/>
        </p:spPr>
        <p:txBody>
          <a:bodyPr wrap="square" lIns="0" tIns="0" rIns="0" bIns="0" anchor="t"/>
          <a:lstStyle/>
          <a:p>
            <a:pPr marL="0" indent="0" algn="l">
              <a:buNone/>
            </a:pPr>
            <a:r>
              <a:rPr lang="ja-JP" sz="1100" i="1" dirty="0">
                <a:solidFill>
                  <a:srgbClr val="922B21"/>
                </a:solidFill>
                <a:latin typeface="Meiryo"/>
                <a:ea typeface="Meiryo"/>
              </a:rPr>
              <a:t>熱として
宇宙へ
散逸</a:t>
            </a:r>
          </a:p>
        </p:txBody>
      </p:sp>
      <p:sp>
        <p:nvSpPr>
          <p:cNvPr id="27" name="HeatCap">
            <a:extLst>
              <a:ext uri="{FF2B5EF4-FFF2-40B4-BE49-F238E27FC236}">
                <a16:creationId xmlns:a16="http://schemas.microsoft.com/office/drawing/2014/main" id="{87C58686-9418-A92A-8A0B-96FDB1C14D27}"/>
              </a:ext>
            </a:extLst>
          </p:cNvPr>
          <p:cNvSpPr txBox="1"/>
          <p:nvPr/>
        </p:nvSpPr>
        <p:spPr>
          <a:xfrm>
            <a:off x="7696500" y="4356085"/>
            <a:ext cx="1116269" cy="635000"/>
          </a:xfrm>
          <a:prstGeom prst="rect">
            <a:avLst/>
          </a:prstGeom>
          <a:noFill/>
        </p:spPr>
        <p:txBody>
          <a:bodyPr wrap="square" lIns="0" tIns="0" rIns="0" bIns="0" anchor="t"/>
          <a:lstStyle/>
          <a:p>
            <a:pPr marL="0" indent="0" algn="l">
              <a:buNone/>
            </a:pPr>
            <a:r>
              <a:rPr lang="ja-JP" sz="1100" i="1" dirty="0">
                <a:solidFill>
                  <a:srgbClr val="922B21"/>
                </a:solidFill>
                <a:latin typeface="Meiryo"/>
                <a:ea typeface="Meiryo"/>
              </a:rPr>
              <a:t>熱として
宇宙へ
散逸</a:t>
            </a:r>
          </a:p>
        </p:txBody>
      </p:sp>
      <p:sp>
        <p:nvSpPr>
          <p:cNvPr id="28" name="テキスト ボックス 27">
            <a:extLst>
              <a:ext uri="{FF2B5EF4-FFF2-40B4-BE49-F238E27FC236}">
                <a16:creationId xmlns:a16="http://schemas.microsoft.com/office/drawing/2014/main" id="{CC0CE84B-CC09-9CA7-9FF3-778F6F751940}"/>
              </a:ext>
            </a:extLst>
          </p:cNvPr>
          <p:cNvSpPr txBox="1"/>
          <p:nvPr/>
        </p:nvSpPr>
        <p:spPr>
          <a:xfrm>
            <a:off x="10417048" y="4172976"/>
            <a:ext cx="1397000" cy="261610"/>
          </a:xfrm>
          <a:prstGeom prst="rect">
            <a:avLst/>
          </a:prstGeom>
          <a:noFill/>
        </p:spPr>
        <p:txBody>
          <a:bodyPr wrap="square" rtlCol="0">
            <a:spAutoFit/>
          </a:bodyPr>
          <a:lstStyle/>
          <a:p>
            <a:r>
              <a:rPr kumimoji="1" lang="ja-JP" altLang="en-US" sz="1050" dirty="0">
                <a:solidFill>
                  <a:srgbClr val="AB5B53"/>
                </a:solidFill>
              </a:rPr>
              <a:t>化学エネルギー</a:t>
            </a:r>
          </a:p>
        </p:txBody>
      </p:sp>
      <p:sp>
        <p:nvSpPr>
          <p:cNvPr id="29" name="テキスト ボックス 28">
            <a:extLst>
              <a:ext uri="{FF2B5EF4-FFF2-40B4-BE49-F238E27FC236}">
                <a16:creationId xmlns:a16="http://schemas.microsoft.com/office/drawing/2014/main" id="{7E2A0A50-F8BE-26C0-B8F5-82D83DF515F3}"/>
              </a:ext>
            </a:extLst>
          </p:cNvPr>
          <p:cNvSpPr txBox="1"/>
          <p:nvPr/>
        </p:nvSpPr>
        <p:spPr>
          <a:xfrm>
            <a:off x="9157049" y="5031062"/>
            <a:ext cx="1397000" cy="261610"/>
          </a:xfrm>
          <a:prstGeom prst="rect">
            <a:avLst/>
          </a:prstGeom>
          <a:noFill/>
        </p:spPr>
        <p:txBody>
          <a:bodyPr wrap="square" rtlCol="0">
            <a:spAutoFit/>
          </a:bodyPr>
          <a:lstStyle/>
          <a:p>
            <a:r>
              <a:rPr kumimoji="1" lang="ja-JP" altLang="en-US" sz="1050" dirty="0">
                <a:solidFill>
                  <a:srgbClr val="AB5B53"/>
                </a:solidFill>
              </a:rPr>
              <a:t>化学エネルギー</a:t>
            </a:r>
          </a:p>
        </p:txBody>
      </p:sp>
    </p:spTree>
    <p:extLst>
      <p:ext uri="{BB962C8B-B14F-4D97-AF65-F5344CB8AC3E}">
        <p14:creationId xmlns:p14="http://schemas.microsoft.com/office/powerpoint/2010/main" val="19298671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A-2. 生態ピラミッド</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255067" y="1173788"/>
            <a:ext cx="7860035" cy="3696818"/>
          </a:xfrm>
          <a:prstGeom prst="rect">
            <a:avLst/>
          </a:prstGeom>
        </p:spPr>
      </p:pic>
      <p:sp>
        <p:nvSpPr>
          <p:cNvPr id="7" name="Text 4"/>
          <p:cNvSpPr/>
          <p:nvPr/>
        </p:nvSpPr>
        <p:spPr>
          <a:xfrm>
            <a:off x="8237388" y="1280160"/>
            <a:ext cx="5741467" cy="2743200"/>
          </a:xfrm>
          <a:prstGeom prst="rect">
            <a:avLst/>
          </a:prstGeom>
          <a:noFill/>
          <a:ln/>
        </p:spPr>
        <p:txBody>
          <a:bodyPr wrap="square" rtlCol="0" anchor="t"/>
          <a:lstStyle/>
          <a:p>
            <a:pPr marL="0" indent="0" algn="l">
              <a:lnSpc>
                <a:spcPct val="135000"/>
              </a:lnSpc>
              <a:spcAft>
                <a:spcPts val="600"/>
              </a:spcAft>
              <a:buNone/>
            </a:pPr>
            <a:r>
              <a:rPr lang="en-US" b="1" dirty="0">
                <a:solidFill>
                  <a:srgbClr val="1A5276"/>
                </a:solidFill>
                <a:latin typeface="Meiryo" pitchFamily="34" charset="0"/>
                <a:ea typeface="Meiryo" pitchFamily="34" charset="-122"/>
                <a:cs typeface="Meiryo" pitchFamily="34" charset="-120"/>
              </a:rPr>
              <a:t>▸ </a:t>
            </a:r>
            <a:r>
              <a:rPr lang="en-US" b="1" dirty="0" err="1">
                <a:solidFill>
                  <a:srgbClr val="1A5276"/>
                </a:solidFill>
                <a:latin typeface="Meiryo" pitchFamily="34" charset="0"/>
                <a:ea typeface="Meiryo" pitchFamily="34" charset="-122"/>
                <a:cs typeface="Meiryo" pitchFamily="34" charset="-120"/>
              </a:rPr>
              <a:t>個体数ピラミッド</a:t>
            </a:r>
            <a:r>
              <a:rPr lang="en-US" dirty="0">
                <a:solidFill>
                  <a:srgbClr val="2C3E50"/>
                </a:solidFill>
                <a:latin typeface="Meiryo" pitchFamily="34" charset="0"/>
                <a:ea typeface="Meiryo" pitchFamily="34" charset="-122"/>
                <a:cs typeface="Meiryo" pitchFamily="34" charset="-120"/>
              </a:rPr>
              <a:t> </a:t>
            </a:r>
          </a:p>
          <a:p>
            <a:pPr marL="0" indent="0" algn="l">
              <a:lnSpc>
                <a:spcPct val="135000"/>
              </a:lnSpc>
              <a:spcAft>
                <a:spcPts val="600"/>
              </a:spcAft>
              <a:buNone/>
            </a:pPr>
            <a:r>
              <a:rPr lang="ja-JP" altLang="en-US" dirty="0">
                <a:solidFill>
                  <a:srgbClr val="2C3E50"/>
                </a:solidFill>
                <a:latin typeface="Meiryo" pitchFamily="34" charset="0"/>
                <a:ea typeface="Meiryo" pitchFamily="34" charset="-122"/>
                <a:cs typeface="Meiryo" pitchFamily="34" charset="-120"/>
              </a:rPr>
              <a:t>　　　</a:t>
            </a:r>
            <a:r>
              <a:rPr lang="en-US" dirty="0" err="1">
                <a:solidFill>
                  <a:srgbClr val="2C3E50"/>
                </a:solidFill>
                <a:latin typeface="Meiryo" pitchFamily="34" charset="0"/>
                <a:ea typeface="Meiryo" pitchFamily="34" charset="-122"/>
                <a:cs typeface="Meiryo" pitchFamily="34" charset="-120"/>
              </a:rPr>
              <a:t>各栄養段階の個体数</a:t>
            </a:r>
            <a:endParaRPr lang="en-US" dirty="0"/>
          </a:p>
          <a:p>
            <a:pPr marL="0" indent="0" algn="l">
              <a:lnSpc>
                <a:spcPct val="135000"/>
              </a:lnSpc>
              <a:spcAft>
                <a:spcPts val="600"/>
              </a:spcAft>
              <a:buNone/>
            </a:pPr>
            <a:r>
              <a:rPr lang="en-US" b="1" dirty="0">
                <a:solidFill>
                  <a:srgbClr val="1A5276"/>
                </a:solidFill>
                <a:latin typeface="Meiryo" pitchFamily="34" charset="0"/>
                <a:ea typeface="Meiryo" pitchFamily="34" charset="-122"/>
                <a:cs typeface="Meiryo" pitchFamily="34" charset="-120"/>
              </a:rPr>
              <a:t>▸ </a:t>
            </a:r>
            <a:r>
              <a:rPr lang="en-US" b="1" dirty="0" err="1">
                <a:solidFill>
                  <a:srgbClr val="1A5276"/>
                </a:solidFill>
                <a:latin typeface="Meiryo" pitchFamily="34" charset="0"/>
                <a:ea typeface="Meiryo" pitchFamily="34" charset="-122"/>
                <a:cs typeface="Meiryo" pitchFamily="34" charset="-120"/>
              </a:rPr>
              <a:t>生物体量ピラミッド</a:t>
            </a:r>
            <a:endParaRPr lang="en-US" b="1" dirty="0">
              <a:solidFill>
                <a:srgbClr val="1A5276"/>
              </a:solidFill>
              <a:latin typeface="Meiryo" pitchFamily="34" charset="0"/>
              <a:ea typeface="Meiryo" pitchFamily="34" charset="-122"/>
              <a:cs typeface="Meiryo" pitchFamily="34" charset="-120"/>
            </a:endParaRPr>
          </a:p>
          <a:p>
            <a:pPr marL="0" indent="0" algn="l">
              <a:lnSpc>
                <a:spcPct val="135000"/>
              </a:lnSpc>
              <a:spcAft>
                <a:spcPts val="600"/>
              </a:spcAft>
              <a:buNone/>
            </a:pPr>
            <a:r>
              <a:rPr lang="ja-JP" altLang="en-US" dirty="0">
                <a:solidFill>
                  <a:srgbClr val="2C3E50"/>
                </a:solidFill>
                <a:latin typeface="Meiryo" pitchFamily="34" charset="0"/>
                <a:ea typeface="Meiryo" pitchFamily="34" charset="-122"/>
                <a:cs typeface="Meiryo" pitchFamily="34" charset="-120"/>
              </a:rPr>
              <a:t>　　　</a:t>
            </a:r>
            <a:r>
              <a:rPr lang="en-US" dirty="0" err="1">
                <a:solidFill>
                  <a:srgbClr val="2C3E50"/>
                </a:solidFill>
                <a:latin typeface="Meiryo" pitchFamily="34" charset="0"/>
                <a:ea typeface="Meiryo" pitchFamily="34" charset="-122"/>
                <a:cs typeface="Meiryo" pitchFamily="34" charset="-120"/>
              </a:rPr>
              <a:t>各段階の現存量（biomass</a:t>
            </a:r>
            <a:r>
              <a:rPr lang="en-US" dirty="0">
                <a:solidFill>
                  <a:srgbClr val="2C3E50"/>
                </a:solidFill>
                <a:latin typeface="Meiryo" pitchFamily="34" charset="0"/>
                <a:ea typeface="Meiryo" pitchFamily="34" charset="-122"/>
                <a:cs typeface="Meiryo" pitchFamily="34" charset="-120"/>
              </a:rPr>
              <a:t>）</a:t>
            </a:r>
            <a:endParaRPr lang="en-US" dirty="0"/>
          </a:p>
          <a:p>
            <a:pPr marL="0" indent="0" algn="l">
              <a:lnSpc>
                <a:spcPct val="135000"/>
              </a:lnSpc>
              <a:spcAft>
                <a:spcPts val="600"/>
              </a:spcAft>
              <a:buNone/>
            </a:pPr>
            <a:r>
              <a:rPr lang="en-US" b="1" dirty="0">
                <a:solidFill>
                  <a:srgbClr val="1A5276"/>
                </a:solidFill>
                <a:latin typeface="Meiryo" pitchFamily="34" charset="0"/>
                <a:ea typeface="Meiryo" pitchFamily="34" charset="-122"/>
                <a:cs typeface="Meiryo" pitchFamily="34" charset="-120"/>
              </a:rPr>
              <a:t>▸ </a:t>
            </a:r>
            <a:r>
              <a:rPr lang="en-US" b="1" dirty="0" err="1">
                <a:solidFill>
                  <a:srgbClr val="1A5276"/>
                </a:solidFill>
                <a:latin typeface="Meiryo" pitchFamily="34" charset="0"/>
                <a:ea typeface="Meiryo" pitchFamily="34" charset="-122"/>
                <a:cs typeface="Meiryo" pitchFamily="34" charset="-120"/>
              </a:rPr>
              <a:t>生産速度ピラミッド</a:t>
            </a:r>
            <a:endParaRPr lang="en-US" b="1" dirty="0">
              <a:solidFill>
                <a:srgbClr val="1A5276"/>
              </a:solidFill>
              <a:latin typeface="Meiryo" pitchFamily="34" charset="0"/>
              <a:ea typeface="Meiryo" pitchFamily="34" charset="-122"/>
              <a:cs typeface="Meiryo" pitchFamily="34" charset="-120"/>
            </a:endParaRPr>
          </a:p>
          <a:p>
            <a:pPr marL="0" indent="0" algn="l">
              <a:lnSpc>
                <a:spcPct val="135000"/>
              </a:lnSpc>
              <a:spcAft>
                <a:spcPts val="600"/>
              </a:spcAft>
              <a:buNone/>
            </a:pPr>
            <a:r>
              <a:rPr lang="ja-JP" altLang="en-US" dirty="0">
                <a:solidFill>
                  <a:srgbClr val="2C3E50"/>
                </a:solidFill>
                <a:latin typeface="Meiryo" pitchFamily="34" charset="0"/>
                <a:ea typeface="Meiryo" pitchFamily="34" charset="-122"/>
                <a:cs typeface="Meiryo" pitchFamily="34" charset="-120"/>
              </a:rPr>
              <a:t>　　　</a:t>
            </a:r>
            <a:r>
              <a:rPr lang="en-US" dirty="0">
                <a:solidFill>
                  <a:srgbClr val="2C3E50"/>
                </a:solidFill>
                <a:latin typeface="Meiryo" pitchFamily="34" charset="0"/>
                <a:ea typeface="Meiryo" pitchFamily="34" charset="-122"/>
                <a:cs typeface="Meiryo" pitchFamily="34" charset="-120"/>
              </a:rPr>
              <a:t> 各段階の純生産量／単位時間</a:t>
            </a:r>
            <a:endParaRPr lang="en-US" dirty="0"/>
          </a:p>
        </p:txBody>
      </p:sp>
      <p:sp>
        <p:nvSpPr>
          <p:cNvPr id="8" name="Shape 5"/>
          <p:cNvSpPr/>
          <p:nvPr/>
        </p:nvSpPr>
        <p:spPr>
          <a:xfrm>
            <a:off x="6419088" y="5189430"/>
            <a:ext cx="5422392" cy="1280160"/>
          </a:xfrm>
          <a:prstGeom prst="rect">
            <a:avLst/>
          </a:prstGeom>
          <a:solidFill>
            <a:srgbClr val="F8F9FA"/>
          </a:solidFill>
          <a:ln/>
        </p:spPr>
        <p:txBody>
          <a:bodyPr/>
          <a:lstStyle/>
          <a:p>
            <a:endParaRPr lang="ja-JP" altLang="en-US" sz="2800"/>
          </a:p>
        </p:txBody>
      </p:sp>
      <p:sp>
        <p:nvSpPr>
          <p:cNvPr id="9" name="Shape 6"/>
          <p:cNvSpPr/>
          <p:nvPr/>
        </p:nvSpPr>
        <p:spPr>
          <a:xfrm>
            <a:off x="6419088" y="5189430"/>
            <a:ext cx="64008" cy="1280160"/>
          </a:xfrm>
          <a:prstGeom prst="rect">
            <a:avLst/>
          </a:prstGeom>
          <a:solidFill>
            <a:srgbClr val="BDC3C7"/>
          </a:solidFill>
          <a:ln/>
        </p:spPr>
        <p:txBody>
          <a:bodyPr/>
          <a:lstStyle/>
          <a:p>
            <a:endParaRPr lang="ja-JP" altLang="en-US" sz="2800"/>
          </a:p>
        </p:txBody>
      </p:sp>
      <p:sp>
        <p:nvSpPr>
          <p:cNvPr id="10" name="Text 7"/>
          <p:cNvSpPr/>
          <p:nvPr/>
        </p:nvSpPr>
        <p:spPr>
          <a:xfrm>
            <a:off x="6583680" y="5244294"/>
            <a:ext cx="5148072" cy="292608"/>
          </a:xfrm>
          <a:prstGeom prst="rect">
            <a:avLst/>
          </a:prstGeom>
          <a:noFill/>
          <a:ln/>
        </p:spPr>
        <p:txBody>
          <a:bodyPr wrap="square" rtlCol="0" anchor="ctr"/>
          <a:lstStyle/>
          <a:p>
            <a:pPr marL="0" indent="0">
              <a:buNone/>
            </a:pPr>
            <a:r>
              <a:rPr lang="en-US" sz="1600" b="1" dirty="0">
                <a:solidFill>
                  <a:srgbClr val="BDC3C7"/>
                </a:solidFill>
                <a:latin typeface="Meiryo" pitchFamily="34" charset="0"/>
                <a:ea typeface="Meiryo" pitchFamily="34" charset="-122"/>
                <a:cs typeface="Meiryo" pitchFamily="34" charset="-120"/>
              </a:rPr>
              <a:t>原則</a:t>
            </a:r>
            <a:endParaRPr lang="en-US" sz="1600" dirty="0"/>
          </a:p>
        </p:txBody>
      </p:sp>
      <p:sp>
        <p:nvSpPr>
          <p:cNvPr id="11" name="Text 8"/>
          <p:cNvSpPr/>
          <p:nvPr/>
        </p:nvSpPr>
        <p:spPr>
          <a:xfrm>
            <a:off x="6583680" y="5527758"/>
            <a:ext cx="5148072" cy="89611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高位ほど数が少なく、生物量が少なく、生産速度が小さい。</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A-2. ピラミッドが逆転するとき</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graphicFrame>
        <p:nvGraphicFramePr>
          <p:cNvPr id="27" name="Table 0"/>
          <p:cNvGraphicFramePr>
            <a:graphicFrameLocks noGrp="1"/>
          </p:cNvGraphicFramePr>
          <p:nvPr>
            <p:extLst>
              <p:ext uri="{D42A27DB-BD31-4B8C-83A1-F6EECF244321}">
                <p14:modId xmlns:p14="http://schemas.microsoft.com/office/powerpoint/2010/main" val="1721983845"/>
              </p:ext>
            </p:extLst>
          </p:nvPr>
        </p:nvGraphicFramePr>
        <p:xfrm>
          <a:off x="411480" y="1097280"/>
          <a:ext cx="11365992" cy="256032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879592">
                  <a:extLst>
                    <a:ext uri="{9D8B030D-6E8A-4147-A177-3AD203B41FA5}">
                      <a16:colId xmlns:a16="http://schemas.microsoft.com/office/drawing/2014/main" val="20002"/>
                    </a:ext>
                  </a:extLst>
                </a:gridCol>
              </a:tblGrid>
              <a:tr h="640080">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ピラミッドの種類</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逆転は起こる？</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例</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640080">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個体数</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起こりうる</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1本の木 ← 多数の昆虫</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生物体量</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起こりうる</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少量の植物プランクトン ← 多量の動物プランクトン</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640080">
                <a:tc>
                  <a:txBody>
                    <a:bodyPr/>
                    <a:lstStyle/>
                    <a:p>
                      <a:pPr marL="0" indent="0" algn="l">
                        <a:buNone/>
                      </a:pPr>
                      <a:r>
                        <a:rPr lang="en-US" sz="1800" b="1" dirty="0">
                          <a:solidFill>
                            <a:srgbClr val="1A5276"/>
                          </a:solidFill>
                          <a:latin typeface="Meiryo" pitchFamily="34" charset="0"/>
                          <a:ea typeface="Meiryo" pitchFamily="34" charset="-122"/>
                          <a:cs typeface="Meiryo" pitchFamily="34" charset="-120"/>
                        </a:rPr>
                        <a:t>生産速度</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C0392B"/>
                          </a:solidFill>
                          <a:latin typeface="Meiryo" pitchFamily="34" charset="0"/>
                          <a:ea typeface="Meiryo" pitchFamily="34" charset="-122"/>
                          <a:cs typeface="Meiryo" pitchFamily="34" charset="-120"/>
                        </a:rPr>
                        <a:t>起こらない</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エネルギーが散逸するため必ず減少</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411480" y="4023360"/>
            <a:ext cx="6912109" cy="1554480"/>
          </a:xfrm>
          <a:prstGeom prst="rect">
            <a:avLst/>
          </a:prstGeom>
          <a:solidFill>
            <a:srgbClr val="EAF2F8"/>
          </a:solidFill>
          <a:ln/>
        </p:spPr>
        <p:txBody>
          <a:bodyPr/>
          <a:lstStyle/>
          <a:p>
            <a:endParaRPr lang="ja-JP" altLang="en-US"/>
          </a:p>
        </p:txBody>
      </p:sp>
      <p:sp>
        <p:nvSpPr>
          <p:cNvPr id="6" name="Shape 3"/>
          <p:cNvSpPr/>
          <p:nvPr/>
        </p:nvSpPr>
        <p:spPr>
          <a:xfrm>
            <a:off x="411480" y="4023360"/>
            <a:ext cx="64008" cy="1554480"/>
          </a:xfrm>
          <a:prstGeom prst="rect">
            <a:avLst/>
          </a:prstGeom>
          <a:solidFill>
            <a:srgbClr val="2980B9"/>
          </a:solidFill>
          <a:ln/>
        </p:spPr>
        <p:txBody>
          <a:bodyPr/>
          <a:lstStyle/>
          <a:p>
            <a:endParaRPr lang="ja-JP" altLang="en-US" sz="2800"/>
          </a:p>
        </p:txBody>
      </p:sp>
      <p:sp>
        <p:nvSpPr>
          <p:cNvPr id="7" name="Text 4"/>
          <p:cNvSpPr/>
          <p:nvPr/>
        </p:nvSpPr>
        <p:spPr>
          <a:xfrm>
            <a:off x="576072" y="4078224"/>
            <a:ext cx="11091672" cy="292608"/>
          </a:xfrm>
          <a:prstGeom prst="rect">
            <a:avLst/>
          </a:prstGeom>
          <a:noFill/>
          <a:ln/>
        </p:spPr>
        <p:txBody>
          <a:bodyPr wrap="square" rtlCol="0" anchor="ctr"/>
          <a:lstStyle/>
          <a:p>
            <a:pPr marL="0" indent="0">
              <a:buNone/>
            </a:pPr>
            <a:r>
              <a:rPr lang="en-US" sz="1600" b="1" dirty="0">
                <a:solidFill>
                  <a:srgbClr val="2980B9"/>
                </a:solidFill>
                <a:latin typeface="Meiryo" pitchFamily="34" charset="0"/>
                <a:ea typeface="Meiryo" pitchFamily="34" charset="-122"/>
                <a:cs typeface="Meiryo" pitchFamily="34" charset="-120"/>
              </a:rPr>
              <a:t>なぜ生産速度だけは逆転しない？</a:t>
            </a:r>
            <a:endParaRPr lang="en-US" sz="1600" dirty="0"/>
          </a:p>
        </p:txBody>
      </p:sp>
      <p:sp>
        <p:nvSpPr>
          <p:cNvPr id="8" name="Text 5"/>
          <p:cNvSpPr/>
          <p:nvPr/>
        </p:nvSpPr>
        <p:spPr>
          <a:xfrm>
            <a:off x="576072" y="4361688"/>
            <a:ext cx="6294595" cy="117043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各栄養段階のエネルギー伝達効率は約10%（残り90%は熱として散逸）。</a:t>
            </a:r>
            <a:r>
              <a:rPr lang="en-US" b="1" dirty="0">
                <a:solidFill>
                  <a:srgbClr val="1A5276"/>
                </a:solidFill>
                <a:latin typeface="Meiryo" pitchFamily="34" charset="0"/>
                <a:ea typeface="Meiryo" pitchFamily="34" charset="-122"/>
                <a:cs typeface="Meiryo" pitchFamily="34" charset="-120"/>
              </a:rPr>
              <a:t>エネルギー保存則と熱力学第二法則</a:t>
            </a:r>
            <a:r>
              <a:rPr lang="en-US" dirty="0">
                <a:solidFill>
                  <a:srgbClr val="2C3E50"/>
                </a:solidFill>
                <a:latin typeface="Meiryo" pitchFamily="34" charset="0"/>
                <a:ea typeface="Meiryo" pitchFamily="34" charset="-122"/>
                <a:cs typeface="Meiryo" pitchFamily="34" charset="-120"/>
              </a:rPr>
              <a:t>から、上位の生産速度が下位を超えることはない。</a:t>
            </a:r>
            <a:endParaRPr lang="en-US" dirty="0"/>
          </a:p>
        </p:txBody>
      </p:sp>
      <p:pic>
        <p:nvPicPr>
          <p:cNvPr id="9" name="図 8" descr="The image illustrates the flow of materials within an ecological community, detailing processes like consumption, death, and decomposition, as well as energy conversion from solar to organic matter.&#10;&#10;AI 生成コンテンツは誤りを含む可能性があります。">
            <a:extLst>
              <a:ext uri="{FF2B5EF4-FFF2-40B4-BE49-F238E27FC236}">
                <a16:creationId xmlns:a16="http://schemas.microsoft.com/office/drawing/2014/main" id="{B87DF377-4888-C61D-6E14-70AFF1B44275}"/>
              </a:ext>
            </a:extLst>
          </p:cNvPr>
          <p:cNvPicPr>
            <a:picLocks noChangeAspect="1"/>
          </p:cNvPicPr>
          <p:nvPr/>
        </p:nvPicPr>
        <p:blipFill>
          <a:blip r:embed="rId3"/>
          <a:stretch>
            <a:fillRect/>
          </a:stretch>
        </p:blipFill>
        <p:spPr>
          <a:xfrm>
            <a:off x="6971251" y="3954709"/>
            <a:ext cx="5120165" cy="2878325"/>
          </a:xfrm>
          <a:prstGeom prst="rect">
            <a:avLst/>
          </a:prstGeom>
          <a:ln>
            <a:solidFill>
              <a:schemeClr val="tx1"/>
            </a:solid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確認ポイント — Sec. A-2（生態系）</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Shape 2"/>
          <p:cNvSpPr/>
          <p:nvPr/>
        </p:nvSpPr>
        <p:spPr>
          <a:xfrm>
            <a:off x="411480" y="1188720"/>
            <a:ext cx="11365992" cy="1658112"/>
          </a:xfrm>
          <a:prstGeom prst="rect">
            <a:avLst/>
          </a:prstGeom>
          <a:solidFill>
            <a:srgbClr val="FFFFFF"/>
          </a:solidFill>
          <a:ln w="6350">
            <a:solidFill>
              <a:srgbClr val="D5DBDB"/>
            </a:solidFill>
            <a:prstDash val="solid"/>
          </a:ln>
        </p:spPr>
        <p:txBody>
          <a:bodyPr/>
          <a:lstStyle/>
          <a:p>
            <a:endParaRPr lang="ja-JP" altLang="en-US"/>
          </a:p>
        </p:txBody>
      </p:sp>
      <p:sp>
        <p:nvSpPr>
          <p:cNvPr id="5" name="Shape 3"/>
          <p:cNvSpPr/>
          <p:nvPr/>
        </p:nvSpPr>
        <p:spPr>
          <a:xfrm>
            <a:off x="411480" y="1188720"/>
            <a:ext cx="73152" cy="1658112"/>
          </a:xfrm>
          <a:prstGeom prst="rect">
            <a:avLst/>
          </a:prstGeom>
          <a:solidFill>
            <a:srgbClr val="2980B9"/>
          </a:solidFill>
          <a:ln/>
        </p:spPr>
        <p:txBody>
          <a:bodyPr/>
          <a:lstStyle/>
          <a:p>
            <a:endParaRPr lang="ja-JP" altLang="en-US"/>
          </a:p>
        </p:txBody>
      </p:sp>
      <p:sp>
        <p:nvSpPr>
          <p:cNvPr id="6" name="Text 4"/>
          <p:cNvSpPr/>
          <p:nvPr/>
        </p:nvSpPr>
        <p:spPr>
          <a:xfrm>
            <a:off x="594360" y="1261872"/>
            <a:ext cx="11000232" cy="365760"/>
          </a:xfrm>
          <a:prstGeom prst="rect">
            <a:avLst/>
          </a:prstGeom>
          <a:noFill/>
          <a:ln/>
        </p:spPr>
        <p:txBody>
          <a:bodyPr wrap="square" rtlCol="0" anchor="ctr"/>
          <a:lstStyle/>
          <a:p>
            <a:pPr marL="0" indent="0">
              <a:buNone/>
            </a:pPr>
            <a:r>
              <a:rPr lang="en-US" sz="2000" b="1" dirty="0">
                <a:solidFill>
                  <a:srgbClr val="1A5276"/>
                </a:solidFill>
                <a:latin typeface="Meiryo" pitchFamily="34" charset="0"/>
                <a:ea typeface="Meiryo" pitchFamily="34" charset="-122"/>
                <a:cs typeface="Meiryo" pitchFamily="34" charset="-120"/>
              </a:rPr>
              <a:t>Q1. 化学合成独立栄養生物の例を3つ挙げよ</a:t>
            </a:r>
            <a:endParaRPr lang="en-US" sz="2000" dirty="0"/>
          </a:p>
        </p:txBody>
      </p:sp>
      <p:sp>
        <p:nvSpPr>
          <p:cNvPr id="7" name="Text 5"/>
          <p:cNvSpPr/>
          <p:nvPr/>
        </p:nvSpPr>
        <p:spPr>
          <a:xfrm>
            <a:off x="594360" y="1645920"/>
            <a:ext cx="11000232" cy="1127760"/>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硝化菌（亜硝酸菌・硝酸菌）、硫黄細菌、鉄細菌、メタン菌、水素細菌など。光ではなく無機物の酸化エネルギーで有機物を合成。</a:t>
            </a:r>
            <a:endParaRPr lang="en-US" sz="2000" dirty="0"/>
          </a:p>
        </p:txBody>
      </p:sp>
      <p:sp>
        <p:nvSpPr>
          <p:cNvPr id="8" name="Shape 6"/>
          <p:cNvSpPr/>
          <p:nvPr/>
        </p:nvSpPr>
        <p:spPr>
          <a:xfrm>
            <a:off x="411480" y="2956560"/>
            <a:ext cx="11365992" cy="1658112"/>
          </a:xfrm>
          <a:prstGeom prst="rect">
            <a:avLst/>
          </a:prstGeom>
          <a:solidFill>
            <a:srgbClr val="FFFFFF"/>
          </a:solidFill>
          <a:ln w="6350">
            <a:solidFill>
              <a:srgbClr val="D5DBDB"/>
            </a:solidFill>
            <a:prstDash val="solid"/>
          </a:ln>
        </p:spPr>
        <p:txBody>
          <a:bodyPr/>
          <a:lstStyle/>
          <a:p>
            <a:endParaRPr lang="ja-JP" altLang="en-US"/>
          </a:p>
        </p:txBody>
      </p:sp>
      <p:sp>
        <p:nvSpPr>
          <p:cNvPr id="9" name="Shape 7"/>
          <p:cNvSpPr/>
          <p:nvPr/>
        </p:nvSpPr>
        <p:spPr>
          <a:xfrm>
            <a:off x="411480" y="2956560"/>
            <a:ext cx="73152" cy="1658112"/>
          </a:xfrm>
          <a:prstGeom prst="rect">
            <a:avLst/>
          </a:prstGeom>
          <a:solidFill>
            <a:srgbClr val="2980B9"/>
          </a:solidFill>
          <a:ln/>
        </p:spPr>
        <p:txBody>
          <a:bodyPr/>
          <a:lstStyle/>
          <a:p>
            <a:endParaRPr lang="ja-JP" altLang="en-US"/>
          </a:p>
        </p:txBody>
      </p:sp>
      <p:sp>
        <p:nvSpPr>
          <p:cNvPr id="10" name="Text 8"/>
          <p:cNvSpPr/>
          <p:nvPr/>
        </p:nvSpPr>
        <p:spPr>
          <a:xfrm>
            <a:off x="594360" y="3029712"/>
            <a:ext cx="11000232" cy="365760"/>
          </a:xfrm>
          <a:prstGeom prst="rect">
            <a:avLst/>
          </a:prstGeom>
          <a:noFill/>
          <a:ln/>
        </p:spPr>
        <p:txBody>
          <a:bodyPr wrap="square" rtlCol="0" anchor="ctr"/>
          <a:lstStyle/>
          <a:p>
            <a:pPr marL="0" indent="0">
              <a:buNone/>
            </a:pPr>
            <a:r>
              <a:rPr lang="en-US" sz="2000" b="1" dirty="0">
                <a:solidFill>
                  <a:srgbClr val="1A5276"/>
                </a:solidFill>
                <a:latin typeface="Meiryo" pitchFamily="34" charset="0"/>
                <a:ea typeface="Meiryo" pitchFamily="34" charset="-122"/>
                <a:cs typeface="Meiryo" pitchFamily="34" charset="-120"/>
              </a:rPr>
              <a:t>Q2. 生態系におけるエネルギーと物質の流れ方の違いは？</a:t>
            </a:r>
            <a:endParaRPr lang="en-US" sz="2000" dirty="0"/>
          </a:p>
        </p:txBody>
      </p:sp>
      <p:sp>
        <p:nvSpPr>
          <p:cNvPr id="11" name="Text 9"/>
          <p:cNvSpPr/>
          <p:nvPr/>
        </p:nvSpPr>
        <p:spPr>
          <a:xfrm>
            <a:off x="594360" y="3413760"/>
            <a:ext cx="11000232" cy="1127760"/>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エネルギーは太陽→生産者→消費者→分解者→熱として散逸する</a:t>
            </a:r>
            <a:r>
              <a:rPr lang="en-US" sz="2000" b="1" dirty="0">
                <a:solidFill>
                  <a:srgbClr val="1A5276"/>
                </a:solidFill>
                <a:latin typeface="Meiryo" pitchFamily="34" charset="0"/>
                <a:ea typeface="Meiryo" pitchFamily="34" charset="-122"/>
                <a:cs typeface="Meiryo" pitchFamily="34" charset="-120"/>
              </a:rPr>
              <a:t>一方向</a:t>
            </a:r>
            <a:r>
              <a:rPr lang="en-US" sz="2000" dirty="0">
                <a:solidFill>
                  <a:srgbClr val="2C3E50"/>
                </a:solidFill>
                <a:latin typeface="Meiryo" pitchFamily="34" charset="0"/>
                <a:ea typeface="Meiryo" pitchFamily="34" charset="-122"/>
                <a:cs typeface="Meiryo" pitchFamily="34" charset="-120"/>
              </a:rPr>
              <a:t>。物質は分解者を経て再び生産者に戻る</a:t>
            </a:r>
            <a:r>
              <a:rPr lang="en-US" sz="2000" b="1" dirty="0">
                <a:solidFill>
                  <a:srgbClr val="1A5276"/>
                </a:solidFill>
                <a:latin typeface="Meiryo" pitchFamily="34" charset="0"/>
                <a:ea typeface="Meiryo" pitchFamily="34" charset="-122"/>
                <a:cs typeface="Meiryo" pitchFamily="34" charset="-120"/>
              </a:rPr>
              <a:t>循環</a:t>
            </a:r>
            <a:r>
              <a:rPr lang="en-US" sz="2000" dirty="0">
                <a:solidFill>
                  <a:srgbClr val="2C3E50"/>
                </a:solidFill>
                <a:latin typeface="Meiryo" pitchFamily="34" charset="0"/>
                <a:ea typeface="Meiryo" pitchFamily="34" charset="-122"/>
                <a:cs typeface="Meiryo" pitchFamily="34" charset="-120"/>
              </a:rPr>
              <a:t>。</a:t>
            </a:r>
            <a:endParaRPr lang="en-US" sz="2000" dirty="0"/>
          </a:p>
        </p:txBody>
      </p:sp>
      <p:sp>
        <p:nvSpPr>
          <p:cNvPr id="12" name="Shape 10"/>
          <p:cNvSpPr/>
          <p:nvPr/>
        </p:nvSpPr>
        <p:spPr>
          <a:xfrm>
            <a:off x="411480" y="4724400"/>
            <a:ext cx="11365992" cy="1658112"/>
          </a:xfrm>
          <a:prstGeom prst="rect">
            <a:avLst/>
          </a:prstGeom>
          <a:solidFill>
            <a:srgbClr val="FFFFFF"/>
          </a:solidFill>
          <a:ln w="6350">
            <a:solidFill>
              <a:srgbClr val="D5DBDB"/>
            </a:solidFill>
            <a:prstDash val="solid"/>
          </a:ln>
        </p:spPr>
        <p:txBody>
          <a:bodyPr/>
          <a:lstStyle/>
          <a:p>
            <a:endParaRPr lang="ja-JP" altLang="en-US"/>
          </a:p>
        </p:txBody>
      </p:sp>
      <p:sp>
        <p:nvSpPr>
          <p:cNvPr id="13" name="Shape 11"/>
          <p:cNvSpPr/>
          <p:nvPr/>
        </p:nvSpPr>
        <p:spPr>
          <a:xfrm>
            <a:off x="411480" y="4724400"/>
            <a:ext cx="73152" cy="1658112"/>
          </a:xfrm>
          <a:prstGeom prst="rect">
            <a:avLst/>
          </a:prstGeom>
          <a:solidFill>
            <a:srgbClr val="2980B9"/>
          </a:solidFill>
          <a:ln/>
        </p:spPr>
        <p:txBody>
          <a:bodyPr/>
          <a:lstStyle/>
          <a:p>
            <a:endParaRPr lang="ja-JP" altLang="en-US"/>
          </a:p>
        </p:txBody>
      </p:sp>
      <p:sp>
        <p:nvSpPr>
          <p:cNvPr id="14" name="Text 12"/>
          <p:cNvSpPr/>
          <p:nvPr/>
        </p:nvSpPr>
        <p:spPr>
          <a:xfrm>
            <a:off x="594360" y="4797552"/>
            <a:ext cx="11000232" cy="365760"/>
          </a:xfrm>
          <a:prstGeom prst="rect">
            <a:avLst/>
          </a:prstGeom>
          <a:noFill/>
          <a:ln/>
        </p:spPr>
        <p:txBody>
          <a:bodyPr wrap="square" rtlCol="0" anchor="ctr"/>
          <a:lstStyle/>
          <a:p>
            <a:pPr marL="0" indent="0">
              <a:buNone/>
            </a:pPr>
            <a:r>
              <a:rPr lang="en-US" sz="2000" b="1" dirty="0">
                <a:solidFill>
                  <a:srgbClr val="1A5276"/>
                </a:solidFill>
                <a:latin typeface="Meiryo" pitchFamily="34" charset="0"/>
                <a:ea typeface="Meiryo" pitchFamily="34" charset="-122"/>
                <a:cs typeface="Meiryo" pitchFamily="34" charset="-120"/>
              </a:rPr>
              <a:t>Q3. 生態ピラミッドのうち、絶対に逆転しないのはどれ？</a:t>
            </a:r>
            <a:endParaRPr lang="en-US" sz="2000" dirty="0"/>
          </a:p>
        </p:txBody>
      </p:sp>
      <p:sp>
        <p:nvSpPr>
          <p:cNvPr id="15" name="Text 13"/>
          <p:cNvSpPr/>
          <p:nvPr/>
        </p:nvSpPr>
        <p:spPr>
          <a:xfrm>
            <a:off x="594360" y="5181600"/>
            <a:ext cx="11000232" cy="1127760"/>
          </a:xfrm>
          <a:prstGeom prst="rect">
            <a:avLst/>
          </a:prstGeom>
          <a:noFill/>
          <a:ln/>
        </p:spPr>
        <p:txBody>
          <a:bodyPr wrap="square" rtlCol="0" anchor="t"/>
          <a:lstStyle/>
          <a:p>
            <a:pPr marL="0" indent="0" algn="l">
              <a:lnSpc>
                <a:spcPct val="130000"/>
              </a:lnSpc>
              <a:spcAft>
                <a:spcPts val="400"/>
              </a:spcAft>
              <a:buNone/>
            </a:pPr>
            <a:r>
              <a:rPr lang="en-US" sz="2000" b="1" dirty="0">
                <a:solidFill>
                  <a:srgbClr val="1A5276"/>
                </a:solidFill>
                <a:latin typeface="Meiryo" pitchFamily="34" charset="0"/>
                <a:ea typeface="Meiryo" pitchFamily="34" charset="-122"/>
                <a:cs typeface="Meiryo" pitchFamily="34" charset="-120"/>
              </a:rPr>
              <a:t>生産速度ピラミッド</a:t>
            </a:r>
            <a:r>
              <a:rPr lang="en-US" sz="2000" dirty="0">
                <a:solidFill>
                  <a:srgbClr val="2C3E50"/>
                </a:solidFill>
                <a:latin typeface="Meiryo" pitchFamily="34" charset="0"/>
                <a:ea typeface="Meiryo" pitchFamily="34" charset="-122"/>
                <a:cs typeface="Meiryo" pitchFamily="34" charset="-120"/>
              </a:rPr>
              <a:t>。各段階でエネルギーが散逸するため、上位の生産速度は下位を超えない。</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866A6-0105-ECFB-5E1F-CE68C39A3EB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8485A30-6BB2-5B2B-993F-F10E48BEC285}"/>
              </a:ext>
            </a:extLst>
          </p:cNvPr>
          <p:cNvSpPr/>
          <p:nvPr/>
        </p:nvSpPr>
        <p:spPr>
          <a:xfrm>
            <a:off x="411480" y="320040"/>
            <a:ext cx="8647938" cy="594360"/>
          </a:xfrm>
          <a:prstGeom prst="rect">
            <a:avLst/>
          </a:prstGeom>
          <a:noFill/>
          <a:ln/>
        </p:spPr>
        <p:txBody>
          <a:bodyPr wrap="square" rtlCol="0" anchor="ctr"/>
          <a:lstStyle/>
          <a:p>
            <a:pPr marL="0" indent="0">
              <a:buNone/>
            </a:pPr>
            <a:r>
              <a:rPr lang="en-US" sz="3600" b="1" dirty="0">
                <a:solidFill>
                  <a:srgbClr val="1A5276"/>
                </a:solidFill>
                <a:latin typeface="Meiryo" pitchFamily="34" charset="0"/>
                <a:ea typeface="Meiryo" pitchFamily="34" charset="-122"/>
                <a:cs typeface="Meiryo" pitchFamily="34" charset="-120"/>
              </a:rPr>
              <a:t>本日の範囲 — 教科書VI-1章の全体構造</a:t>
            </a:r>
            <a:endParaRPr lang="en-US" sz="3600" dirty="0"/>
          </a:p>
        </p:txBody>
      </p:sp>
      <p:sp>
        <p:nvSpPr>
          <p:cNvPr id="3" name="Shape 1">
            <a:extLst>
              <a:ext uri="{FF2B5EF4-FFF2-40B4-BE49-F238E27FC236}">
                <a16:creationId xmlns:a16="http://schemas.microsoft.com/office/drawing/2014/main" id="{2CC4B31F-CA00-FEA6-D96E-F7FA32EA5F00}"/>
              </a:ext>
            </a:extLst>
          </p:cNvPr>
          <p:cNvSpPr/>
          <p:nvPr/>
        </p:nvSpPr>
        <p:spPr>
          <a:xfrm>
            <a:off x="411480" y="950976"/>
            <a:ext cx="11365992" cy="22860"/>
          </a:xfrm>
          <a:prstGeom prst="rect">
            <a:avLst/>
          </a:prstGeom>
          <a:solidFill>
            <a:srgbClr val="2980B9"/>
          </a:solidFill>
          <a:ln/>
        </p:spPr>
        <p:txBody>
          <a:bodyPr/>
          <a:lstStyle/>
          <a:p>
            <a:endParaRPr lang="ja-JP" altLang="en-US" sz="2800"/>
          </a:p>
        </p:txBody>
      </p:sp>
      <p:sp>
        <p:nvSpPr>
          <p:cNvPr id="7" name="Text 5">
            <a:extLst>
              <a:ext uri="{FF2B5EF4-FFF2-40B4-BE49-F238E27FC236}">
                <a16:creationId xmlns:a16="http://schemas.microsoft.com/office/drawing/2014/main" id="{AD00F071-20D6-26C1-C16B-EB7668DDF73F}"/>
              </a:ext>
            </a:extLst>
          </p:cNvPr>
          <p:cNvSpPr/>
          <p:nvPr/>
        </p:nvSpPr>
        <p:spPr>
          <a:xfrm>
            <a:off x="411480" y="6355080"/>
            <a:ext cx="11365992" cy="274320"/>
          </a:xfrm>
          <a:prstGeom prst="rect">
            <a:avLst/>
          </a:prstGeom>
          <a:noFill/>
          <a:ln/>
        </p:spPr>
        <p:txBody>
          <a:bodyPr wrap="square" rtlCol="0" anchor="ctr"/>
          <a:lstStyle/>
          <a:p>
            <a:pPr marL="0" indent="0">
              <a:buNone/>
            </a:pPr>
            <a:r>
              <a:rPr lang="en-US" sz="1600" i="1" dirty="0">
                <a:solidFill>
                  <a:srgbClr val="5D6D7E"/>
                </a:solidFill>
                <a:latin typeface="Meiryo" pitchFamily="34" charset="0"/>
                <a:ea typeface="Meiryo" pitchFamily="34" charset="-122"/>
                <a:cs typeface="Meiryo" pitchFamily="34" charset="-120"/>
              </a:rPr>
              <a:t>★ = 重要度（学術的核心概念）／ 無印も全範囲が試験範囲</a:t>
            </a:r>
            <a:endParaRPr lang="en-US" sz="1600" dirty="0"/>
          </a:p>
        </p:txBody>
      </p:sp>
      <p:sp>
        <p:nvSpPr>
          <p:cNvPr id="8" name="Rectangle 7">
            <a:extLst>
              <a:ext uri="{FF2B5EF4-FFF2-40B4-BE49-F238E27FC236}">
                <a16:creationId xmlns:a16="http://schemas.microsoft.com/office/drawing/2014/main" id="{5C80848D-D720-F872-5BF3-20AD3CB7AFB8}"/>
              </a:ext>
            </a:extLst>
          </p:cNvPr>
          <p:cNvSpPr/>
          <p:nvPr/>
        </p:nvSpPr>
        <p:spPr>
          <a:xfrm>
            <a:off x="411480"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 name="Rectangle 8">
            <a:extLst>
              <a:ext uri="{FF2B5EF4-FFF2-40B4-BE49-F238E27FC236}">
                <a16:creationId xmlns:a16="http://schemas.microsoft.com/office/drawing/2014/main" id="{6C3A1CC5-714B-15D2-6AAD-73BAD3C6E408}"/>
              </a:ext>
            </a:extLst>
          </p:cNvPr>
          <p:cNvSpPr/>
          <p:nvPr/>
        </p:nvSpPr>
        <p:spPr>
          <a:xfrm>
            <a:off x="411480" y="1234440"/>
            <a:ext cx="2718054" cy="9601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a:extLst>
              <a:ext uri="{FF2B5EF4-FFF2-40B4-BE49-F238E27FC236}">
                <a16:creationId xmlns:a16="http://schemas.microsoft.com/office/drawing/2014/main" id="{887FADD9-81DD-B8A5-D154-48672B4C0ACD}"/>
              </a:ext>
            </a:extLst>
          </p:cNvPr>
          <p:cNvSpPr txBox="1"/>
          <p:nvPr/>
        </p:nvSpPr>
        <p:spPr>
          <a:xfrm>
            <a:off x="548640"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A</a:t>
            </a:r>
          </a:p>
        </p:txBody>
      </p:sp>
      <p:sp>
        <p:nvSpPr>
          <p:cNvPr id="11" name="TextBox 10">
            <a:extLst>
              <a:ext uri="{FF2B5EF4-FFF2-40B4-BE49-F238E27FC236}">
                <a16:creationId xmlns:a16="http://schemas.microsoft.com/office/drawing/2014/main" id="{1DCEB60A-60C6-0C12-40BC-71927034B28E}"/>
              </a:ext>
            </a:extLst>
          </p:cNvPr>
          <p:cNvSpPr txBox="1"/>
          <p:nvPr/>
        </p:nvSpPr>
        <p:spPr>
          <a:xfrm>
            <a:off x="1280160"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地球環境と</a:t>
            </a:r>
          </a:p>
          <a:p>
            <a:pPr algn="l"/>
            <a:r>
              <a:rPr b="1">
                <a:solidFill>
                  <a:srgbClr val="FFFFFF"/>
                </a:solidFill>
                <a:latin typeface="Yu Gothic"/>
              </a:rPr>
              <a:t>生態系の構造</a:t>
            </a:r>
          </a:p>
        </p:txBody>
      </p:sp>
      <p:sp>
        <p:nvSpPr>
          <p:cNvPr id="12" name="Rectangle 11">
            <a:extLst>
              <a:ext uri="{FF2B5EF4-FFF2-40B4-BE49-F238E27FC236}">
                <a16:creationId xmlns:a16="http://schemas.microsoft.com/office/drawing/2014/main" id="{B9079592-3DC2-C002-8FBA-E050C0744534}"/>
              </a:ext>
            </a:extLst>
          </p:cNvPr>
          <p:cNvSpPr/>
          <p:nvPr/>
        </p:nvSpPr>
        <p:spPr>
          <a:xfrm>
            <a:off x="521208"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TextBox 12">
            <a:extLst>
              <a:ext uri="{FF2B5EF4-FFF2-40B4-BE49-F238E27FC236}">
                <a16:creationId xmlns:a16="http://schemas.microsoft.com/office/drawing/2014/main" id="{9E178805-DAD1-A19A-089E-CED665486D02}"/>
              </a:ext>
            </a:extLst>
          </p:cNvPr>
          <p:cNvSpPr txBox="1"/>
          <p:nvPr/>
        </p:nvSpPr>
        <p:spPr>
          <a:xfrm>
            <a:off x="630936" y="2432304"/>
            <a:ext cx="777240" cy="276999"/>
          </a:xfrm>
          <a:prstGeom prst="rect">
            <a:avLst/>
          </a:prstGeom>
          <a:noFill/>
        </p:spPr>
        <p:txBody>
          <a:bodyPr wrap="square" lIns="0" tIns="0" rIns="0" bIns="0" anchor="t">
            <a:spAutoFit/>
          </a:bodyPr>
          <a:lstStyle/>
          <a:p>
            <a:pPr algn="l"/>
            <a:r>
              <a:rPr b="1">
                <a:solidFill>
                  <a:srgbClr val="1A5276"/>
                </a:solidFill>
                <a:latin typeface="Yu Gothic"/>
              </a:rPr>
              <a:t>A-1</a:t>
            </a:r>
          </a:p>
        </p:txBody>
      </p:sp>
      <p:sp>
        <p:nvSpPr>
          <p:cNvPr id="14" name="TextBox 13">
            <a:extLst>
              <a:ext uri="{FF2B5EF4-FFF2-40B4-BE49-F238E27FC236}">
                <a16:creationId xmlns:a16="http://schemas.microsoft.com/office/drawing/2014/main" id="{7FB42259-0887-0710-45FC-31CA6BEB5ECA}"/>
              </a:ext>
            </a:extLst>
          </p:cNvPr>
          <p:cNvSpPr txBox="1"/>
          <p:nvPr/>
        </p:nvSpPr>
        <p:spPr>
          <a:xfrm>
            <a:off x="630936" y="2724912"/>
            <a:ext cx="2443734" cy="246221"/>
          </a:xfrm>
          <a:prstGeom prst="rect">
            <a:avLst/>
          </a:prstGeom>
          <a:noFill/>
        </p:spPr>
        <p:txBody>
          <a:bodyPr wrap="square" lIns="0" tIns="0" rIns="0" bIns="0" anchor="t">
            <a:spAutoFit/>
          </a:bodyPr>
          <a:lstStyle/>
          <a:p>
            <a:pPr algn="l"/>
            <a:r>
              <a:rPr sz="1600" b="0" dirty="0" err="1">
                <a:solidFill>
                  <a:srgbClr val="2C3E50"/>
                </a:solidFill>
                <a:latin typeface="Yu Gothic"/>
              </a:rPr>
              <a:t>四圏（地・水・気・生物</a:t>
            </a:r>
            <a:r>
              <a:rPr sz="1600" b="0" dirty="0">
                <a:solidFill>
                  <a:srgbClr val="2C3E50"/>
                </a:solidFill>
                <a:latin typeface="Yu Gothic"/>
              </a:rPr>
              <a:t>）</a:t>
            </a:r>
          </a:p>
        </p:txBody>
      </p:sp>
      <p:sp>
        <p:nvSpPr>
          <p:cNvPr id="15" name="Rectangle 14">
            <a:extLst>
              <a:ext uri="{FF2B5EF4-FFF2-40B4-BE49-F238E27FC236}">
                <a16:creationId xmlns:a16="http://schemas.microsoft.com/office/drawing/2014/main" id="{E3DA0FE1-5A45-CF37-DB03-DB951674157C}"/>
              </a:ext>
            </a:extLst>
          </p:cNvPr>
          <p:cNvSpPr/>
          <p:nvPr/>
        </p:nvSpPr>
        <p:spPr>
          <a:xfrm>
            <a:off x="521208"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TextBox 15">
            <a:extLst>
              <a:ext uri="{FF2B5EF4-FFF2-40B4-BE49-F238E27FC236}">
                <a16:creationId xmlns:a16="http://schemas.microsoft.com/office/drawing/2014/main" id="{6BC08135-DE9A-AF2B-5C87-1567A679F9E1}"/>
              </a:ext>
            </a:extLst>
          </p:cNvPr>
          <p:cNvSpPr txBox="1"/>
          <p:nvPr/>
        </p:nvSpPr>
        <p:spPr>
          <a:xfrm>
            <a:off x="630936" y="3273552"/>
            <a:ext cx="777240" cy="276999"/>
          </a:xfrm>
          <a:prstGeom prst="rect">
            <a:avLst/>
          </a:prstGeom>
          <a:noFill/>
        </p:spPr>
        <p:txBody>
          <a:bodyPr wrap="square" lIns="0" tIns="0" rIns="0" bIns="0" anchor="t">
            <a:spAutoFit/>
          </a:bodyPr>
          <a:lstStyle/>
          <a:p>
            <a:pPr algn="l"/>
            <a:r>
              <a:rPr b="1">
                <a:solidFill>
                  <a:srgbClr val="1A5276"/>
                </a:solidFill>
                <a:latin typeface="Yu Gothic"/>
              </a:rPr>
              <a:t>A-2</a:t>
            </a:r>
          </a:p>
        </p:txBody>
      </p:sp>
      <p:sp>
        <p:nvSpPr>
          <p:cNvPr id="17" name="TextBox 16">
            <a:extLst>
              <a:ext uri="{FF2B5EF4-FFF2-40B4-BE49-F238E27FC236}">
                <a16:creationId xmlns:a16="http://schemas.microsoft.com/office/drawing/2014/main" id="{B7CA0606-B33F-73BD-89D1-AEAE5CB18744}"/>
              </a:ext>
            </a:extLst>
          </p:cNvPr>
          <p:cNvSpPr txBox="1"/>
          <p:nvPr/>
        </p:nvSpPr>
        <p:spPr>
          <a:xfrm>
            <a:off x="630936"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生態系の構成と機能</a:t>
            </a:r>
          </a:p>
        </p:txBody>
      </p:sp>
      <p:sp>
        <p:nvSpPr>
          <p:cNvPr id="18" name="TextBox 17">
            <a:extLst>
              <a:ext uri="{FF2B5EF4-FFF2-40B4-BE49-F238E27FC236}">
                <a16:creationId xmlns:a16="http://schemas.microsoft.com/office/drawing/2014/main" id="{3A79E93E-F35C-B770-0059-6486FCD01E8D}"/>
              </a:ext>
            </a:extLst>
          </p:cNvPr>
          <p:cNvSpPr txBox="1"/>
          <p:nvPr/>
        </p:nvSpPr>
        <p:spPr>
          <a:xfrm>
            <a:off x="1280160"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19" name="Rectangle 18">
            <a:extLst>
              <a:ext uri="{FF2B5EF4-FFF2-40B4-BE49-F238E27FC236}">
                <a16:creationId xmlns:a16="http://schemas.microsoft.com/office/drawing/2014/main" id="{B3825C39-1221-F71B-F90C-1BFD236C90BD}"/>
              </a:ext>
            </a:extLst>
          </p:cNvPr>
          <p:cNvSpPr/>
          <p:nvPr/>
        </p:nvSpPr>
        <p:spPr>
          <a:xfrm>
            <a:off x="521208"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a:extLst>
              <a:ext uri="{FF2B5EF4-FFF2-40B4-BE49-F238E27FC236}">
                <a16:creationId xmlns:a16="http://schemas.microsoft.com/office/drawing/2014/main" id="{4DC8893C-90CA-B1C1-633D-5C9AEBE88370}"/>
              </a:ext>
            </a:extLst>
          </p:cNvPr>
          <p:cNvSpPr txBox="1"/>
          <p:nvPr/>
        </p:nvSpPr>
        <p:spPr>
          <a:xfrm>
            <a:off x="630936" y="4114800"/>
            <a:ext cx="777240" cy="276999"/>
          </a:xfrm>
          <a:prstGeom prst="rect">
            <a:avLst/>
          </a:prstGeom>
          <a:noFill/>
        </p:spPr>
        <p:txBody>
          <a:bodyPr wrap="square" lIns="0" tIns="0" rIns="0" bIns="0" anchor="t">
            <a:spAutoFit/>
          </a:bodyPr>
          <a:lstStyle/>
          <a:p>
            <a:pPr algn="l"/>
            <a:r>
              <a:rPr b="1">
                <a:solidFill>
                  <a:srgbClr val="1A5276"/>
                </a:solidFill>
                <a:latin typeface="Yu Gothic"/>
              </a:rPr>
              <a:t>A-3</a:t>
            </a:r>
          </a:p>
        </p:txBody>
      </p:sp>
      <p:sp>
        <p:nvSpPr>
          <p:cNvPr id="21" name="TextBox 20">
            <a:extLst>
              <a:ext uri="{FF2B5EF4-FFF2-40B4-BE49-F238E27FC236}">
                <a16:creationId xmlns:a16="http://schemas.microsoft.com/office/drawing/2014/main" id="{28411110-FFAD-40C5-34A7-4FA73008F52D}"/>
              </a:ext>
            </a:extLst>
          </p:cNvPr>
          <p:cNvSpPr txBox="1"/>
          <p:nvPr/>
        </p:nvSpPr>
        <p:spPr>
          <a:xfrm>
            <a:off x="630936"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物質循環（C / N / P）</a:t>
            </a:r>
          </a:p>
        </p:txBody>
      </p:sp>
      <p:sp>
        <p:nvSpPr>
          <p:cNvPr id="22" name="Rectangle 21">
            <a:extLst>
              <a:ext uri="{FF2B5EF4-FFF2-40B4-BE49-F238E27FC236}">
                <a16:creationId xmlns:a16="http://schemas.microsoft.com/office/drawing/2014/main" id="{8A96AB51-0E84-D735-1453-A8000AD48252}"/>
              </a:ext>
            </a:extLst>
          </p:cNvPr>
          <p:cNvSpPr/>
          <p:nvPr/>
        </p:nvSpPr>
        <p:spPr>
          <a:xfrm>
            <a:off x="3294126"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Rectangle 22">
            <a:extLst>
              <a:ext uri="{FF2B5EF4-FFF2-40B4-BE49-F238E27FC236}">
                <a16:creationId xmlns:a16="http://schemas.microsoft.com/office/drawing/2014/main" id="{367DB7D6-D371-F5B1-6C29-56FF9332D760}"/>
              </a:ext>
            </a:extLst>
          </p:cNvPr>
          <p:cNvSpPr/>
          <p:nvPr/>
        </p:nvSpPr>
        <p:spPr>
          <a:xfrm>
            <a:off x="3294126" y="1234440"/>
            <a:ext cx="2718054" cy="96012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4" name="TextBox 23">
            <a:extLst>
              <a:ext uri="{FF2B5EF4-FFF2-40B4-BE49-F238E27FC236}">
                <a16:creationId xmlns:a16="http://schemas.microsoft.com/office/drawing/2014/main" id="{5852A06A-B07C-9708-7C73-D6FE29ACBF60}"/>
              </a:ext>
            </a:extLst>
          </p:cNvPr>
          <p:cNvSpPr txBox="1"/>
          <p:nvPr/>
        </p:nvSpPr>
        <p:spPr>
          <a:xfrm>
            <a:off x="3431286"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B</a:t>
            </a:r>
          </a:p>
        </p:txBody>
      </p:sp>
      <p:sp>
        <p:nvSpPr>
          <p:cNvPr id="25" name="TextBox 24">
            <a:extLst>
              <a:ext uri="{FF2B5EF4-FFF2-40B4-BE49-F238E27FC236}">
                <a16:creationId xmlns:a16="http://schemas.microsoft.com/office/drawing/2014/main" id="{93EBEF86-8E8F-AABA-20C7-6FB4463CAF24}"/>
              </a:ext>
            </a:extLst>
          </p:cNvPr>
          <p:cNvSpPr txBox="1"/>
          <p:nvPr/>
        </p:nvSpPr>
        <p:spPr>
          <a:xfrm>
            <a:off x="4162806" y="1437501"/>
            <a:ext cx="1757934" cy="553998"/>
          </a:xfrm>
          <a:prstGeom prst="rect">
            <a:avLst/>
          </a:prstGeom>
          <a:noFill/>
        </p:spPr>
        <p:txBody>
          <a:bodyPr wrap="square" lIns="0" tIns="0" rIns="0" bIns="0" anchor="ctr">
            <a:spAutoFit/>
          </a:bodyPr>
          <a:lstStyle/>
          <a:p>
            <a:pPr algn="l"/>
            <a:r>
              <a:rPr b="1">
                <a:solidFill>
                  <a:srgbClr val="FFFFFF"/>
                </a:solidFill>
                <a:latin typeface="Yu Gothic"/>
              </a:rPr>
              <a:t>化学物質の</a:t>
            </a:r>
          </a:p>
          <a:p>
            <a:pPr algn="l"/>
            <a:r>
              <a:rPr b="1">
                <a:solidFill>
                  <a:srgbClr val="FFFFFF"/>
                </a:solidFill>
                <a:latin typeface="Yu Gothic"/>
              </a:rPr>
              <a:t>環境内動態</a:t>
            </a:r>
          </a:p>
        </p:txBody>
      </p:sp>
      <p:sp>
        <p:nvSpPr>
          <p:cNvPr id="26" name="Rectangle 25">
            <a:extLst>
              <a:ext uri="{FF2B5EF4-FFF2-40B4-BE49-F238E27FC236}">
                <a16:creationId xmlns:a16="http://schemas.microsoft.com/office/drawing/2014/main" id="{1BCFBAF2-7AA4-A592-4097-0A6B4DCF06DB}"/>
              </a:ext>
            </a:extLst>
          </p:cNvPr>
          <p:cNvSpPr/>
          <p:nvPr/>
        </p:nvSpPr>
        <p:spPr>
          <a:xfrm>
            <a:off x="3403854"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a:extLst>
              <a:ext uri="{FF2B5EF4-FFF2-40B4-BE49-F238E27FC236}">
                <a16:creationId xmlns:a16="http://schemas.microsoft.com/office/drawing/2014/main" id="{3E812024-E3D6-F527-6F19-79EEB8E953CE}"/>
              </a:ext>
            </a:extLst>
          </p:cNvPr>
          <p:cNvSpPr txBox="1"/>
          <p:nvPr/>
        </p:nvSpPr>
        <p:spPr>
          <a:xfrm>
            <a:off x="3513582" y="2432304"/>
            <a:ext cx="777240" cy="276999"/>
          </a:xfrm>
          <a:prstGeom prst="rect">
            <a:avLst/>
          </a:prstGeom>
          <a:noFill/>
        </p:spPr>
        <p:txBody>
          <a:bodyPr wrap="square" lIns="0" tIns="0" rIns="0" bIns="0" anchor="t">
            <a:spAutoFit/>
          </a:bodyPr>
          <a:lstStyle/>
          <a:p>
            <a:pPr algn="l"/>
            <a:r>
              <a:rPr b="1">
                <a:solidFill>
                  <a:srgbClr val="2980B9"/>
                </a:solidFill>
                <a:latin typeface="Yu Gothic"/>
              </a:rPr>
              <a:t>B-1</a:t>
            </a:r>
          </a:p>
        </p:txBody>
      </p:sp>
      <p:sp>
        <p:nvSpPr>
          <p:cNvPr id="28" name="TextBox 27">
            <a:extLst>
              <a:ext uri="{FF2B5EF4-FFF2-40B4-BE49-F238E27FC236}">
                <a16:creationId xmlns:a16="http://schemas.microsoft.com/office/drawing/2014/main" id="{D553E508-A368-5DAC-815C-7DE87ABFD740}"/>
              </a:ext>
            </a:extLst>
          </p:cNvPr>
          <p:cNvSpPr txBox="1"/>
          <p:nvPr/>
        </p:nvSpPr>
        <p:spPr>
          <a:xfrm>
            <a:off x="3513582"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環境中の化学物質</a:t>
            </a:r>
          </a:p>
        </p:txBody>
      </p:sp>
      <p:sp>
        <p:nvSpPr>
          <p:cNvPr id="29" name="Rectangle 28">
            <a:extLst>
              <a:ext uri="{FF2B5EF4-FFF2-40B4-BE49-F238E27FC236}">
                <a16:creationId xmlns:a16="http://schemas.microsoft.com/office/drawing/2014/main" id="{5251E2DD-A201-D082-B4A1-BFE7478792DB}"/>
              </a:ext>
            </a:extLst>
          </p:cNvPr>
          <p:cNvSpPr/>
          <p:nvPr/>
        </p:nvSpPr>
        <p:spPr>
          <a:xfrm>
            <a:off x="3403854"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a:extLst>
              <a:ext uri="{FF2B5EF4-FFF2-40B4-BE49-F238E27FC236}">
                <a16:creationId xmlns:a16="http://schemas.microsoft.com/office/drawing/2014/main" id="{FEDE663D-79FF-B27D-16CF-1EF5778AA84D}"/>
              </a:ext>
            </a:extLst>
          </p:cNvPr>
          <p:cNvSpPr txBox="1"/>
          <p:nvPr/>
        </p:nvSpPr>
        <p:spPr>
          <a:xfrm>
            <a:off x="3513582" y="3273552"/>
            <a:ext cx="777240" cy="276999"/>
          </a:xfrm>
          <a:prstGeom prst="rect">
            <a:avLst/>
          </a:prstGeom>
          <a:noFill/>
        </p:spPr>
        <p:txBody>
          <a:bodyPr wrap="square" lIns="0" tIns="0" rIns="0" bIns="0" anchor="t">
            <a:spAutoFit/>
          </a:bodyPr>
          <a:lstStyle/>
          <a:p>
            <a:pPr algn="l"/>
            <a:r>
              <a:rPr b="1">
                <a:solidFill>
                  <a:srgbClr val="2980B9"/>
                </a:solidFill>
                <a:latin typeface="Yu Gothic"/>
              </a:rPr>
              <a:t>B-2</a:t>
            </a:r>
          </a:p>
        </p:txBody>
      </p:sp>
      <p:sp>
        <p:nvSpPr>
          <p:cNvPr id="31" name="TextBox 30">
            <a:extLst>
              <a:ext uri="{FF2B5EF4-FFF2-40B4-BE49-F238E27FC236}">
                <a16:creationId xmlns:a16="http://schemas.microsoft.com/office/drawing/2014/main" id="{097487F9-C2A0-19CB-4A27-F12201B48452}"/>
              </a:ext>
            </a:extLst>
          </p:cNvPr>
          <p:cNvSpPr txBox="1"/>
          <p:nvPr/>
        </p:nvSpPr>
        <p:spPr>
          <a:xfrm>
            <a:off x="3513582"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生物濃縮</a:t>
            </a:r>
          </a:p>
        </p:txBody>
      </p:sp>
      <p:sp>
        <p:nvSpPr>
          <p:cNvPr id="32" name="TextBox 31">
            <a:extLst>
              <a:ext uri="{FF2B5EF4-FFF2-40B4-BE49-F238E27FC236}">
                <a16:creationId xmlns:a16="http://schemas.microsoft.com/office/drawing/2014/main" id="{24815B7A-FB40-02E5-B3C9-78838858E0D3}"/>
              </a:ext>
            </a:extLst>
          </p:cNvPr>
          <p:cNvSpPr txBox="1"/>
          <p:nvPr/>
        </p:nvSpPr>
        <p:spPr>
          <a:xfrm>
            <a:off x="4162806"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3" name="Rectangle 32">
            <a:extLst>
              <a:ext uri="{FF2B5EF4-FFF2-40B4-BE49-F238E27FC236}">
                <a16:creationId xmlns:a16="http://schemas.microsoft.com/office/drawing/2014/main" id="{AD984609-6E05-FA63-5F33-9C4E8381E93E}"/>
              </a:ext>
            </a:extLst>
          </p:cNvPr>
          <p:cNvSpPr/>
          <p:nvPr/>
        </p:nvSpPr>
        <p:spPr>
          <a:xfrm>
            <a:off x="3403854"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TextBox 33">
            <a:extLst>
              <a:ext uri="{FF2B5EF4-FFF2-40B4-BE49-F238E27FC236}">
                <a16:creationId xmlns:a16="http://schemas.microsoft.com/office/drawing/2014/main" id="{67F367C8-47B1-BA5E-92C8-C2521052A301}"/>
              </a:ext>
            </a:extLst>
          </p:cNvPr>
          <p:cNvSpPr txBox="1"/>
          <p:nvPr/>
        </p:nvSpPr>
        <p:spPr>
          <a:xfrm>
            <a:off x="3513582" y="4114800"/>
            <a:ext cx="777240" cy="276999"/>
          </a:xfrm>
          <a:prstGeom prst="rect">
            <a:avLst/>
          </a:prstGeom>
          <a:noFill/>
        </p:spPr>
        <p:txBody>
          <a:bodyPr wrap="square" lIns="0" tIns="0" rIns="0" bIns="0" anchor="t">
            <a:spAutoFit/>
          </a:bodyPr>
          <a:lstStyle/>
          <a:p>
            <a:pPr algn="l"/>
            <a:r>
              <a:rPr b="1">
                <a:solidFill>
                  <a:srgbClr val="2980B9"/>
                </a:solidFill>
                <a:latin typeface="Yu Gothic"/>
              </a:rPr>
              <a:t>B-3</a:t>
            </a:r>
          </a:p>
        </p:txBody>
      </p:sp>
      <p:sp>
        <p:nvSpPr>
          <p:cNvPr id="35" name="TextBox 34">
            <a:extLst>
              <a:ext uri="{FF2B5EF4-FFF2-40B4-BE49-F238E27FC236}">
                <a16:creationId xmlns:a16="http://schemas.microsoft.com/office/drawing/2014/main" id="{18774F11-4B33-44DA-C251-51206F67C97C}"/>
              </a:ext>
            </a:extLst>
          </p:cNvPr>
          <p:cNvSpPr txBox="1"/>
          <p:nvPr/>
        </p:nvSpPr>
        <p:spPr>
          <a:xfrm>
            <a:off x="3513582"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POPsと化審法</a:t>
            </a:r>
          </a:p>
        </p:txBody>
      </p:sp>
      <p:sp>
        <p:nvSpPr>
          <p:cNvPr id="36" name="TextBox 35">
            <a:extLst>
              <a:ext uri="{FF2B5EF4-FFF2-40B4-BE49-F238E27FC236}">
                <a16:creationId xmlns:a16="http://schemas.microsoft.com/office/drawing/2014/main" id="{A4493985-C46D-C966-9FF2-D495147BF4AA}"/>
              </a:ext>
            </a:extLst>
          </p:cNvPr>
          <p:cNvSpPr txBox="1"/>
          <p:nvPr/>
        </p:nvSpPr>
        <p:spPr>
          <a:xfrm>
            <a:off x="4162806" y="4096512"/>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7" name="Rectangle 36">
            <a:extLst>
              <a:ext uri="{FF2B5EF4-FFF2-40B4-BE49-F238E27FC236}">
                <a16:creationId xmlns:a16="http://schemas.microsoft.com/office/drawing/2014/main" id="{AE142939-E061-2B08-1322-3D32E418E0C8}"/>
              </a:ext>
            </a:extLst>
          </p:cNvPr>
          <p:cNvSpPr/>
          <p:nvPr/>
        </p:nvSpPr>
        <p:spPr>
          <a:xfrm>
            <a:off x="6176772" y="1234440"/>
            <a:ext cx="2718054" cy="4892040"/>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8" name="Rectangle 37">
            <a:extLst>
              <a:ext uri="{FF2B5EF4-FFF2-40B4-BE49-F238E27FC236}">
                <a16:creationId xmlns:a16="http://schemas.microsoft.com/office/drawing/2014/main" id="{221F31AB-D6C8-6A34-E243-D757F87357FD}"/>
              </a:ext>
            </a:extLst>
          </p:cNvPr>
          <p:cNvSpPr/>
          <p:nvPr/>
        </p:nvSpPr>
        <p:spPr>
          <a:xfrm>
            <a:off x="6176772" y="1234440"/>
            <a:ext cx="2718054" cy="96012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a:extLst>
              <a:ext uri="{FF2B5EF4-FFF2-40B4-BE49-F238E27FC236}">
                <a16:creationId xmlns:a16="http://schemas.microsoft.com/office/drawing/2014/main" id="{527A1154-85DA-E46C-5687-A131480C61CB}"/>
              </a:ext>
            </a:extLst>
          </p:cNvPr>
          <p:cNvSpPr txBox="1"/>
          <p:nvPr/>
        </p:nvSpPr>
        <p:spPr>
          <a:xfrm>
            <a:off x="6313932"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C</a:t>
            </a:r>
          </a:p>
        </p:txBody>
      </p:sp>
      <p:sp>
        <p:nvSpPr>
          <p:cNvPr id="40" name="TextBox 39">
            <a:extLst>
              <a:ext uri="{FF2B5EF4-FFF2-40B4-BE49-F238E27FC236}">
                <a16:creationId xmlns:a16="http://schemas.microsoft.com/office/drawing/2014/main" id="{44DC2BCC-187F-A377-7168-D2DBFCC14065}"/>
              </a:ext>
            </a:extLst>
          </p:cNvPr>
          <p:cNvSpPr txBox="1"/>
          <p:nvPr/>
        </p:nvSpPr>
        <p:spPr>
          <a:xfrm>
            <a:off x="7045452"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地球環境問題と</a:t>
            </a:r>
          </a:p>
          <a:p>
            <a:pPr algn="l"/>
            <a:r>
              <a:rPr b="1">
                <a:solidFill>
                  <a:srgbClr val="FFFFFF"/>
                </a:solidFill>
                <a:latin typeface="Yu Gothic"/>
              </a:rPr>
              <a:t>国際的取り組み</a:t>
            </a:r>
          </a:p>
        </p:txBody>
      </p:sp>
      <p:sp>
        <p:nvSpPr>
          <p:cNvPr id="41" name="Rectangle 40">
            <a:extLst>
              <a:ext uri="{FF2B5EF4-FFF2-40B4-BE49-F238E27FC236}">
                <a16:creationId xmlns:a16="http://schemas.microsoft.com/office/drawing/2014/main" id="{3E68DDCB-5D22-49EA-5863-1CC9AD9EEB44}"/>
              </a:ext>
            </a:extLst>
          </p:cNvPr>
          <p:cNvSpPr/>
          <p:nvPr/>
        </p:nvSpPr>
        <p:spPr>
          <a:xfrm>
            <a:off x="6286500" y="2359152"/>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2" name="TextBox 41">
            <a:extLst>
              <a:ext uri="{FF2B5EF4-FFF2-40B4-BE49-F238E27FC236}">
                <a16:creationId xmlns:a16="http://schemas.microsoft.com/office/drawing/2014/main" id="{1C5637CA-43E7-908F-823B-092936EDEFD2}"/>
              </a:ext>
            </a:extLst>
          </p:cNvPr>
          <p:cNvSpPr txBox="1"/>
          <p:nvPr/>
        </p:nvSpPr>
        <p:spPr>
          <a:xfrm>
            <a:off x="6396228" y="2432304"/>
            <a:ext cx="777240" cy="276999"/>
          </a:xfrm>
          <a:prstGeom prst="rect">
            <a:avLst/>
          </a:prstGeom>
          <a:noFill/>
        </p:spPr>
        <p:txBody>
          <a:bodyPr wrap="square" lIns="0" tIns="0" rIns="0" bIns="0" anchor="t">
            <a:spAutoFit/>
          </a:bodyPr>
          <a:lstStyle/>
          <a:p>
            <a:pPr algn="l"/>
            <a:r>
              <a:rPr b="1">
                <a:solidFill>
                  <a:srgbClr val="E67E22"/>
                </a:solidFill>
                <a:latin typeface="Yu Gothic"/>
              </a:rPr>
              <a:t>C-1</a:t>
            </a:r>
          </a:p>
        </p:txBody>
      </p:sp>
      <p:sp>
        <p:nvSpPr>
          <p:cNvPr id="43" name="TextBox 42">
            <a:extLst>
              <a:ext uri="{FF2B5EF4-FFF2-40B4-BE49-F238E27FC236}">
                <a16:creationId xmlns:a16="http://schemas.microsoft.com/office/drawing/2014/main" id="{DE2FFE8D-BD60-F495-9915-AB7824F85A9E}"/>
              </a:ext>
            </a:extLst>
          </p:cNvPr>
          <p:cNvSpPr txBox="1"/>
          <p:nvPr/>
        </p:nvSpPr>
        <p:spPr>
          <a:xfrm>
            <a:off x="6396228"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オゾン層破壊</a:t>
            </a:r>
          </a:p>
        </p:txBody>
      </p:sp>
      <p:sp>
        <p:nvSpPr>
          <p:cNvPr id="44" name="TextBox 43">
            <a:extLst>
              <a:ext uri="{FF2B5EF4-FFF2-40B4-BE49-F238E27FC236}">
                <a16:creationId xmlns:a16="http://schemas.microsoft.com/office/drawing/2014/main" id="{6FE854C3-F49E-6B27-8A78-4591A6986163}"/>
              </a:ext>
            </a:extLst>
          </p:cNvPr>
          <p:cNvSpPr txBox="1"/>
          <p:nvPr/>
        </p:nvSpPr>
        <p:spPr>
          <a:xfrm>
            <a:off x="7045452"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5" name="Rectangle 44">
            <a:extLst>
              <a:ext uri="{FF2B5EF4-FFF2-40B4-BE49-F238E27FC236}">
                <a16:creationId xmlns:a16="http://schemas.microsoft.com/office/drawing/2014/main" id="{DCE67D7B-ECFB-7158-7527-F29586C8ABD7}"/>
              </a:ext>
            </a:extLst>
          </p:cNvPr>
          <p:cNvSpPr/>
          <p:nvPr/>
        </p:nvSpPr>
        <p:spPr>
          <a:xfrm>
            <a:off x="6286500" y="3079699"/>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6" name="TextBox 45">
            <a:extLst>
              <a:ext uri="{FF2B5EF4-FFF2-40B4-BE49-F238E27FC236}">
                <a16:creationId xmlns:a16="http://schemas.microsoft.com/office/drawing/2014/main" id="{AA6BDC9F-08FB-1D1E-1781-32C2AE118B10}"/>
              </a:ext>
            </a:extLst>
          </p:cNvPr>
          <p:cNvSpPr txBox="1"/>
          <p:nvPr/>
        </p:nvSpPr>
        <p:spPr>
          <a:xfrm>
            <a:off x="6396228" y="3152851"/>
            <a:ext cx="777240" cy="276999"/>
          </a:xfrm>
          <a:prstGeom prst="rect">
            <a:avLst/>
          </a:prstGeom>
          <a:noFill/>
        </p:spPr>
        <p:txBody>
          <a:bodyPr wrap="square" lIns="0" tIns="0" rIns="0" bIns="0" anchor="t">
            <a:spAutoFit/>
          </a:bodyPr>
          <a:lstStyle/>
          <a:p>
            <a:pPr algn="l"/>
            <a:r>
              <a:rPr b="1">
                <a:solidFill>
                  <a:srgbClr val="E67E22"/>
                </a:solidFill>
                <a:latin typeface="Yu Gothic"/>
              </a:rPr>
              <a:t>C-2</a:t>
            </a:r>
          </a:p>
        </p:txBody>
      </p:sp>
      <p:sp>
        <p:nvSpPr>
          <p:cNvPr id="47" name="TextBox 46">
            <a:extLst>
              <a:ext uri="{FF2B5EF4-FFF2-40B4-BE49-F238E27FC236}">
                <a16:creationId xmlns:a16="http://schemas.microsoft.com/office/drawing/2014/main" id="{ECD6FE95-C621-0311-A0EA-4BB4DD99EE66}"/>
              </a:ext>
            </a:extLst>
          </p:cNvPr>
          <p:cNvSpPr txBox="1"/>
          <p:nvPr/>
        </p:nvSpPr>
        <p:spPr>
          <a:xfrm>
            <a:off x="6396228" y="3445459"/>
            <a:ext cx="2279142" cy="246221"/>
          </a:xfrm>
          <a:prstGeom prst="rect">
            <a:avLst/>
          </a:prstGeom>
          <a:noFill/>
        </p:spPr>
        <p:txBody>
          <a:bodyPr wrap="square" lIns="0" tIns="0" rIns="0" bIns="0" anchor="t">
            <a:spAutoFit/>
          </a:bodyPr>
          <a:lstStyle/>
          <a:p>
            <a:pPr algn="l"/>
            <a:r>
              <a:rPr sz="1600" b="0">
                <a:solidFill>
                  <a:srgbClr val="2C3E50"/>
                </a:solidFill>
                <a:latin typeface="Yu Gothic"/>
              </a:rPr>
              <a:t>地球温暖化</a:t>
            </a:r>
          </a:p>
        </p:txBody>
      </p:sp>
      <p:sp>
        <p:nvSpPr>
          <p:cNvPr id="48" name="TextBox 47">
            <a:extLst>
              <a:ext uri="{FF2B5EF4-FFF2-40B4-BE49-F238E27FC236}">
                <a16:creationId xmlns:a16="http://schemas.microsoft.com/office/drawing/2014/main" id="{FAB78BF2-076E-8360-AD51-BA7990640FAD}"/>
              </a:ext>
            </a:extLst>
          </p:cNvPr>
          <p:cNvSpPr txBox="1"/>
          <p:nvPr/>
        </p:nvSpPr>
        <p:spPr>
          <a:xfrm>
            <a:off x="7045452" y="3134563"/>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9" name="Rectangle 48">
            <a:extLst>
              <a:ext uri="{FF2B5EF4-FFF2-40B4-BE49-F238E27FC236}">
                <a16:creationId xmlns:a16="http://schemas.microsoft.com/office/drawing/2014/main" id="{84555436-55EB-53F4-EDC7-320E90419657}"/>
              </a:ext>
            </a:extLst>
          </p:cNvPr>
          <p:cNvSpPr/>
          <p:nvPr/>
        </p:nvSpPr>
        <p:spPr>
          <a:xfrm>
            <a:off x="6286500" y="3800246"/>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0" name="TextBox 49">
            <a:extLst>
              <a:ext uri="{FF2B5EF4-FFF2-40B4-BE49-F238E27FC236}">
                <a16:creationId xmlns:a16="http://schemas.microsoft.com/office/drawing/2014/main" id="{E4FB3CD3-FC9E-891D-70FB-B32A995DD1D5}"/>
              </a:ext>
            </a:extLst>
          </p:cNvPr>
          <p:cNvSpPr txBox="1"/>
          <p:nvPr/>
        </p:nvSpPr>
        <p:spPr>
          <a:xfrm>
            <a:off x="6396228" y="3873398"/>
            <a:ext cx="777240" cy="276999"/>
          </a:xfrm>
          <a:prstGeom prst="rect">
            <a:avLst/>
          </a:prstGeom>
          <a:noFill/>
        </p:spPr>
        <p:txBody>
          <a:bodyPr wrap="square" lIns="0" tIns="0" rIns="0" bIns="0" anchor="t">
            <a:spAutoFit/>
          </a:bodyPr>
          <a:lstStyle/>
          <a:p>
            <a:pPr algn="l"/>
            <a:r>
              <a:rPr b="1">
                <a:solidFill>
                  <a:srgbClr val="E67E22"/>
                </a:solidFill>
                <a:latin typeface="Yu Gothic"/>
              </a:rPr>
              <a:t>C-3</a:t>
            </a:r>
          </a:p>
        </p:txBody>
      </p:sp>
      <p:sp>
        <p:nvSpPr>
          <p:cNvPr id="51" name="TextBox 50">
            <a:extLst>
              <a:ext uri="{FF2B5EF4-FFF2-40B4-BE49-F238E27FC236}">
                <a16:creationId xmlns:a16="http://schemas.microsoft.com/office/drawing/2014/main" id="{2CF2EE92-2405-2429-55D2-9A65D2DE6610}"/>
              </a:ext>
            </a:extLst>
          </p:cNvPr>
          <p:cNvSpPr txBox="1"/>
          <p:nvPr/>
        </p:nvSpPr>
        <p:spPr>
          <a:xfrm>
            <a:off x="6396228" y="4166006"/>
            <a:ext cx="2279142" cy="246221"/>
          </a:xfrm>
          <a:prstGeom prst="rect">
            <a:avLst/>
          </a:prstGeom>
          <a:noFill/>
        </p:spPr>
        <p:txBody>
          <a:bodyPr wrap="square" lIns="0" tIns="0" rIns="0" bIns="0" anchor="t">
            <a:spAutoFit/>
          </a:bodyPr>
          <a:lstStyle/>
          <a:p>
            <a:pPr algn="l"/>
            <a:r>
              <a:rPr sz="1600" b="0">
                <a:solidFill>
                  <a:srgbClr val="2C3E50"/>
                </a:solidFill>
                <a:latin typeface="Yu Gothic"/>
              </a:rPr>
              <a:t>酸性雨</a:t>
            </a:r>
          </a:p>
        </p:txBody>
      </p:sp>
      <p:sp>
        <p:nvSpPr>
          <p:cNvPr id="52" name="TextBox 51">
            <a:extLst>
              <a:ext uri="{FF2B5EF4-FFF2-40B4-BE49-F238E27FC236}">
                <a16:creationId xmlns:a16="http://schemas.microsoft.com/office/drawing/2014/main" id="{0DC6B79A-8C2E-D71D-26A3-A10D71765B35}"/>
              </a:ext>
            </a:extLst>
          </p:cNvPr>
          <p:cNvSpPr txBox="1"/>
          <p:nvPr/>
        </p:nvSpPr>
        <p:spPr>
          <a:xfrm>
            <a:off x="7045452" y="3855110"/>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53" name="Rectangle 52">
            <a:extLst>
              <a:ext uri="{FF2B5EF4-FFF2-40B4-BE49-F238E27FC236}">
                <a16:creationId xmlns:a16="http://schemas.microsoft.com/office/drawing/2014/main" id="{8FD3732E-9AB1-E33E-6572-2AA42A48019B}"/>
              </a:ext>
            </a:extLst>
          </p:cNvPr>
          <p:cNvSpPr/>
          <p:nvPr/>
        </p:nvSpPr>
        <p:spPr>
          <a:xfrm>
            <a:off x="6286500" y="4520793"/>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4" name="TextBox 53">
            <a:extLst>
              <a:ext uri="{FF2B5EF4-FFF2-40B4-BE49-F238E27FC236}">
                <a16:creationId xmlns:a16="http://schemas.microsoft.com/office/drawing/2014/main" id="{8C7A1E87-741E-9721-2158-DC967F977955}"/>
              </a:ext>
            </a:extLst>
          </p:cNvPr>
          <p:cNvSpPr txBox="1"/>
          <p:nvPr/>
        </p:nvSpPr>
        <p:spPr>
          <a:xfrm>
            <a:off x="6396228" y="4593945"/>
            <a:ext cx="777240" cy="276999"/>
          </a:xfrm>
          <a:prstGeom prst="rect">
            <a:avLst/>
          </a:prstGeom>
          <a:noFill/>
        </p:spPr>
        <p:txBody>
          <a:bodyPr wrap="square" lIns="0" tIns="0" rIns="0" bIns="0" anchor="t">
            <a:spAutoFit/>
          </a:bodyPr>
          <a:lstStyle/>
          <a:p>
            <a:pPr algn="l"/>
            <a:r>
              <a:rPr b="1">
                <a:solidFill>
                  <a:srgbClr val="E67E22"/>
                </a:solidFill>
                <a:latin typeface="Yu Gothic"/>
              </a:rPr>
              <a:t>C-4</a:t>
            </a:r>
          </a:p>
        </p:txBody>
      </p:sp>
      <p:sp>
        <p:nvSpPr>
          <p:cNvPr id="55" name="TextBox 54">
            <a:extLst>
              <a:ext uri="{FF2B5EF4-FFF2-40B4-BE49-F238E27FC236}">
                <a16:creationId xmlns:a16="http://schemas.microsoft.com/office/drawing/2014/main" id="{29AFB55C-4BEC-6727-6AF7-184162ADE3AD}"/>
              </a:ext>
            </a:extLst>
          </p:cNvPr>
          <p:cNvSpPr txBox="1"/>
          <p:nvPr/>
        </p:nvSpPr>
        <p:spPr>
          <a:xfrm>
            <a:off x="6396228" y="4886553"/>
            <a:ext cx="2279142" cy="246221"/>
          </a:xfrm>
          <a:prstGeom prst="rect">
            <a:avLst/>
          </a:prstGeom>
          <a:noFill/>
        </p:spPr>
        <p:txBody>
          <a:bodyPr wrap="square" lIns="0" tIns="0" rIns="0" bIns="0" anchor="t">
            <a:spAutoFit/>
          </a:bodyPr>
          <a:lstStyle/>
          <a:p>
            <a:pPr algn="l"/>
            <a:r>
              <a:rPr sz="1600" b="0">
                <a:solidFill>
                  <a:srgbClr val="2C3E50"/>
                </a:solidFill>
                <a:latin typeface="Yu Gothic"/>
              </a:rPr>
              <a:t>海洋汚染・生物多様性</a:t>
            </a:r>
          </a:p>
        </p:txBody>
      </p:sp>
      <p:sp>
        <p:nvSpPr>
          <p:cNvPr id="56" name="Rectangle 55">
            <a:extLst>
              <a:ext uri="{FF2B5EF4-FFF2-40B4-BE49-F238E27FC236}">
                <a16:creationId xmlns:a16="http://schemas.microsoft.com/office/drawing/2014/main" id="{AB9F4924-6725-BEE2-A7C0-29E42F928F36}"/>
              </a:ext>
            </a:extLst>
          </p:cNvPr>
          <p:cNvSpPr/>
          <p:nvPr/>
        </p:nvSpPr>
        <p:spPr>
          <a:xfrm>
            <a:off x="6286500" y="5241340"/>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a:extLst>
              <a:ext uri="{FF2B5EF4-FFF2-40B4-BE49-F238E27FC236}">
                <a16:creationId xmlns:a16="http://schemas.microsoft.com/office/drawing/2014/main" id="{9FFD1D6C-E9A4-03ED-E168-7068B19074F8}"/>
              </a:ext>
            </a:extLst>
          </p:cNvPr>
          <p:cNvSpPr txBox="1"/>
          <p:nvPr/>
        </p:nvSpPr>
        <p:spPr>
          <a:xfrm>
            <a:off x="6396228" y="5314492"/>
            <a:ext cx="777240" cy="276999"/>
          </a:xfrm>
          <a:prstGeom prst="rect">
            <a:avLst/>
          </a:prstGeom>
          <a:noFill/>
        </p:spPr>
        <p:txBody>
          <a:bodyPr wrap="square" lIns="0" tIns="0" rIns="0" bIns="0" anchor="t">
            <a:spAutoFit/>
          </a:bodyPr>
          <a:lstStyle/>
          <a:p>
            <a:pPr algn="l"/>
            <a:r>
              <a:rPr b="1">
                <a:solidFill>
                  <a:srgbClr val="E67E22"/>
                </a:solidFill>
                <a:latin typeface="Yu Gothic"/>
              </a:rPr>
              <a:t>C-5</a:t>
            </a:r>
          </a:p>
        </p:txBody>
      </p:sp>
      <p:sp>
        <p:nvSpPr>
          <p:cNvPr id="58" name="TextBox 57">
            <a:extLst>
              <a:ext uri="{FF2B5EF4-FFF2-40B4-BE49-F238E27FC236}">
                <a16:creationId xmlns:a16="http://schemas.microsoft.com/office/drawing/2014/main" id="{C1CEDC25-0F35-9A89-215D-CBE4A79C2A9F}"/>
              </a:ext>
            </a:extLst>
          </p:cNvPr>
          <p:cNvSpPr txBox="1"/>
          <p:nvPr/>
        </p:nvSpPr>
        <p:spPr>
          <a:xfrm>
            <a:off x="6396228" y="5607100"/>
            <a:ext cx="2279142" cy="246221"/>
          </a:xfrm>
          <a:prstGeom prst="rect">
            <a:avLst/>
          </a:prstGeom>
          <a:noFill/>
        </p:spPr>
        <p:txBody>
          <a:bodyPr wrap="square" lIns="0" tIns="0" rIns="0" bIns="0" anchor="t">
            <a:spAutoFit/>
          </a:bodyPr>
          <a:lstStyle/>
          <a:p>
            <a:pPr algn="l"/>
            <a:r>
              <a:rPr sz="1600" b="0">
                <a:solidFill>
                  <a:srgbClr val="2C3E50"/>
                </a:solidFill>
                <a:latin typeface="Yu Gothic"/>
              </a:rPr>
              <a:t>公害から環境法へ</a:t>
            </a:r>
          </a:p>
        </p:txBody>
      </p:sp>
      <p:sp>
        <p:nvSpPr>
          <p:cNvPr id="59" name="Rectangle 58">
            <a:extLst>
              <a:ext uri="{FF2B5EF4-FFF2-40B4-BE49-F238E27FC236}">
                <a16:creationId xmlns:a16="http://schemas.microsoft.com/office/drawing/2014/main" id="{70859D55-B42E-8B54-D6EF-F25FB23268FD}"/>
              </a:ext>
            </a:extLst>
          </p:cNvPr>
          <p:cNvSpPr/>
          <p:nvPr/>
        </p:nvSpPr>
        <p:spPr>
          <a:xfrm>
            <a:off x="9059418" y="1234440"/>
            <a:ext cx="2718054" cy="4892040"/>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0" name="Rectangle 59">
            <a:extLst>
              <a:ext uri="{FF2B5EF4-FFF2-40B4-BE49-F238E27FC236}">
                <a16:creationId xmlns:a16="http://schemas.microsoft.com/office/drawing/2014/main" id="{0A71B47D-8C24-7EEC-BA83-D2A12CAEF64F}"/>
              </a:ext>
            </a:extLst>
          </p:cNvPr>
          <p:cNvSpPr/>
          <p:nvPr/>
        </p:nvSpPr>
        <p:spPr>
          <a:xfrm>
            <a:off x="9059418" y="1234440"/>
            <a:ext cx="2718054" cy="960120"/>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a:extLst>
              <a:ext uri="{FF2B5EF4-FFF2-40B4-BE49-F238E27FC236}">
                <a16:creationId xmlns:a16="http://schemas.microsoft.com/office/drawing/2014/main" id="{790C9C43-86C8-BD2C-A964-DC68CC7C0DE6}"/>
              </a:ext>
            </a:extLst>
          </p:cNvPr>
          <p:cNvSpPr txBox="1"/>
          <p:nvPr/>
        </p:nvSpPr>
        <p:spPr>
          <a:xfrm>
            <a:off x="9196578"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D</a:t>
            </a:r>
          </a:p>
        </p:txBody>
      </p:sp>
      <p:sp>
        <p:nvSpPr>
          <p:cNvPr id="62" name="TextBox 61">
            <a:extLst>
              <a:ext uri="{FF2B5EF4-FFF2-40B4-BE49-F238E27FC236}">
                <a16:creationId xmlns:a16="http://schemas.microsoft.com/office/drawing/2014/main" id="{8BF38F59-1F54-D99E-FE71-5773749C0933}"/>
              </a:ext>
            </a:extLst>
          </p:cNvPr>
          <p:cNvSpPr txBox="1"/>
          <p:nvPr/>
        </p:nvSpPr>
        <p:spPr>
          <a:xfrm>
            <a:off x="9928098" y="1299001"/>
            <a:ext cx="1757934" cy="830997"/>
          </a:xfrm>
          <a:prstGeom prst="rect">
            <a:avLst/>
          </a:prstGeom>
          <a:noFill/>
        </p:spPr>
        <p:txBody>
          <a:bodyPr wrap="square" lIns="0" tIns="0" rIns="0" bIns="0" anchor="ctr">
            <a:spAutoFit/>
          </a:bodyPr>
          <a:lstStyle/>
          <a:p>
            <a:pPr algn="l"/>
            <a:r>
              <a:rPr b="1">
                <a:solidFill>
                  <a:srgbClr val="FFFFFF"/>
                </a:solidFill>
                <a:latin typeface="Yu Gothic"/>
              </a:rPr>
              <a:t>環境リスク評価と</a:t>
            </a:r>
          </a:p>
          <a:p>
            <a:pPr algn="l"/>
            <a:r>
              <a:rPr b="1">
                <a:solidFill>
                  <a:srgbClr val="FFFFFF"/>
                </a:solidFill>
                <a:latin typeface="Yu Gothic"/>
              </a:rPr>
              <a:t>リスコミ</a:t>
            </a:r>
          </a:p>
        </p:txBody>
      </p:sp>
      <p:sp>
        <p:nvSpPr>
          <p:cNvPr id="63" name="Rectangle 62">
            <a:extLst>
              <a:ext uri="{FF2B5EF4-FFF2-40B4-BE49-F238E27FC236}">
                <a16:creationId xmlns:a16="http://schemas.microsoft.com/office/drawing/2014/main" id="{09F8FB88-1493-A4FE-BF41-EEF28ECB2470}"/>
              </a:ext>
            </a:extLst>
          </p:cNvPr>
          <p:cNvSpPr/>
          <p:nvPr/>
        </p:nvSpPr>
        <p:spPr>
          <a:xfrm>
            <a:off x="9169146"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4" name="TextBox 63">
            <a:extLst>
              <a:ext uri="{FF2B5EF4-FFF2-40B4-BE49-F238E27FC236}">
                <a16:creationId xmlns:a16="http://schemas.microsoft.com/office/drawing/2014/main" id="{33435786-FAA2-183C-C6B3-F1295087DA87}"/>
              </a:ext>
            </a:extLst>
          </p:cNvPr>
          <p:cNvSpPr txBox="1"/>
          <p:nvPr/>
        </p:nvSpPr>
        <p:spPr>
          <a:xfrm>
            <a:off x="9278874" y="2432304"/>
            <a:ext cx="777240" cy="276999"/>
          </a:xfrm>
          <a:prstGeom prst="rect">
            <a:avLst/>
          </a:prstGeom>
          <a:noFill/>
        </p:spPr>
        <p:txBody>
          <a:bodyPr wrap="square" lIns="0" tIns="0" rIns="0" bIns="0" anchor="t">
            <a:spAutoFit/>
          </a:bodyPr>
          <a:lstStyle/>
          <a:p>
            <a:pPr algn="l"/>
            <a:r>
              <a:rPr b="1">
                <a:solidFill>
                  <a:srgbClr val="8E44AD"/>
                </a:solidFill>
                <a:latin typeface="Yu Gothic"/>
              </a:rPr>
              <a:t>D-1</a:t>
            </a:r>
          </a:p>
        </p:txBody>
      </p:sp>
      <p:sp>
        <p:nvSpPr>
          <p:cNvPr id="65" name="TextBox 64">
            <a:extLst>
              <a:ext uri="{FF2B5EF4-FFF2-40B4-BE49-F238E27FC236}">
                <a16:creationId xmlns:a16="http://schemas.microsoft.com/office/drawing/2014/main" id="{E9E956E8-306E-144B-9745-165DAF58034F}"/>
              </a:ext>
            </a:extLst>
          </p:cNvPr>
          <p:cNvSpPr txBox="1"/>
          <p:nvPr/>
        </p:nvSpPr>
        <p:spPr>
          <a:xfrm>
            <a:off x="9278874"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リスク評価の基本</a:t>
            </a:r>
          </a:p>
        </p:txBody>
      </p:sp>
      <p:sp>
        <p:nvSpPr>
          <p:cNvPr id="66" name="TextBox 65">
            <a:extLst>
              <a:ext uri="{FF2B5EF4-FFF2-40B4-BE49-F238E27FC236}">
                <a16:creationId xmlns:a16="http://schemas.microsoft.com/office/drawing/2014/main" id="{B6A1295E-B9FE-D357-ED37-D086EA269429}"/>
              </a:ext>
            </a:extLst>
          </p:cNvPr>
          <p:cNvSpPr txBox="1"/>
          <p:nvPr/>
        </p:nvSpPr>
        <p:spPr>
          <a:xfrm>
            <a:off x="9928098"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67" name="Rectangle 66">
            <a:extLst>
              <a:ext uri="{FF2B5EF4-FFF2-40B4-BE49-F238E27FC236}">
                <a16:creationId xmlns:a16="http://schemas.microsoft.com/office/drawing/2014/main" id="{2A146DB5-46B6-E655-96E5-583325DC3488}"/>
              </a:ext>
            </a:extLst>
          </p:cNvPr>
          <p:cNvSpPr/>
          <p:nvPr/>
        </p:nvSpPr>
        <p:spPr>
          <a:xfrm>
            <a:off x="9169146"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8" name="TextBox 67">
            <a:extLst>
              <a:ext uri="{FF2B5EF4-FFF2-40B4-BE49-F238E27FC236}">
                <a16:creationId xmlns:a16="http://schemas.microsoft.com/office/drawing/2014/main" id="{4F88E6D0-F0C3-B753-6BC1-F512E4A07075}"/>
              </a:ext>
            </a:extLst>
          </p:cNvPr>
          <p:cNvSpPr txBox="1"/>
          <p:nvPr/>
        </p:nvSpPr>
        <p:spPr>
          <a:xfrm>
            <a:off x="9278874" y="3273552"/>
            <a:ext cx="777240" cy="276999"/>
          </a:xfrm>
          <a:prstGeom prst="rect">
            <a:avLst/>
          </a:prstGeom>
          <a:noFill/>
        </p:spPr>
        <p:txBody>
          <a:bodyPr wrap="square" lIns="0" tIns="0" rIns="0" bIns="0" anchor="t">
            <a:spAutoFit/>
          </a:bodyPr>
          <a:lstStyle/>
          <a:p>
            <a:pPr algn="l"/>
            <a:r>
              <a:rPr b="1">
                <a:solidFill>
                  <a:srgbClr val="8E44AD"/>
                </a:solidFill>
                <a:latin typeface="Yu Gothic"/>
              </a:rPr>
              <a:t>D-2</a:t>
            </a:r>
          </a:p>
        </p:txBody>
      </p:sp>
      <p:sp>
        <p:nvSpPr>
          <p:cNvPr id="69" name="TextBox 68">
            <a:extLst>
              <a:ext uri="{FF2B5EF4-FFF2-40B4-BE49-F238E27FC236}">
                <a16:creationId xmlns:a16="http://schemas.microsoft.com/office/drawing/2014/main" id="{E712AFB4-CB1F-9BE3-D05E-1B326C4AF4F5}"/>
              </a:ext>
            </a:extLst>
          </p:cNvPr>
          <p:cNvSpPr txBox="1"/>
          <p:nvPr/>
        </p:nvSpPr>
        <p:spPr>
          <a:xfrm>
            <a:off x="9278874"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ADI / VSD / ARfD</a:t>
            </a:r>
          </a:p>
        </p:txBody>
      </p:sp>
      <p:sp>
        <p:nvSpPr>
          <p:cNvPr id="70" name="TextBox 69">
            <a:extLst>
              <a:ext uri="{FF2B5EF4-FFF2-40B4-BE49-F238E27FC236}">
                <a16:creationId xmlns:a16="http://schemas.microsoft.com/office/drawing/2014/main" id="{3F88F12F-644F-11D5-7ABB-6153AA932809}"/>
              </a:ext>
            </a:extLst>
          </p:cNvPr>
          <p:cNvSpPr txBox="1"/>
          <p:nvPr/>
        </p:nvSpPr>
        <p:spPr>
          <a:xfrm>
            <a:off x="9928098"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71" name="Rectangle 70">
            <a:extLst>
              <a:ext uri="{FF2B5EF4-FFF2-40B4-BE49-F238E27FC236}">
                <a16:creationId xmlns:a16="http://schemas.microsoft.com/office/drawing/2014/main" id="{05EC3EE1-2AC9-F19B-D6E8-974EB97F7DFD}"/>
              </a:ext>
            </a:extLst>
          </p:cNvPr>
          <p:cNvSpPr/>
          <p:nvPr/>
        </p:nvSpPr>
        <p:spPr>
          <a:xfrm>
            <a:off x="9169146"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2" name="TextBox 71">
            <a:extLst>
              <a:ext uri="{FF2B5EF4-FFF2-40B4-BE49-F238E27FC236}">
                <a16:creationId xmlns:a16="http://schemas.microsoft.com/office/drawing/2014/main" id="{257F604C-F2FA-D1B3-411A-2BD0D052D5A3}"/>
              </a:ext>
            </a:extLst>
          </p:cNvPr>
          <p:cNvSpPr txBox="1"/>
          <p:nvPr/>
        </p:nvSpPr>
        <p:spPr>
          <a:xfrm>
            <a:off x="9278874" y="4114800"/>
            <a:ext cx="777240" cy="276999"/>
          </a:xfrm>
          <a:prstGeom prst="rect">
            <a:avLst/>
          </a:prstGeom>
          <a:noFill/>
        </p:spPr>
        <p:txBody>
          <a:bodyPr wrap="square" lIns="0" tIns="0" rIns="0" bIns="0" anchor="t">
            <a:spAutoFit/>
          </a:bodyPr>
          <a:lstStyle/>
          <a:p>
            <a:pPr algn="l"/>
            <a:r>
              <a:rPr b="1">
                <a:solidFill>
                  <a:srgbClr val="8E44AD"/>
                </a:solidFill>
                <a:latin typeface="Yu Gothic"/>
              </a:rPr>
              <a:t>D-3</a:t>
            </a:r>
          </a:p>
        </p:txBody>
      </p:sp>
      <p:sp>
        <p:nvSpPr>
          <p:cNvPr id="73" name="TextBox 72">
            <a:extLst>
              <a:ext uri="{FF2B5EF4-FFF2-40B4-BE49-F238E27FC236}">
                <a16:creationId xmlns:a16="http://schemas.microsoft.com/office/drawing/2014/main" id="{01A19C94-3187-C66F-6329-B98DED09B408}"/>
              </a:ext>
            </a:extLst>
          </p:cNvPr>
          <p:cNvSpPr txBox="1"/>
          <p:nvPr/>
        </p:nvSpPr>
        <p:spPr>
          <a:xfrm>
            <a:off x="9278874" y="4407408"/>
            <a:ext cx="2628900" cy="279400"/>
          </a:xfrm>
          <a:prstGeom prst="rect">
            <a:avLst/>
          </a:prstGeom>
          <a:noFill/>
        </p:spPr>
        <p:txBody>
          <a:bodyPr wrap="square" lIns="0" tIns="0" rIns="0" bIns="0" anchor="t">
            <a:spAutoFit/>
          </a:bodyPr>
          <a:lstStyle/>
          <a:p>
            <a:pPr algn="l"/>
            <a:r>
              <a:rPr sz="1600" b="0">
                <a:solidFill>
                  <a:srgbClr val="2C3E50"/>
                </a:solidFill>
                <a:latin typeface="Yu Gothic"/>
              </a:rPr>
              <a:t>リスクコミュニケーション</a:t>
            </a:r>
          </a:p>
        </p:txBody>
      </p:sp>
    </p:spTree>
    <p:extLst>
      <p:ext uri="{BB962C8B-B14F-4D97-AF65-F5344CB8AC3E}">
        <p14:creationId xmlns:p14="http://schemas.microsoft.com/office/powerpoint/2010/main" val="27039674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A-3. 炭素循環（carbon cycle）</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738051" y="1097280"/>
            <a:ext cx="5290457" cy="4114800"/>
          </a:xfrm>
          <a:prstGeom prst="rect">
            <a:avLst/>
          </a:prstGeom>
        </p:spPr>
      </p:pic>
      <p:sp>
        <p:nvSpPr>
          <p:cNvPr id="5" name="Text 2"/>
          <p:cNvSpPr/>
          <p:nvPr/>
        </p:nvSpPr>
        <p:spPr>
          <a:xfrm>
            <a:off x="411480" y="5303520"/>
            <a:ext cx="5943600"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炭素循環の全体像</a:t>
            </a:r>
            <a:endParaRPr lang="en-US" sz="1000" dirty="0"/>
          </a:p>
        </p:txBody>
      </p:sp>
      <p:sp>
        <p:nvSpPr>
          <p:cNvPr id="6" name="Text 3"/>
          <p:cNvSpPr/>
          <p:nvPr/>
        </p:nvSpPr>
        <p:spPr>
          <a:xfrm>
            <a:off x="411480" y="5550408"/>
            <a:ext cx="5943600" cy="228600"/>
          </a:xfrm>
          <a:prstGeom prst="rect">
            <a:avLst/>
          </a:prstGeom>
          <a:noFill/>
          <a:ln/>
        </p:spPr>
        <p:txBody>
          <a:bodyPr wrap="square" rtlCol="0" anchor="ctr"/>
          <a:lstStyle/>
          <a:p>
            <a:pPr marL="0" indent="0" algn="r">
              <a:buNone/>
            </a:pPr>
            <a:r>
              <a:rPr lang="en-US" sz="800" i="1" dirty="0">
                <a:solidFill>
                  <a:srgbClr val="85929E"/>
                </a:solidFill>
                <a:latin typeface="Meiryo" pitchFamily="34" charset="0"/>
                <a:ea typeface="Meiryo" pitchFamily="34" charset="-122"/>
                <a:cs typeface="Meiryo" pitchFamily="34" charset="-120"/>
              </a:rPr>
              <a:t>出典: NASA Earth Observatory / Public Domain</a:t>
            </a:r>
            <a:endParaRPr lang="en-US" sz="800" dirty="0"/>
          </a:p>
        </p:txBody>
      </p:sp>
      <p:sp>
        <p:nvSpPr>
          <p:cNvPr id="7" name="Text 4"/>
          <p:cNvSpPr/>
          <p:nvPr/>
        </p:nvSpPr>
        <p:spPr>
          <a:xfrm>
            <a:off x="6355080" y="1110996"/>
            <a:ext cx="4965192" cy="365760"/>
          </a:xfrm>
          <a:prstGeom prst="rect">
            <a:avLst/>
          </a:prstGeom>
          <a:noFill/>
          <a:ln/>
        </p:spPr>
        <p:txBody>
          <a:bodyPr wrap="square" rtlCol="0" anchor="t"/>
          <a:lstStyle/>
          <a:p>
            <a:pPr marL="0" indent="0" algn="l">
              <a:lnSpc>
                <a:spcPct val="130000"/>
              </a:lnSpc>
              <a:spcAft>
                <a:spcPts val="400"/>
              </a:spcAft>
              <a:buNone/>
            </a:pPr>
            <a:r>
              <a:rPr lang="en-US" sz="2000" b="1" dirty="0">
                <a:solidFill>
                  <a:srgbClr val="1A5276"/>
                </a:solidFill>
                <a:latin typeface="Meiryo" pitchFamily="34" charset="0"/>
                <a:ea typeface="Meiryo" pitchFamily="34" charset="-122"/>
                <a:cs typeface="Meiryo" pitchFamily="34" charset="-120"/>
              </a:rPr>
              <a:t>大気中 CO₂ ⇄ 有機物 の循環</a:t>
            </a:r>
            <a:endParaRPr lang="en-US" sz="2000" dirty="0"/>
          </a:p>
        </p:txBody>
      </p:sp>
      <p:sp>
        <p:nvSpPr>
          <p:cNvPr id="8" name="Text 5"/>
          <p:cNvSpPr/>
          <p:nvPr/>
        </p:nvSpPr>
        <p:spPr>
          <a:xfrm>
            <a:off x="6355080" y="1892493"/>
            <a:ext cx="5613978" cy="2103120"/>
          </a:xfrm>
          <a:prstGeom prst="rect">
            <a:avLst/>
          </a:prstGeom>
          <a:noFill/>
          <a:ln/>
        </p:spPr>
        <p:txBody>
          <a:bodyPr wrap="square" rtlCol="0" anchor="t"/>
          <a:lstStyle/>
          <a:p>
            <a:pPr marL="0" indent="0" algn="l">
              <a:lnSpc>
                <a:spcPct val="135000"/>
              </a:lnSpc>
              <a:spcAft>
                <a:spcPts val="600"/>
              </a:spcAft>
              <a:buNone/>
            </a:pPr>
            <a:r>
              <a:rPr lang="en-US" sz="2000" b="1" dirty="0">
                <a:solidFill>
                  <a:srgbClr val="1A5276"/>
                </a:solidFill>
                <a:latin typeface="Meiryo" pitchFamily="34" charset="0"/>
                <a:ea typeface="Meiryo" pitchFamily="34" charset="-122"/>
                <a:cs typeface="Meiryo" pitchFamily="34" charset="-120"/>
              </a:rPr>
              <a:t>▸ 光合成</a:t>
            </a:r>
            <a:r>
              <a:rPr lang="en-US" sz="2000" dirty="0">
                <a:solidFill>
                  <a:srgbClr val="2C3E50"/>
                </a:solidFill>
                <a:latin typeface="Meiryo" pitchFamily="34" charset="0"/>
                <a:ea typeface="Meiryo" pitchFamily="34" charset="-122"/>
                <a:cs typeface="Meiryo" pitchFamily="34" charset="-120"/>
              </a:rPr>
              <a:t>: CO₂ + H₂O → 有機物 + O₂</a:t>
            </a:r>
            <a:endParaRPr lang="en-US" sz="2000" dirty="0"/>
          </a:p>
          <a:p>
            <a:pPr marL="0" indent="0" algn="l">
              <a:lnSpc>
                <a:spcPct val="135000"/>
              </a:lnSpc>
              <a:spcAft>
                <a:spcPts val="600"/>
              </a:spcAft>
              <a:buNone/>
            </a:pPr>
            <a:r>
              <a:rPr lang="en-US" sz="2000" b="1" dirty="0">
                <a:solidFill>
                  <a:srgbClr val="1A5276"/>
                </a:solidFill>
                <a:latin typeface="Meiryo" pitchFamily="34" charset="0"/>
                <a:ea typeface="Meiryo" pitchFamily="34" charset="-122"/>
                <a:cs typeface="Meiryo" pitchFamily="34" charset="-120"/>
              </a:rPr>
              <a:t>▸ 呼吸・分解</a:t>
            </a:r>
            <a:r>
              <a:rPr lang="en-US" sz="2000" dirty="0">
                <a:solidFill>
                  <a:srgbClr val="2C3E50"/>
                </a:solidFill>
                <a:latin typeface="Meiryo" pitchFamily="34" charset="0"/>
                <a:ea typeface="Meiryo" pitchFamily="34" charset="-122"/>
                <a:cs typeface="Meiryo" pitchFamily="34" charset="-120"/>
              </a:rPr>
              <a:t>: 有機物 + O₂ → CO₂ + H₂O</a:t>
            </a:r>
            <a:endParaRPr lang="en-US" sz="2000" dirty="0"/>
          </a:p>
          <a:p>
            <a:pPr marL="0" indent="0" algn="l">
              <a:lnSpc>
                <a:spcPct val="135000"/>
              </a:lnSpc>
              <a:spcAft>
                <a:spcPts val="600"/>
              </a:spcAft>
              <a:buNone/>
            </a:pPr>
            <a:r>
              <a:rPr lang="en-US" sz="2000" b="1" dirty="0">
                <a:solidFill>
                  <a:srgbClr val="1A5276"/>
                </a:solidFill>
                <a:latin typeface="Meiryo" pitchFamily="34" charset="0"/>
                <a:ea typeface="Meiryo" pitchFamily="34" charset="-122"/>
                <a:cs typeface="Meiryo" pitchFamily="34" charset="-120"/>
              </a:rPr>
              <a:t>▸ 化石燃料燃焼</a:t>
            </a:r>
            <a:r>
              <a:rPr lang="en-US" sz="2000" dirty="0">
                <a:solidFill>
                  <a:srgbClr val="2C3E50"/>
                </a:solidFill>
                <a:latin typeface="Meiryo" pitchFamily="34" charset="0"/>
                <a:ea typeface="Meiryo" pitchFamily="34" charset="-122"/>
                <a:cs typeface="Meiryo" pitchFamily="34" charset="-120"/>
              </a:rPr>
              <a:t>: 数億年眠っていた炭素を一気に大気へ放出</a:t>
            </a:r>
            <a:endParaRPr lang="en-US" sz="2000" dirty="0"/>
          </a:p>
        </p:txBody>
      </p:sp>
      <p:sp>
        <p:nvSpPr>
          <p:cNvPr id="9" name="Shape 6"/>
          <p:cNvSpPr/>
          <p:nvPr/>
        </p:nvSpPr>
        <p:spPr>
          <a:xfrm>
            <a:off x="6812280" y="4914271"/>
            <a:ext cx="4965192" cy="1554480"/>
          </a:xfrm>
          <a:prstGeom prst="rect">
            <a:avLst/>
          </a:prstGeom>
          <a:solidFill>
            <a:srgbClr val="FDEDEC"/>
          </a:solidFill>
          <a:ln/>
        </p:spPr>
        <p:txBody>
          <a:bodyPr/>
          <a:lstStyle/>
          <a:p>
            <a:endParaRPr lang="ja-JP" altLang="en-US" sz="2800"/>
          </a:p>
        </p:txBody>
      </p:sp>
      <p:sp>
        <p:nvSpPr>
          <p:cNvPr id="10" name="Shape 7"/>
          <p:cNvSpPr/>
          <p:nvPr/>
        </p:nvSpPr>
        <p:spPr>
          <a:xfrm>
            <a:off x="6812280" y="4914271"/>
            <a:ext cx="64008" cy="1554480"/>
          </a:xfrm>
          <a:prstGeom prst="rect">
            <a:avLst/>
          </a:prstGeom>
          <a:solidFill>
            <a:srgbClr val="C0392B"/>
          </a:solidFill>
          <a:ln/>
        </p:spPr>
        <p:txBody>
          <a:bodyPr/>
          <a:lstStyle/>
          <a:p>
            <a:endParaRPr lang="ja-JP" altLang="en-US" sz="2800"/>
          </a:p>
        </p:txBody>
      </p:sp>
      <p:sp>
        <p:nvSpPr>
          <p:cNvPr id="11" name="Text 8"/>
          <p:cNvSpPr/>
          <p:nvPr/>
        </p:nvSpPr>
        <p:spPr>
          <a:xfrm>
            <a:off x="6976872" y="4969135"/>
            <a:ext cx="4690872" cy="292608"/>
          </a:xfrm>
          <a:prstGeom prst="rect">
            <a:avLst/>
          </a:prstGeom>
          <a:noFill/>
          <a:ln/>
        </p:spPr>
        <p:txBody>
          <a:bodyPr wrap="square" rtlCol="0" anchor="ctr"/>
          <a:lstStyle/>
          <a:p>
            <a:pPr marL="0" indent="0">
              <a:buNone/>
            </a:pPr>
            <a:r>
              <a:rPr lang="en-US" sz="1600" b="1" dirty="0">
                <a:solidFill>
                  <a:srgbClr val="C0392B"/>
                </a:solidFill>
                <a:latin typeface="Meiryo" pitchFamily="34" charset="0"/>
                <a:ea typeface="Meiryo" pitchFamily="34" charset="-122"/>
                <a:cs typeface="Meiryo" pitchFamily="34" charset="-120"/>
              </a:rPr>
              <a:t>人為的撹乱</a:t>
            </a:r>
            <a:endParaRPr lang="en-US" sz="1600" dirty="0"/>
          </a:p>
        </p:txBody>
      </p:sp>
      <p:sp>
        <p:nvSpPr>
          <p:cNvPr id="12" name="Text 9"/>
          <p:cNvSpPr/>
          <p:nvPr/>
        </p:nvSpPr>
        <p:spPr>
          <a:xfrm>
            <a:off x="6976872" y="5252599"/>
            <a:ext cx="4690872" cy="117043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産業革命以降のCO₂放出量増加が、自然循環を超えた結果が地球温暖化。C-2章で詳しく学びます。</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A-3. 窒素循環 — 全体像</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249936" y="1178606"/>
            <a:ext cx="7475426" cy="3541460"/>
          </a:xfrm>
          <a:prstGeom prst="rect">
            <a:avLst/>
          </a:prstGeom>
        </p:spPr>
      </p:pic>
      <p:sp>
        <p:nvSpPr>
          <p:cNvPr id="7" name="Text 4"/>
          <p:cNvSpPr/>
          <p:nvPr/>
        </p:nvSpPr>
        <p:spPr>
          <a:xfrm>
            <a:off x="7832130" y="1390895"/>
            <a:ext cx="4109934" cy="1645920"/>
          </a:xfrm>
          <a:prstGeom prst="rect">
            <a:avLst/>
          </a:prstGeom>
          <a:noFill/>
          <a:ln/>
        </p:spPr>
        <p:txBody>
          <a:bodyPr wrap="square" rtlCol="0" anchor="t"/>
          <a:lstStyle/>
          <a:p>
            <a:pPr marL="0" indent="0" algn="l">
              <a:lnSpc>
                <a:spcPct val="150000"/>
              </a:lnSpc>
              <a:spcAft>
                <a:spcPts val="400"/>
              </a:spcAft>
              <a:buNone/>
            </a:pPr>
            <a:r>
              <a:rPr lang="en-US" sz="1600" dirty="0">
                <a:solidFill>
                  <a:srgbClr val="2C3E50"/>
                </a:solidFill>
                <a:latin typeface="Meiryo" pitchFamily="34" charset="0"/>
                <a:ea typeface="Meiryo" pitchFamily="34" charset="-122"/>
                <a:cs typeface="Meiryo" pitchFamily="34" charset="-120"/>
              </a:rPr>
              <a:t>大気の</a:t>
            </a:r>
            <a:r>
              <a:rPr lang="en-US" sz="1600" b="1" dirty="0">
                <a:solidFill>
                  <a:srgbClr val="1A5276"/>
                </a:solidFill>
                <a:latin typeface="Meiryo" pitchFamily="34" charset="0"/>
                <a:ea typeface="Meiryo" pitchFamily="34" charset="-122"/>
                <a:cs typeface="Meiryo" pitchFamily="34" charset="-120"/>
              </a:rPr>
              <a:t>78%</a:t>
            </a:r>
            <a:r>
              <a:rPr lang="en-US" sz="1600" dirty="0">
                <a:solidFill>
                  <a:srgbClr val="2C3E50"/>
                </a:solidFill>
                <a:latin typeface="Meiryo" pitchFamily="34" charset="0"/>
                <a:ea typeface="Meiryo" pitchFamily="34" charset="-122"/>
                <a:cs typeface="Meiryo" pitchFamily="34" charset="-120"/>
              </a:rPr>
              <a:t>を占めるN₂は、ほとんどの生物が直接利用できない。</a:t>
            </a:r>
            <a:endParaRPr lang="en-US" sz="1600" dirty="0"/>
          </a:p>
          <a:p>
            <a:pPr marL="0" indent="0" algn="l">
              <a:lnSpc>
                <a:spcPct val="150000"/>
              </a:lnSpc>
              <a:spcAft>
                <a:spcPts val="400"/>
              </a:spcAft>
              <a:buNone/>
            </a:pPr>
            <a:r>
              <a:rPr lang="en-US" sz="1600" dirty="0">
                <a:solidFill>
                  <a:srgbClr val="2C3E50"/>
                </a:solidFill>
                <a:latin typeface="Meiryo" pitchFamily="34" charset="0"/>
                <a:ea typeface="Meiryo" pitchFamily="34" charset="-122"/>
                <a:cs typeface="Meiryo" pitchFamily="34" charset="-120"/>
              </a:rPr>
              <a:t>これを</a:t>
            </a:r>
            <a:r>
              <a:rPr lang="en-US" sz="1600" b="1" dirty="0">
                <a:solidFill>
                  <a:srgbClr val="1A5276"/>
                </a:solidFill>
                <a:latin typeface="Meiryo" pitchFamily="34" charset="0"/>
                <a:ea typeface="Meiryo" pitchFamily="34" charset="-122"/>
                <a:cs typeface="Meiryo" pitchFamily="34" charset="-120"/>
              </a:rPr>
              <a:t>アンモニア</a:t>
            </a:r>
            <a:r>
              <a:rPr lang="en-US" sz="1600" dirty="0">
                <a:solidFill>
                  <a:srgbClr val="2C3E50"/>
                </a:solidFill>
                <a:latin typeface="Meiryo" pitchFamily="34" charset="0"/>
                <a:ea typeface="Meiryo" pitchFamily="34" charset="-122"/>
                <a:cs typeface="Meiryo" pitchFamily="34" charset="-120"/>
              </a:rPr>
              <a:t>や</a:t>
            </a:r>
            <a:r>
              <a:rPr lang="en-US" sz="1600" b="1" dirty="0">
                <a:solidFill>
                  <a:srgbClr val="1A5276"/>
                </a:solidFill>
                <a:latin typeface="Meiryo" pitchFamily="34" charset="0"/>
                <a:ea typeface="Meiryo" pitchFamily="34" charset="-122"/>
                <a:cs typeface="Meiryo" pitchFamily="34" charset="-120"/>
              </a:rPr>
              <a:t>硝酸塩</a:t>
            </a:r>
            <a:r>
              <a:rPr lang="en-US" sz="1600" dirty="0">
                <a:solidFill>
                  <a:srgbClr val="2C3E50"/>
                </a:solidFill>
                <a:latin typeface="Meiryo" pitchFamily="34" charset="0"/>
                <a:ea typeface="Meiryo" pitchFamily="34" charset="-122"/>
                <a:cs typeface="Meiryo" pitchFamily="34" charset="-120"/>
              </a:rPr>
              <a:t>に変換し、最後にN₂に戻す ─ それが窒素循環。</a:t>
            </a:r>
            <a:endParaRPr lang="en-US" sz="1600" dirty="0"/>
          </a:p>
        </p:txBody>
      </p:sp>
      <p:sp>
        <p:nvSpPr>
          <p:cNvPr id="8" name="Shape 5"/>
          <p:cNvSpPr/>
          <p:nvPr/>
        </p:nvSpPr>
        <p:spPr>
          <a:xfrm>
            <a:off x="6062472" y="4720066"/>
            <a:ext cx="5879592" cy="1828800"/>
          </a:xfrm>
          <a:prstGeom prst="rect">
            <a:avLst/>
          </a:prstGeom>
          <a:solidFill>
            <a:srgbClr val="F8F9FA"/>
          </a:solidFill>
          <a:ln/>
        </p:spPr>
        <p:txBody>
          <a:bodyPr/>
          <a:lstStyle/>
          <a:p>
            <a:endParaRPr lang="ja-JP" altLang="en-US" sz="3600"/>
          </a:p>
        </p:txBody>
      </p:sp>
      <p:sp>
        <p:nvSpPr>
          <p:cNvPr id="9" name="Shape 6"/>
          <p:cNvSpPr/>
          <p:nvPr/>
        </p:nvSpPr>
        <p:spPr>
          <a:xfrm>
            <a:off x="6062472" y="4720066"/>
            <a:ext cx="64008" cy="1828800"/>
          </a:xfrm>
          <a:prstGeom prst="rect">
            <a:avLst/>
          </a:prstGeom>
          <a:solidFill>
            <a:srgbClr val="BDC3C7"/>
          </a:solidFill>
          <a:ln/>
        </p:spPr>
        <p:txBody>
          <a:bodyPr/>
          <a:lstStyle/>
          <a:p>
            <a:endParaRPr lang="ja-JP" altLang="en-US" sz="3600"/>
          </a:p>
        </p:txBody>
      </p:sp>
      <p:sp>
        <p:nvSpPr>
          <p:cNvPr id="10" name="Text 7"/>
          <p:cNvSpPr/>
          <p:nvPr/>
        </p:nvSpPr>
        <p:spPr>
          <a:xfrm>
            <a:off x="6227064" y="4774930"/>
            <a:ext cx="5605272" cy="292608"/>
          </a:xfrm>
          <a:prstGeom prst="rect">
            <a:avLst/>
          </a:prstGeom>
          <a:noFill/>
          <a:ln/>
        </p:spPr>
        <p:txBody>
          <a:bodyPr wrap="square" rtlCol="0" anchor="ctr"/>
          <a:lstStyle/>
          <a:p>
            <a:pPr marL="0" indent="0">
              <a:buNone/>
            </a:pPr>
            <a:r>
              <a:rPr lang="en-US" sz="2000" b="1" dirty="0">
                <a:solidFill>
                  <a:srgbClr val="BDC3C7"/>
                </a:solidFill>
                <a:latin typeface="Meiryo" pitchFamily="34" charset="0"/>
                <a:ea typeface="Meiryo" pitchFamily="34" charset="-122"/>
                <a:cs typeface="Meiryo" pitchFamily="34" charset="-120"/>
              </a:rPr>
              <a:t>4つの主要プロセス</a:t>
            </a:r>
            <a:endParaRPr lang="en-US" sz="2000" dirty="0"/>
          </a:p>
        </p:txBody>
      </p:sp>
      <p:sp>
        <p:nvSpPr>
          <p:cNvPr id="11" name="Text 8"/>
          <p:cNvSpPr/>
          <p:nvPr/>
        </p:nvSpPr>
        <p:spPr>
          <a:xfrm>
            <a:off x="6227064" y="5058394"/>
            <a:ext cx="5605272" cy="1444752"/>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① </a:t>
            </a:r>
            <a:r>
              <a:rPr lang="en-US" sz="2400" b="1" dirty="0">
                <a:solidFill>
                  <a:srgbClr val="1A5276"/>
                </a:solidFill>
                <a:latin typeface="Meiryo" pitchFamily="34" charset="0"/>
                <a:ea typeface="Meiryo" pitchFamily="34" charset="-122"/>
                <a:cs typeface="Meiryo" pitchFamily="34" charset="-120"/>
              </a:rPr>
              <a:t>窒素固定</a:t>
            </a:r>
            <a:r>
              <a:rPr lang="en-US" sz="2400" dirty="0">
                <a:solidFill>
                  <a:srgbClr val="2C3E50"/>
                </a:solidFill>
                <a:latin typeface="Meiryo" pitchFamily="34" charset="0"/>
                <a:ea typeface="Meiryo" pitchFamily="34" charset="-122"/>
                <a:cs typeface="Meiryo" pitchFamily="34" charset="-120"/>
              </a:rPr>
              <a:t>　② </a:t>
            </a:r>
            <a:r>
              <a:rPr lang="en-US" sz="2400" b="1" dirty="0">
                <a:solidFill>
                  <a:srgbClr val="1A5276"/>
                </a:solidFill>
                <a:latin typeface="Meiryo" pitchFamily="34" charset="0"/>
                <a:ea typeface="Meiryo" pitchFamily="34" charset="-122"/>
                <a:cs typeface="Meiryo" pitchFamily="34" charset="-120"/>
              </a:rPr>
              <a:t>硝化</a:t>
            </a:r>
            <a:endParaRPr lang="en-US" sz="2400" dirty="0"/>
          </a:p>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③ </a:t>
            </a:r>
            <a:r>
              <a:rPr lang="en-US" sz="2400" b="1" dirty="0">
                <a:solidFill>
                  <a:srgbClr val="1A5276"/>
                </a:solidFill>
                <a:latin typeface="Meiryo" pitchFamily="34" charset="0"/>
                <a:ea typeface="Meiryo" pitchFamily="34" charset="-122"/>
                <a:cs typeface="Meiryo" pitchFamily="34" charset="-120"/>
              </a:rPr>
              <a:t>同化</a:t>
            </a:r>
            <a:r>
              <a:rPr lang="en-US" sz="2400" dirty="0">
                <a:solidFill>
                  <a:srgbClr val="2C3E50"/>
                </a:solidFill>
                <a:latin typeface="Meiryo" pitchFamily="34" charset="0"/>
                <a:ea typeface="Meiryo" pitchFamily="34" charset="-122"/>
                <a:cs typeface="Meiryo" pitchFamily="34" charset="-120"/>
              </a:rPr>
              <a:t>　　　④ </a:t>
            </a:r>
            <a:r>
              <a:rPr lang="en-US" sz="2400" b="1" dirty="0">
                <a:solidFill>
                  <a:srgbClr val="1A5276"/>
                </a:solidFill>
                <a:latin typeface="Meiryo" pitchFamily="34" charset="0"/>
                <a:ea typeface="Meiryo" pitchFamily="34" charset="-122"/>
                <a:cs typeface="Meiryo" pitchFamily="34" charset="-120"/>
              </a:rPr>
              <a:t>脱窒</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A-3. ① 窒素固定（nitrogen fixation）</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Text 2"/>
          <p:cNvSpPr/>
          <p:nvPr/>
        </p:nvSpPr>
        <p:spPr>
          <a:xfrm>
            <a:off x="411480" y="1097280"/>
            <a:ext cx="11365992" cy="457200"/>
          </a:xfrm>
          <a:prstGeom prst="rect">
            <a:avLst/>
          </a:prstGeom>
          <a:noFill/>
          <a:ln/>
        </p:spPr>
        <p:txBody>
          <a:bodyPr wrap="square" rtlCol="0" anchor="t"/>
          <a:lstStyle/>
          <a:p>
            <a:pPr marL="0" indent="0" algn="l">
              <a:lnSpc>
                <a:spcPct val="130000"/>
              </a:lnSpc>
              <a:spcAft>
                <a:spcPts val="400"/>
              </a:spcAft>
              <a:buNone/>
            </a:pPr>
            <a:r>
              <a:rPr lang="en-US" sz="1500" b="1" dirty="0">
                <a:solidFill>
                  <a:srgbClr val="1A5276"/>
                </a:solidFill>
                <a:latin typeface="Meiryo" pitchFamily="34" charset="0"/>
                <a:ea typeface="Meiryo" pitchFamily="34" charset="-122"/>
                <a:cs typeface="Meiryo" pitchFamily="34" charset="-120"/>
              </a:rPr>
              <a:t>N₂ → NH₃ / NH₄⁺（生物が利用できる形へ）</a:t>
            </a:r>
            <a:endParaRPr lang="en-US" sz="1500" dirty="0"/>
          </a:p>
        </p:txBody>
      </p:sp>
      <p:sp>
        <p:nvSpPr>
          <p:cNvPr id="5" name="Shape 3"/>
          <p:cNvSpPr/>
          <p:nvPr/>
        </p:nvSpPr>
        <p:spPr>
          <a:xfrm>
            <a:off x="411480" y="1737360"/>
            <a:ext cx="3666744" cy="2103120"/>
          </a:xfrm>
          <a:prstGeom prst="rect">
            <a:avLst/>
          </a:prstGeom>
          <a:solidFill>
            <a:srgbClr val="EAF2F8"/>
          </a:solidFill>
          <a:ln/>
        </p:spPr>
        <p:txBody>
          <a:bodyPr/>
          <a:lstStyle/>
          <a:p>
            <a:endParaRPr lang="ja-JP" altLang="en-US" sz="3200"/>
          </a:p>
        </p:txBody>
      </p:sp>
      <p:sp>
        <p:nvSpPr>
          <p:cNvPr id="6" name="Shape 4"/>
          <p:cNvSpPr/>
          <p:nvPr/>
        </p:nvSpPr>
        <p:spPr>
          <a:xfrm>
            <a:off x="411480" y="1737360"/>
            <a:ext cx="64008" cy="2103120"/>
          </a:xfrm>
          <a:prstGeom prst="rect">
            <a:avLst/>
          </a:prstGeom>
          <a:solidFill>
            <a:srgbClr val="2980B9"/>
          </a:solidFill>
          <a:ln/>
        </p:spPr>
        <p:txBody>
          <a:bodyPr/>
          <a:lstStyle/>
          <a:p>
            <a:endParaRPr lang="ja-JP" altLang="en-US" sz="3200"/>
          </a:p>
        </p:txBody>
      </p:sp>
      <p:sp>
        <p:nvSpPr>
          <p:cNvPr id="7" name="Text 5"/>
          <p:cNvSpPr/>
          <p:nvPr/>
        </p:nvSpPr>
        <p:spPr>
          <a:xfrm>
            <a:off x="576072" y="1792224"/>
            <a:ext cx="3392424" cy="292608"/>
          </a:xfrm>
          <a:prstGeom prst="rect">
            <a:avLst/>
          </a:prstGeom>
          <a:noFill/>
          <a:ln/>
        </p:spPr>
        <p:txBody>
          <a:bodyPr wrap="square" rtlCol="0" anchor="ctr"/>
          <a:lstStyle/>
          <a:p>
            <a:pPr marL="0" indent="0">
              <a:buNone/>
            </a:pPr>
            <a:r>
              <a:rPr lang="en-US" b="1" dirty="0">
                <a:solidFill>
                  <a:srgbClr val="2980B9"/>
                </a:solidFill>
                <a:latin typeface="Meiryo" pitchFamily="34" charset="0"/>
                <a:ea typeface="Meiryo" pitchFamily="34" charset="-122"/>
                <a:cs typeface="Meiryo" pitchFamily="34" charset="-120"/>
              </a:rPr>
              <a:t>生物的固定</a:t>
            </a:r>
            <a:endParaRPr lang="en-US" dirty="0"/>
          </a:p>
        </p:txBody>
      </p:sp>
      <p:sp>
        <p:nvSpPr>
          <p:cNvPr id="8" name="Text 6"/>
          <p:cNvSpPr/>
          <p:nvPr/>
        </p:nvSpPr>
        <p:spPr>
          <a:xfrm>
            <a:off x="524256" y="2075688"/>
            <a:ext cx="3553968" cy="171907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a:t>
            </a:r>
            <a:r>
              <a:rPr lang="en-US" sz="2000" b="1" dirty="0" err="1">
                <a:solidFill>
                  <a:srgbClr val="1A5276"/>
                </a:solidFill>
                <a:latin typeface="Meiryo" pitchFamily="34" charset="0"/>
                <a:ea typeface="Meiryo" pitchFamily="34" charset="-122"/>
                <a:cs typeface="Meiryo" pitchFamily="34" charset="-120"/>
              </a:rPr>
              <a:t>根粒菌</a:t>
            </a:r>
            <a:r>
              <a:rPr lang="en-US" sz="2000" dirty="0" err="1">
                <a:solidFill>
                  <a:srgbClr val="2C3E50"/>
                </a:solidFill>
                <a:latin typeface="Meiryo" pitchFamily="34" charset="0"/>
                <a:ea typeface="Meiryo" pitchFamily="34" charset="-122"/>
                <a:cs typeface="Meiryo" pitchFamily="34" charset="-120"/>
              </a:rPr>
              <a:t>（マメ科</a:t>
            </a:r>
            <a:r>
              <a:rPr lang="en-US" sz="2000" dirty="0">
                <a:solidFill>
                  <a:srgbClr val="2C3E50"/>
                </a:solidFill>
                <a:latin typeface="Meiryo" pitchFamily="34" charset="0"/>
                <a:ea typeface="Meiryo" pitchFamily="34" charset="-122"/>
                <a:cs typeface="Meiryo" pitchFamily="34" charset="-120"/>
              </a:rPr>
              <a:t>）</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a:t>
            </a:r>
            <a:r>
              <a:rPr lang="en-US" sz="2000" b="1" dirty="0" err="1">
                <a:solidFill>
                  <a:srgbClr val="1A5276"/>
                </a:solidFill>
                <a:latin typeface="Meiryo" pitchFamily="34" charset="0"/>
                <a:ea typeface="Meiryo" pitchFamily="34" charset="-122"/>
                <a:cs typeface="Meiryo" pitchFamily="34" charset="-120"/>
              </a:rPr>
              <a:t>シアノバクテリア</a:t>
            </a:r>
            <a:r>
              <a:rPr lang="en-US" sz="2000" dirty="0" err="1">
                <a:solidFill>
                  <a:srgbClr val="2C3E50"/>
                </a:solidFill>
                <a:latin typeface="Meiryo" pitchFamily="34" charset="0"/>
                <a:ea typeface="Meiryo" pitchFamily="34" charset="-122"/>
                <a:cs typeface="Meiryo" pitchFamily="34" charset="-120"/>
              </a:rPr>
              <a:t>（水田</a:t>
            </a:r>
            <a:r>
              <a:rPr lang="en-US" sz="2000" dirty="0">
                <a:solidFill>
                  <a:srgbClr val="2C3E50"/>
                </a:solidFill>
                <a:latin typeface="Meiryo" pitchFamily="34" charset="0"/>
                <a:ea typeface="Meiryo" pitchFamily="34" charset="-122"/>
                <a:cs typeface="Meiryo" pitchFamily="34" charset="-120"/>
              </a:rPr>
              <a:t>）</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・アゾトバクター</a:t>
            </a:r>
            <a:endParaRPr lang="en-US" sz="2000" dirty="0"/>
          </a:p>
        </p:txBody>
      </p:sp>
      <p:sp>
        <p:nvSpPr>
          <p:cNvPr id="9" name="Shape 7"/>
          <p:cNvSpPr/>
          <p:nvPr/>
        </p:nvSpPr>
        <p:spPr>
          <a:xfrm>
            <a:off x="4261104" y="1737360"/>
            <a:ext cx="3666744" cy="2103120"/>
          </a:xfrm>
          <a:prstGeom prst="rect">
            <a:avLst/>
          </a:prstGeom>
          <a:solidFill>
            <a:srgbClr val="EAF2F8"/>
          </a:solidFill>
          <a:ln/>
        </p:spPr>
        <p:txBody>
          <a:bodyPr/>
          <a:lstStyle/>
          <a:p>
            <a:endParaRPr lang="ja-JP" altLang="en-US" sz="3200"/>
          </a:p>
        </p:txBody>
      </p:sp>
      <p:sp>
        <p:nvSpPr>
          <p:cNvPr id="10" name="Shape 8"/>
          <p:cNvSpPr/>
          <p:nvPr/>
        </p:nvSpPr>
        <p:spPr>
          <a:xfrm>
            <a:off x="4261104" y="1737360"/>
            <a:ext cx="64008" cy="2103120"/>
          </a:xfrm>
          <a:prstGeom prst="rect">
            <a:avLst/>
          </a:prstGeom>
          <a:solidFill>
            <a:srgbClr val="2980B9"/>
          </a:solidFill>
          <a:ln/>
        </p:spPr>
        <p:txBody>
          <a:bodyPr/>
          <a:lstStyle/>
          <a:p>
            <a:endParaRPr lang="ja-JP" altLang="en-US" sz="3200"/>
          </a:p>
        </p:txBody>
      </p:sp>
      <p:sp>
        <p:nvSpPr>
          <p:cNvPr id="11" name="Text 9"/>
          <p:cNvSpPr/>
          <p:nvPr/>
        </p:nvSpPr>
        <p:spPr>
          <a:xfrm>
            <a:off x="4425696" y="1792224"/>
            <a:ext cx="3392424" cy="292608"/>
          </a:xfrm>
          <a:prstGeom prst="rect">
            <a:avLst/>
          </a:prstGeom>
          <a:noFill/>
          <a:ln/>
        </p:spPr>
        <p:txBody>
          <a:bodyPr wrap="square" rtlCol="0" anchor="ctr"/>
          <a:lstStyle/>
          <a:p>
            <a:pPr marL="0" indent="0">
              <a:buNone/>
            </a:pPr>
            <a:r>
              <a:rPr lang="en-US" b="1" dirty="0">
                <a:solidFill>
                  <a:srgbClr val="2980B9"/>
                </a:solidFill>
                <a:latin typeface="Meiryo" pitchFamily="34" charset="0"/>
                <a:ea typeface="Meiryo" pitchFamily="34" charset="-122"/>
                <a:cs typeface="Meiryo" pitchFamily="34" charset="-120"/>
              </a:rPr>
              <a:t>非生物的固定</a:t>
            </a:r>
            <a:endParaRPr lang="en-US" dirty="0"/>
          </a:p>
        </p:txBody>
      </p:sp>
      <p:sp>
        <p:nvSpPr>
          <p:cNvPr id="12" name="Text 10"/>
          <p:cNvSpPr/>
          <p:nvPr/>
        </p:nvSpPr>
        <p:spPr>
          <a:xfrm>
            <a:off x="4425696" y="2075688"/>
            <a:ext cx="3392424" cy="171907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a:t>
            </a:r>
            <a:r>
              <a:rPr lang="en-US" sz="2000" b="1" dirty="0">
                <a:solidFill>
                  <a:srgbClr val="1A5276"/>
                </a:solidFill>
                <a:latin typeface="Meiryo" pitchFamily="34" charset="0"/>
                <a:ea typeface="Meiryo" pitchFamily="34" charset="-122"/>
                <a:cs typeface="Meiryo" pitchFamily="34" charset="-120"/>
              </a:rPr>
              <a:t>雷</a:t>
            </a:r>
            <a:r>
              <a:rPr lang="en-US" sz="2000" dirty="0">
                <a:solidFill>
                  <a:srgbClr val="2C3E50"/>
                </a:solidFill>
                <a:latin typeface="Meiryo" pitchFamily="34" charset="0"/>
                <a:ea typeface="Meiryo" pitchFamily="34" charset="-122"/>
                <a:cs typeface="Meiryo" pitchFamily="34" charset="-120"/>
              </a:rPr>
              <a:t>による高温</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N₂ + O₂ → NOₓ</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雨で地表へ降下</a:t>
            </a:r>
            <a:endParaRPr lang="en-US" sz="2000" dirty="0"/>
          </a:p>
        </p:txBody>
      </p:sp>
      <p:sp>
        <p:nvSpPr>
          <p:cNvPr id="13" name="Shape 11"/>
          <p:cNvSpPr/>
          <p:nvPr/>
        </p:nvSpPr>
        <p:spPr>
          <a:xfrm>
            <a:off x="8110728" y="1737360"/>
            <a:ext cx="3666744" cy="2103120"/>
          </a:xfrm>
          <a:prstGeom prst="rect">
            <a:avLst/>
          </a:prstGeom>
          <a:solidFill>
            <a:srgbClr val="EAF2F8"/>
          </a:solidFill>
          <a:ln/>
        </p:spPr>
        <p:txBody>
          <a:bodyPr/>
          <a:lstStyle/>
          <a:p>
            <a:endParaRPr lang="ja-JP" altLang="en-US" sz="3200"/>
          </a:p>
        </p:txBody>
      </p:sp>
      <p:sp>
        <p:nvSpPr>
          <p:cNvPr id="14" name="Shape 12"/>
          <p:cNvSpPr/>
          <p:nvPr/>
        </p:nvSpPr>
        <p:spPr>
          <a:xfrm>
            <a:off x="8110728" y="1737360"/>
            <a:ext cx="64008" cy="2103120"/>
          </a:xfrm>
          <a:prstGeom prst="rect">
            <a:avLst/>
          </a:prstGeom>
          <a:solidFill>
            <a:srgbClr val="2980B9"/>
          </a:solidFill>
          <a:ln/>
        </p:spPr>
        <p:txBody>
          <a:bodyPr/>
          <a:lstStyle/>
          <a:p>
            <a:endParaRPr lang="ja-JP" altLang="en-US" sz="3200"/>
          </a:p>
        </p:txBody>
      </p:sp>
      <p:sp>
        <p:nvSpPr>
          <p:cNvPr id="15" name="Text 13"/>
          <p:cNvSpPr/>
          <p:nvPr/>
        </p:nvSpPr>
        <p:spPr>
          <a:xfrm>
            <a:off x="8275320" y="1792224"/>
            <a:ext cx="3392424" cy="292608"/>
          </a:xfrm>
          <a:prstGeom prst="rect">
            <a:avLst/>
          </a:prstGeom>
          <a:noFill/>
          <a:ln/>
        </p:spPr>
        <p:txBody>
          <a:bodyPr wrap="square" rtlCol="0" anchor="ctr"/>
          <a:lstStyle/>
          <a:p>
            <a:pPr marL="0" indent="0">
              <a:buNone/>
            </a:pPr>
            <a:r>
              <a:rPr lang="en-US" b="1" dirty="0">
                <a:solidFill>
                  <a:srgbClr val="2980B9"/>
                </a:solidFill>
                <a:latin typeface="Meiryo" pitchFamily="34" charset="0"/>
                <a:ea typeface="Meiryo" pitchFamily="34" charset="-122"/>
                <a:cs typeface="Meiryo" pitchFamily="34" charset="-120"/>
              </a:rPr>
              <a:t>工業的固定</a:t>
            </a:r>
            <a:endParaRPr lang="en-US" dirty="0"/>
          </a:p>
        </p:txBody>
      </p:sp>
      <p:sp>
        <p:nvSpPr>
          <p:cNvPr id="16" name="Text 14"/>
          <p:cNvSpPr/>
          <p:nvPr/>
        </p:nvSpPr>
        <p:spPr>
          <a:xfrm>
            <a:off x="8275320" y="2075688"/>
            <a:ext cx="3392424" cy="1719072"/>
          </a:xfrm>
          <a:prstGeom prst="rect">
            <a:avLst/>
          </a:prstGeom>
          <a:noFill/>
          <a:ln/>
        </p:spPr>
        <p:txBody>
          <a:bodyPr wrap="square" rtlCol="0" anchor="t"/>
          <a:lstStyle/>
          <a:p>
            <a:pPr marL="0" indent="0" algn="l">
              <a:lnSpc>
                <a:spcPct val="130000"/>
              </a:lnSpc>
              <a:spcAft>
                <a:spcPts val="400"/>
              </a:spcAft>
              <a:buNone/>
            </a:pPr>
            <a:r>
              <a:rPr lang="en-US" sz="2000" b="1" dirty="0">
                <a:solidFill>
                  <a:srgbClr val="1A5276"/>
                </a:solidFill>
                <a:latin typeface="Meiryo" pitchFamily="34" charset="0"/>
                <a:ea typeface="Meiryo" pitchFamily="34" charset="-122"/>
                <a:cs typeface="Meiryo" pitchFamily="34" charset="-120"/>
              </a:rPr>
              <a:t>ハーバー・ボッシュ法</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N₂ + 3H₂ → 2NH₃</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化学肥料の大量生産</a:t>
            </a:r>
            <a:endParaRPr lang="en-US" sz="2000" dirty="0"/>
          </a:p>
        </p:txBody>
      </p:sp>
      <p:sp>
        <p:nvSpPr>
          <p:cNvPr id="17" name="Shape 15"/>
          <p:cNvSpPr/>
          <p:nvPr/>
        </p:nvSpPr>
        <p:spPr>
          <a:xfrm>
            <a:off x="411480" y="4023360"/>
            <a:ext cx="5684520" cy="2327106"/>
          </a:xfrm>
          <a:prstGeom prst="rect">
            <a:avLst/>
          </a:prstGeom>
          <a:solidFill>
            <a:srgbClr val="FDEDEC"/>
          </a:solidFill>
          <a:ln/>
        </p:spPr>
        <p:txBody>
          <a:bodyPr/>
          <a:lstStyle/>
          <a:p>
            <a:endParaRPr lang="ja-JP" altLang="en-US" sz="3200"/>
          </a:p>
        </p:txBody>
      </p:sp>
      <p:sp>
        <p:nvSpPr>
          <p:cNvPr id="18" name="Shape 16"/>
          <p:cNvSpPr/>
          <p:nvPr/>
        </p:nvSpPr>
        <p:spPr>
          <a:xfrm>
            <a:off x="411480" y="4023360"/>
            <a:ext cx="64008" cy="2286000"/>
          </a:xfrm>
          <a:prstGeom prst="rect">
            <a:avLst/>
          </a:prstGeom>
          <a:solidFill>
            <a:srgbClr val="C0392B"/>
          </a:solidFill>
          <a:ln/>
        </p:spPr>
        <p:txBody>
          <a:bodyPr/>
          <a:lstStyle/>
          <a:p>
            <a:endParaRPr lang="ja-JP" altLang="en-US" sz="3200"/>
          </a:p>
        </p:txBody>
      </p:sp>
      <p:sp>
        <p:nvSpPr>
          <p:cNvPr id="19" name="Text 17"/>
          <p:cNvSpPr/>
          <p:nvPr/>
        </p:nvSpPr>
        <p:spPr>
          <a:xfrm>
            <a:off x="576072" y="4078224"/>
            <a:ext cx="11091672" cy="292608"/>
          </a:xfrm>
          <a:prstGeom prst="rect">
            <a:avLst/>
          </a:prstGeom>
          <a:noFill/>
          <a:ln/>
        </p:spPr>
        <p:txBody>
          <a:bodyPr wrap="square" rtlCol="0" anchor="ctr"/>
          <a:lstStyle/>
          <a:p>
            <a:pPr marL="0" indent="0">
              <a:buNone/>
            </a:pPr>
            <a:r>
              <a:rPr lang="en-US" b="1" dirty="0">
                <a:solidFill>
                  <a:srgbClr val="C0392B"/>
                </a:solidFill>
                <a:latin typeface="Meiryo" pitchFamily="34" charset="0"/>
                <a:ea typeface="Meiryo" pitchFamily="34" charset="-122"/>
                <a:cs typeface="Meiryo" pitchFamily="34" charset="-120"/>
              </a:rPr>
              <a:t>人類の窒素固定量</a:t>
            </a:r>
            <a:endParaRPr lang="en-US" dirty="0"/>
          </a:p>
        </p:txBody>
      </p:sp>
      <p:sp>
        <p:nvSpPr>
          <p:cNvPr id="20" name="Text 18"/>
          <p:cNvSpPr/>
          <p:nvPr/>
        </p:nvSpPr>
        <p:spPr>
          <a:xfrm>
            <a:off x="576072" y="4361688"/>
            <a:ext cx="5203943" cy="98755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ハーバー・ボッシュ法（1913）以降、人為的窒素固定量は</a:t>
            </a:r>
            <a:r>
              <a:rPr lang="en-US" sz="2000" b="1" dirty="0">
                <a:solidFill>
                  <a:srgbClr val="1A5276"/>
                </a:solidFill>
                <a:latin typeface="Meiryo" pitchFamily="34" charset="0"/>
                <a:ea typeface="Meiryo" pitchFamily="34" charset="-122"/>
                <a:cs typeface="Meiryo" pitchFamily="34" charset="-120"/>
              </a:rPr>
              <a:t>自然のそれを超えた</a:t>
            </a:r>
            <a:r>
              <a:rPr lang="en-US" sz="2000" dirty="0">
                <a:solidFill>
                  <a:srgbClr val="2C3E50"/>
                </a:solidFill>
                <a:latin typeface="Meiryo" pitchFamily="34" charset="0"/>
                <a:ea typeface="Meiryo" pitchFamily="34" charset="-122"/>
                <a:cs typeface="Meiryo" pitchFamily="34" charset="-120"/>
              </a:rPr>
              <a:t>。</a:t>
            </a:r>
          </a:p>
          <a:p>
            <a:pPr marL="0" indent="0" algn="l">
              <a:lnSpc>
                <a:spcPct val="130000"/>
              </a:lnSpc>
              <a:spcAft>
                <a:spcPts val="400"/>
              </a:spcAft>
              <a:buNone/>
            </a:pPr>
            <a:r>
              <a:rPr lang="en-US" sz="2000" dirty="0" err="1">
                <a:solidFill>
                  <a:srgbClr val="2C3E50"/>
                </a:solidFill>
                <a:latin typeface="Meiryo" pitchFamily="34" charset="0"/>
                <a:ea typeface="Meiryo" pitchFamily="34" charset="-122"/>
                <a:cs typeface="Meiryo" pitchFamily="34" charset="-120"/>
              </a:rPr>
              <a:t>富栄養化</a:t>
            </a:r>
            <a:r>
              <a:rPr lang="en-US" sz="2000" dirty="0">
                <a:solidFill>
                  <a:srgbClr val="2C3E50"/>
                </a:solidFill>
                <a:latin typeface="Meiryo" pitchFamily="34" charset="0"/>
                <a:ea typeface="Meiryo" pitchFamily="34" charset="-122"/>
                <a:cs typeface="Meiryo" pitchFamily="34" charset="-120"/>
              </a:rPr>
              <a:t>（</a:t>
            </a:r>
            <a:r>
              <a:rPr lang="ja-JP" altLang="en-US" sz="2000" dirty="0">
                <a:solidFill>
                  <a:srgbClr val="2C3E50"/>
                </a:solidFill>
                <a:latin typeface="Meiryo" pitchFamily="34" charset="0"/>
                <a:ea typeface="Meiryo" pitchFamily="34" charset="-122"/>
                <a:cs typeface="Meiryo" pitchFamily="34" charset="-120"/>
              </a:rPr>
              <a:t>スライド</a:t>
            </a:r>
            <a:r>
              <a:rPr lang="en-US" sz="2000" dirty="0">
                <a:solidFill>
                  <a:srgbClr val="2C3E50"/>
                </a:solidFill>
                <a:latin typeface="Meiryo" pitchFamily="34" charset="0"/>
                <a:ea typeface="Meiryo" pitchFamily="34" charset="-122"/>
                <a:cs typeface="Meiryo" pitchFamily="34" charset="-120"/>
              </a:rPr>
              <a:t>36-37）の遠因。</a:t>
            </a:r>
            <a:endParaRPr lang="en-US" sz="2000" dirty="0"/>
          </a:p>
        </p:txBody>
      </p:sp>
      <p:pic>
        <p:nvPicPr>
          <p:cNvPr id="21" name="図 20">
            <a:extLst>
              <a:ext uri="{FF2B5EF4-FFF2-40B4-BE49-F238E27FC236}">
                <a16:creationId xmlns:a16="http://schemas.microsoft.com/office/drawing/2014/main" id="{73077292-59ED-9F5D-F210-4FB141EF44B6}"/>
              </a:ext>
            </a:extLst>
          </p:cNvPr>
          <p:cNvPicPr>
            <a:picLocks noChangeAspect="1"/>
          </p:cNvPicPr>
          <p:nvPr/>
        </p:nvPicPr>
        <p:blipFill>
          <a:blip r:embed="rId3"/>
          <a:stretch>
            <a:fillRect/>
          </a:stretch>
        </p:blipFill>
        <p:spPr>
          <a:xfrm>
            <a:off x="7615652" y="3911535"/>
            <a:ext cx="3869086" cy="2702167"/>
          </a:xfrm>
          <a:prstGeom prst="rect">
            <a:avLst/>
          </a:prstGeom>
        </p:spPr>
      </p:pic>
      <p:sp>
        <p:nvSpPr>
          <p:cNvPr id="23" name="テキスト ボックス 22">
            <a:extLst>
              <a:ext uri="{FF2B5EF4-FFF2-40B4-BE49-F238E27FC236}">
                <a16:creationId xmlns:a16="http://schemas.microsoft.com/office/drawing/2014/main" id="{D86B37C4-CBCC-A9D1-29F3-E100BFA5F7C0}"/>
              </a:ext>
            </a:extLst>
          </p:cNvPr>
          <p:cNvSpPr txBox="1"/>
          <p:nvPr/>
        </p:nvSpPr>
        <p:spPr>
          <a:xfrm>
            <a:off x="3314616" y="6633930"/>
            <a:ext cx="9007008" cy="246221"/>
          </a:xfrm>
          <a:prstGeom prst="rect">
            <a:avLst/>
          </a:prstGeom>
          <a:noFill/>
        </p:spPr>
        <p:txBody>
          <a:bodyPr wrap="square">
            <a:spAutoFit/>
          </a:bodyPr>
          <a:lstStyle/>
          <a:p>
            <a:r>
              <a:rPr lang="en-US" altLang="ja-JP" sz="1000" b="0" i="0" dirty="0">
                <a:solidFill>
                  <a:srgbClr val="222222"/>
                </a:solidFill>
                <a:effectLst/>
                <a:latin typeface="Arial" panose="020B0604020202020204" pitchFamily="34" charset="0"/>
              </a:rPr>
              <a:t>Galloway, J. N., &amp; Cowling, E. B. (2002). Reactive nitrogen and the world: 200 years of change. </a:t>
            </a:r>
            <a:r>
              <a:rPr lang="en-US" altLang="ja-JP" sz="1000" b="0" i="1" dirty="0">
                <a:solidFill>
                  <a:srgbClr val="222222"/>
                </a:solidFill>
                <a:effectLst/>
                <a:latin typeface="Arial" panose="020B0604020202020204" pitchFamily="34" charset="0"/>
              </a:rPr>
              <a:t>AMBIO: A Journal of the Human Environment</a:t>
            </a:r>
            <a:r>
              <a:rPr lang="en-US" altLang="ja-JP" sz="1000" b="0" i="0" dirty="0">
                <a:solidFill>
                  <a:srgbClr val="222222"/>
                </a:solidFill>
                <a:effectLst/>
                <a:latin typeface="Arial" panose="020B0604020202020204" pitchFamily="34" charset="0"/>
              </a:rPr>
              <a:t>, </a:t>
            </a:r>
            <a:r>
              <a:rPr lang="en-US" altLang="ja-JP" sz="1000" b="0" i="1" dirty="0">
                <a:solidFill>
                  <a:srgbClr val="222222"/>
                </a:solidFill>
                <a:effectLst/>
                <a:latin typeface="Arial" panose="020B0604020202020204" pitchFamily="34" charset="0"/>
              </a:rPr>
              <a:t>31</a:t>
            </a:r>
            <a:r>
              <a:rPr lang="en-US" altLang="ja-JP" sz="1000" b="0" i="0" dirty="0">
                <a:solidFill>
                  <a:srgbClr val="222222"/>
                </a:solidFill>
                <a:effectLst/>
                <a:latin typeface="Arial" panose="020B0604020202020204" pitchFamily="34" charset="0"/>
              </a:rPr>
              <a:t>(2), 64-71.</a:t>
            </a:r>
            <a:endParaRPr lang="ja-JP" altLang="en-US" sz="1000" dirty="0"/>
          </a:p>
        </p:txBody>
      </p:sp>
      <p:sp>
        <p:nvSpPr>
          <p:cNvPr id="25" name="テキスト ボックス 24">
            <a:extLst>
              <a:ext uri="{FF2B5EF4-FFF2-40B4-BE49-F238E27FC236}">
                <a16:creationId xmlns:a16="http://schemas.microsoft.com/office/drawing/2014/main" id="{5CB8EE20-9C45-E0DF-2D04-C945A0EAAE1E}"/>
              </a:ext>
            </a:extLst>
          </p:cNvPr>
          <p:cNvSpPr txBox="1"/>
          <p:nvPr/>
        </p:nvSpPr>
        <p:spPr>
          <a:xfrm>
            <a:off x="7818120" y="4560391"/>
            <a:ext cx="2506980" cy="646331"/>
          </a:xfrm>
          <a:prstGeom prst="rect">
            <a:avLst/>
          </a:prstGeom>
          <a:noFill/>
        </p:spPr>
        <p:txBody>
          <a:bodyPr wrap="square">
            <a:spAutoFit/>
          </a:bodyPr>
          <a:lstStyle/>
          <a:p>
            <a:r>
              <a:rPr kumimoji="1" lang="ja-JP" altLang="en-US" sz="1200" b="1" dirty="0">
                <a:solidFill>
                  <a:schemeClr val="bg1">
                    <a:lumMod val="65000"/>
                  </a:schemeClr>
                </a:solidFill>
              </a:rPr>
              <a:t>すでに人類を構成するNの約半分が人工窒素固定に由来するといわれている。</a:t>
            </a:r>
          </a:p>
        </p:txBody>
      </p:sp>
      <p:cxnSp>
        <p:nvCxnSpPr>
          <p:cNvPr id="27" name="直線コネクタ 26">
            <a:extLst>
              <a:ext uri="{FF2B5EF4-FFF2-40B4-BE49-F238E27FC236}">
                <a16:creationId xmlns:a16="http://schemas.microsoft.com/office/drawing/2014/main" id="{2D37DA19-7FCF-CC25-7F8F-420808970D70}"/>
              </a:ext>
            </a:extLst>
          </p:cNvPr>
          <p:cNvCxnSpPr/>
          <p:nvPr/>
        </p:nvCxnSpPr>
        <p:spPr>
          <a:xfrm flipV="1">
            <a:off x="9820275" y="5486400"/>
            <a:ext cx="1257300" cy="22860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624D85B5-F42E-5CA6-686E-BE1ABC741847}"/>
              </a:ext>
            </a:extLst>
          </p:cNvPr>
          <p:cNvSpPr txBox="1"/>
          <p:nvPr/>
        </p:nvSpPr>
        <p:spPr>
          <a:xfrm>
            <a:off x="10519541" y="5268690"/>
            <a:ext cx="649537" cy="276999"/>
          </a:xfrm>
          <a:prstGeom prst="rect">
            <a:avLst/>
          </a:prstGeom>
          <a:noFill/>
        </p:spPr>
        <p:txBody>
          <a:bodyPr wrap="none" rtlCol="0">
            <a:spAutoFit/>
          </a:bodyPr>
          <a:lstStyle/>
          <a:p>
            <a:r>
              <a:rPr kumimoji="1" lang="en-US" altLang="ja-JP" sz="1200" b="1" dirty="0">
                <a:solidFill>
                  <a:schemeClr val="bg1">
                    <a:lumMod val="65000"/>
                  </a:schemeClr>
                </a:solidFill>
              </a:rPr>
              <a:t>30</a:t>
            </a:r>
            <a:r>
              <a:rPr kumimoji="1" lang="ja-JP" altLang="en-US" sz="1200" b="1" dirty="0">
                <a:solidFill>
                  <a:schemeClr val="bg1">
                    <a:lumMod val="65000"/>
                  </a:schemeClr>
                </a:solidFill>
              </a:rPr>
              <a:t>億人</a:t>
            </a:r>
            <a:endParaRPr kumimoji="1" lang="ja-JP"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9168748"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A-3. ② 硝化（nitrification）— 化学合成独立栄養の登場</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Text 2"/>
          <p:cNvSpPr/>
          <p:nvPr/>
        </p:nvSpPr>
        <p:spPr>
          <a:xfrm>
            <a:off x="411480" y="1097280"/>
            <a:ext cx="11365992" cy="365760"/>
          </a:xfrm>
          <a:prstGeom prst="rect">
            <a:avLst/>
          </a:prstGeom>
          <a:noFill/>
          <a:ln/>
        </p:spPr>
        <p:txBody>
          <a:bodyPr wrap="square" rtlCol="0" anchor="t"/>
          <a:lstStyle/>
          <a:p>
            <a:pPr marL="0" indent="0" algn="l">
              <a:lnSpc>
                <a:spcPct val="130000"/>
              </a:lnSpc>
              <a:spcAft>
                <a:spcPts val="400"/>
              </a:spcAft>
              <a:buNone/>
            </a:pPr>
            <a:r>
              <a:rPr lang="en-US" sz="1400" b="1" dirty="0">
                <a:solidFill>
                  <a:srgbClr val="1A5276"/>
                </a:solidFill>
                <a:latin typeface="Meiryo" pitchFamily="34" charset="0"/>
                <a:ea typeface="Meiryo" pitchFamily="34" charset="-122"/>
                <a:cs typeface="Meiryo" pitchFamily="34" charset="-120"/>
              </a:rPr>
              <a:t>好気条件で、NH₄⁺ を酸化していくプロセス</a:t>
            </a:r>
            <a:endParaRPr lang="en-US" sz="1400" dirty="0"/>
          </a:p>
        </p:txBody>
      </p:sp>
      <p:sp>
        <p:nvSpPr>
          <p:cNvPr id="5" name="Shape 3"/>
          <p:cNvSpPr/>
          <p:nvPr/>
        </p:nvSpPr>
        <p:spPr>
          <a:xfrm>
            <a:off x="868680" y="1920240"/>
            <a:ext cx="2286000" cy="914400"/>
          </a:xfrm>
          <a:prstGeom prst="rect">
            <a:avLst/>
          </a:prstGeom>
          <a:solidFill>
            <a:srgbClr val="EAF2F8"/>
          </a:solidFill>
          <a:ln w="12700">
            <a:solidFill>
              <a:srgbClr val="2980B9"/>
            </a:solidFill>
            <a:prstDash val="solid"/>
          </a:ln>
        </p:spPr>
        <p:txBody>
          <a:bodyPr/>
          <a:lstStyle/>
          <a:p>
            <a:endParaRPr lang="ja-JP" altLang="en-US"/>
          </a:p>
        </p:txBody>
      </p:sp>
      <p:sp>
        <p:nvSpPr>
          <p:cNvPr id="6" name="Text 4"/>
          <p:cNvSpPr/>
          <p:nvPr/>
        </p:nvSpPr>
        <p:spPr>
          <a:xfrm>
            <a:off x="868680" y="2011680"/>
            <a:ext cx="2286000" cy="457200"/>
          </a:xfrm>
          <a:prstGeom prst="rect">
            <a:avLst/>
          </a:prstGeom>
          <a:noFill/>
          <a:ln/>
        </p:spPr>
        <p:txBody>
          <a:bodyPr wrap="square" rtlCol="0" anchor="ctr"/>
          <a:lstStyle/>
          <a:p>
            <a:pPr marL="0" indent="0" algn="ctr">
              <a:buNone/>
            </a:pPr>
            <a:r>
              <a:rPr lang="en-US" sz="2200" b="1" dirty="0">
                <a:solidFill>
                  <a:srgbClr val="1A5276"/>
                </a:solidFill>
                <a:latin typeface="Meiryo" pitchFamily="34" charset="0"/>
                <a:ea typeface="Meiryo" pitchFamily="34" charset="-122"/>
                <a:cs typeface="Meiryo" pitchFamily="34" charset="-120"/>
              </a:rPr>
              <a:t>NH₄⁺</a:t>
            </a:r>
            <a:endParaRPr lang="en-US" sz="2200" dirty="0"/>
          </a:p>
        </p:txBody>
      </p:sp>
      <p:sp>
        <p:nvSpPr>
          <p:cNvPr id="7" name="Text 5"/>
          <p:cNvSpPr/>
          <p:nvPr/>
        </p:nvSpPr>
        <p:spPr>
          <a:xfrm>
            <a:off x="868680" y="2468880"/>
            <a:ext cx="2286000" cy="365760"/>
          </a:xfrm>
          <a:prstGeom prst="rect">
            <a:avLst/>
          </a:prstGeom>
          <a:noFill/>
          <a:ln/>
        </p:spPr>
        <p:txBody>
          <a:bodyPr wrap="square" rtlCol="0" anchor="ctr"/>
          <a:lstStyle/>
          <a:p>
            <a:pPr marL="0" indent="0" algn="ctr">
              <a:buNone/>
            </a:pPr>
            <a:r>
              <a:rPr lang="en-US" sz="1100" dirty="0">
                <a:solidFill>
                  <a:srgbClr val="5D6D7E"/>
                </a:solidFill>
                <a:latin typeface="Meiryo" pitchFamily="34" charset="0"/>
                <a:ea typeface="Meiryo" pitchFamily="34" charset="-122"/>
                <a:cs typeface="Meiryo" pitchFamily="34" charset="-120"/>
              </a:rPr>
              <a:t>アンモニウム</a:t>
            </a:r>
            <a:endParaRPr lang="en-US" sz="1100" dirty="0"/>
          </a:p>
        </p:txBody>
      </p:sp>
      <p:sp>
        <p:nvSpPr>
          <p:cNvPr id="8" name="Shape 6"/>
          <p:cNvSpPr/>
          <p:nvPr/>
        </p:nvSpPr>
        <p:spPr>
          <a:xfrm>
            <a:off x="4526280" y="1920240"/>
            <a:ext cx="2286000" cy="914400"/>
          </a:xfrm>
          <a:prstGeom prst="rect">
            <a:avLst/>
          </a:prstGeom>
          <a:solidFill>
            <a:srgbClr val="EAF2F8"/>
          </a:solidFill>
          <a:ln w="12700">
            <a:solidFill>
              <a:srgbClr val="2980B9"/>
            </a:solidFill>
            <a:prstDash val="solid"/>
          </a:ln>
        </p:spPr>
        <p:txBody>
          <a:bodyPr/>
          <a:lstStyle/>
          <a:p>
            <a:endParaRPr lang="ja-JP" altLang="en-US"/>
          </a:p>
        </p:txBody>
      </p:sp>
      <p:sp>
        <p:nvSpPr>
          <p:cNvPr id="9" name="Text 7"/>
          <p:cNvSpPr/>
          <p:nvPr/>
        </p:nvSpPr>
        <p:spPr>
          <a:xfrm>
            <a:off x="4526280" y="2011680"/>
            <a:ext cx="2286000" cy="457200"/>
          </a:xfrm>
          <a:prstGeom prst="rect">
            <a:avLst/>
          </a:prstGeom>
          <a:noFill/>
          <a:ln/>
        </p:spPr>
        <p:txBody>
          <a:bodyPr wrap="square" rtlCol="0" anchor="ctr"/>
          <a:lstStyle/>
          <a:p>
            <a:pPr marL="0" indent="0" algn="ctr">
              <a:buNone/>
            </a:pPr>
            <a:r>
              <a:rPr lang="en-US" sz="2200" b="1" dirty="0">
                <a:solidFill>
                  <a:srgbClr val="1A5276"/>
                </a:solidFill>
                <a:latin typeface="Meiryo" pitchFamily="34" charset="0"/>
                <a:ea typeface="Meiryo" pitchFamily="34" charset="-122"/>
                <a:cs typeface="Meiryo" pitchFamily="34" charset="-120"/>
              </a:rPr>
              <a:t>NO₂⁻</a:t>
            </a:r>
            <a:endParaRPr lang="en-US" sz="2200" dirty="0"/>
          </a:p>
        </p:txBody>
      </p:sp>
      <p:sp>
        <p:nvSpPr>
          <p:cNvPr id="10" name="Text 8"/>
          <p:cNvSpPr/>
          <p:nvPr/>
        </p:nvSpPr>
        <p:spPr>
          <a:xfrm>
            <a:off x="4526280" y="2468880"/>
            <a:ext cx="2286000" cy="365760"/>
          </a:xfrm>
          <a:prstGeom prst="rect">
            <a:avLst/>
          </a:prstGeom>
          <a:noFill/>
          <a:ln/>
        </p:spPr>
        <p:txBody>
          <a:bodyPr wrap="square" rtlCol="0" anchor="ctr"/>
          <a:lstStyle/>
          <a:p>
            <a:pPr marL="0" indent="0" algn="ctr">
              <a:buNone/>
            </a:pPr>
            <a:r>
              <a:rPr lang="en-US" sz="1100" dirty="0">
                <a:solidFill>
                  <a:srgbClr val="5D6D7E"/>
                </a:solidFill>
                <a:latin typeface="Meiryo" pitchFamily="34" charset="0"/>
                <a:ea typeface="Meiryo" pitchFamily="34" charset="-122"/>
                <a:cs typeface="Meiryo" pitchFamily="34" charset="-120"/>
              </a:rPr>
              <a:t>亜硝酸</a:t>
            </a:r>
            <a:endParaRPr lang="en-US" sz="1100" dirty="0"/>
          </a:p>
        </p:txBody>
      </p:sp>
      <p:sp>
        <p:nvSpPr>
          <p:cNvPr id="11" name="Shape 9"/>
          <p:cNvSpPr/>
          <p:nvPr/>
        </p:nvSpPr>
        <p:spPr>
          <a:xfrm>
            <a:off x="8183880" y="1920240"/>
            <a:ext cx="2286000" cy="914400"/>
          </a:xfrm>
          <a:prstGeom prst="rect">
            <a:avLst/>
          </a:prstGeom>
          <a:solidFill>
            <a:srgbClr val="EAF2F8"/>
          </a:solidFill>
          <a:ln w="12700">
            <a:solidFill>
              <a:srgbClr val="2980B9"/>
            </a:solidFill>
            <a:prstDash val="solid"/>
          </a:ln>
        </p:spPr>
        <p:txBody>
          <a:bodyPr/>
          <a:lstStyle/>
          <a:p>
            <a:endParaRPr lang="ja-JP" altLang="en-US"/>
          </a:p>
        </p:txBody>
      </p:sp>
      <p:sp>
        <p:nvSpPr>
          <p:cNvPr id="12" name="Text 10"/>
          <p:cNvSpPr/>
          <p:nvPr/>
        </p:nvSpPr>
        <p:spPr>
          <a:xfrm>
            <a:off x="8183880" y="2011680"/>
            <a:ext cx="2286000" cy="457200"/>
          </a:xfrm>
          <a:prstGeom prst="rect">
            <a:avLst/>
          </a:prstGeom>
          <a:noFill/>
          <a:ln/>
        </p:spPr>
        <p:txBody>
          <a:bodyPr wrap="square" rtlCol="0" anchor="ctr"/>
          <a:lstStyle/>
          <a:p>
            <a:pPr marL="0" indent="0" algn="ctr">
              <a:buNone/>
            </a:pPr>
            <a:r>
              <a:rPr lang="en-US" sz="2200" b="1" dirty="0">
                <a:solidFill>
                  <a:srgbClr val="1A5276"/>
                </a:solidFill>
                <a:latin typeface="Meiryo" pitchFamily="34" charset="0"/>
                <a:ea typeface="Meiryo" pitchFamily="34" charset="-122"/>
                <a:cs typeface="Meiryo" pitchFamily="34" charset="-120"/>
              </a:rPr>
              <a:t>NO₃⁻</a:t>
            </a:r>
            <a:endParaRPr lang="en-US" sz="2200" dirty="0"/>
          </a:p>
        </p:txBody>
      </p:sp>
      <p:sp>
        <p:nvSpPr>
          <p:cNvPr id="13" name="Text 11"/>
          <p:cNvSpPr/>
          <p:nvPr/>
        </p:nvSpPr>
        <p:spPr>
          <a:xfrm>
            <a:off x="8183880" y="2468880"/>
            <a:ext cx="2286000" cy="365760"/>
          </a:xfrm>
          <a:prstGeom prst="rect">
            <a:avLst/>
          </a:prstGeom>
          <a:noFill/>
          <a:ln/>
        </p:spPr>
        <p:txBody>
          <a:bodyPr wrap="square" rtlCol="0" anchor="ctr"/>
          <a:lstStyle/>
          <a:p>
            <a:pPr marL="0" indent="0" algn="ctr">
              <a:buNone/>
            </a:pPr>
            <a:r>
              <a:rPr lang="en-US" sz="1100" dirty="0">
                <a:solidFill>
                  <a:srgbClr val="5D6D7E"/>
                </a:solidFill>
                <a:latin typeface="Meiryo" pitchFamily="34" charset="0"/>
                <a:ea typeface="Meiryo" pitchFamily="34" charset="-122"/>
                <a:cs typeface="Meiryo" pitchFamily="34" charset="-120"/>
              </a:rPr>
              <a:t>硝酸</a:t>
            </a:r>
            <a:endParaRPr lang="en-US" sz="1100" dirty="0"/>
          </a:p>
        </p:txBody>
      </p:sp>
      <p:sp>
        <p:nvSpPr>
          <p:cNvPr id="14" name="Shape 12"/>
          <p:cNvSpPr/>
          <p:nvPr/>
        </p:nvSpPr>
        <p:spPr>
          <a:xfrm>
            <a:off x="3154680" y="2377440"/>
            <a:ext cx="1371600" cy="0"/>
          </a:xfrm>
          <a:prstGeom prst="line">
            <a:avLst/>
          </a:prstGeom>
          <a:noFill/>
          <a:ln w="25400">
            <a:solidFill>
              <a:srgbClr val="2980B9"/>
            </a:solidFill>
            <a:prstDash val="solid"/>
            <a:tailEnd type="triangle"/>
          </a:ln>
        </p:spPr>
        <p:txBody>
          <a:bodyPr/>
          <a:lstStyle/>
          <a:p>
            <a:endParaRPr lang="ja-JP" altLang="en-US"/>
          </a:p>
        </p:txBody>
      </p:sp>
      <p:sp>
        <p:nvSpPr>
          <p:cNvPr id="15" name="Text 13"/>
          <p:cNvSpPr/>
          <p:nvPr/>
        </p:nvSpPr>
        <p:spPr>
          <a:xfrm>
            <a:off x="3154680" y="1645920"/>
            <a:ext cx="1371600" cy="274320"/>
          </a:xfrm>
          <a:prstGeom prst="rect">
            <a:avLst/>
          </a:prstGeom>
          <a:noFill/>
          <a:ln/>
        </p:spPr>
        <p:txBody>
          <a:bodyPr wrap="square" rtlCol="0" anchor="ctr"/>
          <a:lstStyle/>
          <a:p>
            <a:pPr marL="0" indent="0" algn="ctr">
              <a:buNone/>
            </a:pPr>
            <a:r>
              <a:rPr lang="en-US" sz="2000" b="1" dirty="0">
                <a:solidFill>
                  <a:srgbClr val="C0392B"/>
                </a:solidFill>
                <a:latin typeface="Meiryo" pitchFamily="34" charset="0"/>
                <a:ea typeface="Meiryo" pitchFamily="34" charset="-122"/>
                <a:cs typeface="Meiryo" pitchFamily="34" charset="-120"/>
              </a:rPr>
              <a:t>亜硝酸菌</a:t>
            </a:r>
            <a:endParaRPr lang="en-US" sz="2000" dirty="0"/>
          </a:p>
        </p:txBody>
      </p:sp>
      <p:sp>
        <p:nvSpPr>
          <p:cNvPr id="16" name="Shape 14"/>
          <p:cNvSpPr/>
          <p:nvPr/>
        </p:nvSpPr>
        <p:spPr>
          <a:xfrm>
            <a:off x="6812280" y="2377440"/>
            <a:ext cx="1371600" cy="0"/>
          </a:xfrm>
          <a:prstGeom prst="line">
            <a:avLst/>
          </a:prstGeom>
          <a:noFill/>
          <a:ln w="25400">
            <a:solidFill>
              <a:srgbClr val="2980B9"/>
            </a:solidFill>
            <a:prstDash val="solid"/>
            <a:tailEnd type="triangle"/>
          </a:ln>
        </p:spPr>
        <p:txBody>
          <a:bodyPr/>
          <a:lstStyle/>
          <a:p>
            <a:endParaRPr lang="ja-JP" altLang="en-US"/>
          </a:p>
        </p:txBody>
      </p:sp>
      <p:sp>
        <p:nvSpPr>
          <p:cNvPr id="17" name="Text 15"/>
          <p:cNvSpPr/>
          <p:nvPr/>
        </p:nvSpPr>
        <p:spPr>
          <a:xfrm>
            <a:off x="6812280" y="1645920"/>
            <a:ext cx="1371600" cy="274320"/>
          </a:xfrm>
          <a:prstGeom prst="rect">
            <a:avLst/>
          </a:prstGeom>
          <a:noFill/>
          <a:ln/>
        </p:spPr>
        <p:txBody>
          <a:bodyPr wrap="square" rtlCol="0" anchor="ctr"/>
          <a:lstStyle/>
          <a:p>
            <a:pPr marL="0" indent="0" algn="ctr">
              <a:buNone/>
            </a:pPr>
            <a:r>
              <a:rPr lang="en-US" sz="2000" b="1" dirty="0">
                <a:solidFill>
                  <a:srgbClr val="C0392B"/>
                </a:solidFill>
                <a:latin typeface="Meiryo" pitchFamily="34" charset="0"/>
                <a:ea typeface="Meiryo" pitchFamily="34" charset="-122"/>
                <a:cs typeface="Meiryo" pitchFamily="34" charset="-120"/>
              </a:rPr>
              <a:t>硝酸菌</a:t>
            </a:r>
            <a:endParaRPr lang="en-US" sz="2000" dirty="0"/>
          </a:p>
        </p:txBody>
      </p:sp>
      <p:sp>
        <p:nvSpPr>
          <p:cNvPr id="18" name="Shape 16"/>
          <p:cNvSpPr/>
          <p:nvPr/>
        </p:nvSpPr>
        <p:spPr>
          <a:xfrm>
            <a:off x="411480" y="3383280"/>
            <a:ext cx="11365992" cy="1828800"/>
          </a:xfrm>
          <a:prstGeom prst="rect">
            <a:avLst/>
          </a:prstGeom>
          <a:solidFill>
            <a:srgbClr val="EAF2F8"/>
          </a:solidFill>
          <a:ln/>
        </p:spPr>
        <p:txBody>
          <a:bodyPr/>
          <a:lstStyle/>
          <a:p>
            <a:endParaRPr lang="ja-JP" altLang="en-US" sz="2400"/>
          </a:p>
        </p:txBody>
      </p:sp>
      <p:sp>
        <p:nvSpPr>
          <p:cNvPr id="19" name="Shape 17"/>
          <p:cNvSpPr/>
          <p:nvPr/>
        </p:nvSpPr>
        <p:spPr>
          <a:xfrm>
            <a:off x="411480" y="3383280"/>
            <a:ext cx="64008" cy="1828800"/>
          </a:xfrm>
          <a:prstGeom prst="rect">
            <a:avLst/>
          </a:prstGeom>
          <a:solidFill>
            <a:srgbClr val="2980B9"/>
          </a:solidFill>
          <a:ln/>
        </p:spPr>
        <p:txBody>
          <a:bodyPr/>
          <a:lstStyle/>
          <a:p>
            <a:endParaRPr lang="ja-JP" altLang="en-US" sz="2400"/>
          </a:p>
        </p:txBody>
      </p:sp>
      <p:sp>
        <p:nvSpPr>
          <p:cNvPr id="20" name="Text 18"/>
          <p:cNvSpPr/>
          <p:nvPr/>
        </p:nvSpPr>
        <p:spPr>
          <a:xfrm>
            <a:off x="576072" y="3480089"/>
            <a:ext cx="11091672" cy="292608"/>
          </a:xfrm>
          <a:prstGeom prst="rect">
            <a:avLst/>
          </a:prstGeom>
          <a:noFill/>
          <a:ln/>
        </p:spPr>
        <p:txBody>
          <a:bodyPr wrap="square" rtlCol="0" anchor="ctr"/>
          <a:lstStyle/>
          <a:p>
            <a:pPr marL="0" indent="0">
              <a:buNone/>
            </a:pPr>
            <a:r>
              <a:rPr lang="en-US" sz="2000" b="1" dirty="0">
                <a:solidFill>
                  <a:srgbClr val="2980B9"/>
                </a:solidFill>
                <a:latin typeface="Meiryo" pitchFamily="34" charset="0"/>
                <a:ea typeface="Meiryo" pitchFamily="34" charset="-122"/>
                <a:cs typeface="Meiryo" pitchFamily="34" charset="-120"/>
              </a:rPr>
              <a:t>押さえるポイント</a:t>
            </a:r>
            <a:endParaRPr lang="en-US" sz="2000" dirty="0"/>
          </a:p>
        </p:txBody>
      </p:sp>
      <p:sp>
        <p:nvSpPr>
          <p:cNvPr id="21" name="Text 19"/>
          <p:cNvSpPr/>
          <p:nvPr/>
        </p:nvSpPr>
        <p:spPr>
          <a:xfrm>
            <a:off x="576072" y="3820597"/>
            <a:ext cx="11091672" cy="1444752"/>
          </a:xfrm>
          <a:prstGeom prst="rect">
            <a:avLst/>
          </a:prstGeom>
          <a:noFill/>
          <a:ln/>
        </p:spPr>
        <p:txBody>
          <a:bodyPr wrap="square" rtlCol="0" anchor="t"/>
          <a:lstStyle/>
          <a:p>
            <a:pPr marL="0" indent="0" algn="l">
              <a:lnSpc>
                <a:spcPct val="130000"/>
              </a:lnSpc>
              <a:spcAft>
                <a:spcPts val="400"/>
              </a:spcAft>
              <a:buNone/>
            </a:pPr>
            <a:r>
              <a:rPr lang="en-US" sz="2000" b="1" dirty="0" err="1">
                <a:solidFill>
                  <a:srgbClr val="1A5276"/>
                </a:solidFill>
                <a:latin typeface="Meiryo" pitchFamily="34" charset="0"/>
                <a:ea typeface="Meiryo" pitchFamily="34" charset="-122"/>
                <a:cs typeface="Meiryo" pitchFamily="34" charset="-120"/>
              </a:rPr>
              <a:t>亜硝酸菌・硝酸菌は化学合成独立栄養生物</a:t>
            </a:r>
            <a:r>
              <a:rPr lang="en-US" sz="2000" dirty="0" err="1">
                <a:solidFill>
                  <a:srgbClr val="2C3E50"/>
                </a:solidFill>
                <a:latin typeface="Meiryo" pitchFamily="34" charset="0"/>
                <a:ea typeface="Meiryo" pitchFamily="34" charset="-122"/>
                <a:cs typeface="Meiryo" pitchFamily="34" charset="-120"/>
              </a:rPr>
              <a:t>（前の</a:t>
            </a:r>
            <a:r>
              <a:rPr lang="ja-JP" altLang="en-US" sz="2000" dirty="0">
                <a:solidFill>
                  <a:srgbClr val="2C3E50"/>
                </a:solidFill>
                <a:latin typeface="Meiryo" pitchFamily="34" charset="0"/>
                <a:ea typeface="Meiryo" pitchFamily="34" charset="-122"/>
                <a:cs typeface="Meiryo" pitchFamily="34" charset="-120"/>
              </a:rPr>
              <a:t>スライド</a:t>
            </a:r>
            <a:r>
              <a:rPr lang="en-US" sz="2000" dirty="0">
                <a:solidFill>
                  <a:srgbClr val="2C3E50"/>
                </a:solidFill>
                <a:latin typeface="Meiryo" pitchFamily="34" charset="0"/>
                <a:ea typeface="Meiryo" pitchFamily="34" charset="-122"/>
                <a:cs typeface="Meiryo" pitchFamily="34" charset="-120"/>
              </a:rPr>
              <a:t>20で学んだ通り）。NH₄⁺やNO₂⁻の</a:t>
            </a:r>
            <a:r>
              <a:rPr lang="en-US" sz="2000" b="1" dirty="0">
                <a:solidFill>
                  <a:srgbClr val="1A5276"/>
                </a:solidFill>
                <a:latin typeface="Meiryo" pitchFamily="34" charset="0"/>
                <a:ea typeface="Meiryo" pitchFamily="34" charset="-122"/>
                <a:cs typeface="Meiryo" pitchFamily="34" charset="-120"/>
              </a:rPr>
              <a:t>酸化</a:t>
            </a:r>
            <a:r>
              <a:rPr lang="en-US" sz="2000" dirty="0">
                <a:solidFill>
                  <a:srgbClr val="2C3E50"/>
                </a:solidFill>
                <a:latin typeface="Meiryo" pitchFamily="34" charset="0"/>
                <a:ea typeface="Meiryo" pitchFamily="34" charset="-122"/>
                <a:cs typeface="Meiryo" pitchFamily="34" charset="-120"/>
              </a:rPr>
              <a:t>でエネルギーを得る。</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A-3. ③ 同化 と ④ 脱窒</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sz="3200"/>
          </a:p>
        </p:txBody>
      </p:sp>
      <p:graphicFrame>
        <p:nvGraphicFramePr>
          <p:cNvPr id="35" name="Table 0"/>
          <p:cNvGraphicFramePr>
            <a:graphicFrameLocks noGrp="1"/>
          </p:cNvGraphicFramePr>
          <p:nvPr>
            <p:extLst>
              <p:ext uri="{D42A27DB-BD31-4B8C-83A1-F6EECF244321}">
                <p14:modId xmlns:p14="http://schemas.microsoft.com/office/powerpoint/2010/main" val="1622340050"/>
              </p:ext>
            </p:extLst>
          </p:nvPr>
        </p:nvGraphicFramePr>
        <p:xfrm>
          <a:off x="411480" y="1097279"/>
          <a:ext cx="11365992" cy="3007995"/>
        </p:xfrm>
        <a:graphic>
          <a:graphicData uri="http://schemas.openxmlformats.org/drawingml/2006/table">
            <a:tbl>
              <a:tblPr/>
              <a:tblGrid>
                <a:gridCol w="2655570">
                  <a:extLst>
                    <a:ext uri="{9D8B030D-6E8A-4147-A177-3AD203B41FA5}">
                      <a16:colId xmlns:a16="http://schemas.microsoft.com/office/drawing/2014/main" val="20000"/>
                    </a:ext>
                  </a:extLst>
                </a:gridCol>
                <a:gridCol w="3419475">
                  <a:extLst>
                    <a:ext uri="{9D8B030D-6E8A-4147-A177-3AD203B41FA5}">
                      <a16:colId xmlns:a16="http://schemas.microsoft.com/office/drawing/2014/main" val="20001"/>
                    </a:ext>
                  </a:extLst>
                </a:gridCol>
                <a:gridCol w="2152650">
                  <a:extLst>
                    <a:ext uri="{9D8B030D-6E8A-4147-A177-3AD203B41FA5}">
                      <a16:colId xmlns:a16="http://schemas.microsoft.com/office/drawing/2014/main" val="20002"/>
                    </a:ext>
                  </a:extLst>
                </a:gridCol>
                <a:gridCol w="3138297">
                  <a:extLst>
                    <a:ext uri="{9D8B030D-6E8A-4147-A177-3AD203B41FA5}">
                      <a16:colId xmlns:a16="http://schemas.microsoft.com/office/drawing/2014/main" val="20003"/>
                    </a:ext>
                  </a:extLst>
                </a:gridCol>
              </a:tblGrid>
              <a:tr h="1002665">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プロセス</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反応</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担い手</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条件</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1002665">
                <a:tc>
                  <a:txBody>
                    <a:bodyPr/>
                    <a:lstStyle/>
                    <a:p>
                      <a:pPr marL="0" indent="0" algn="l">
                        <a:buNone/>
                      </a:pPr>
                      <a:r>
                        <a:rPr lang="en-US" sz="1800" b="1" dirty="0">
                          <a:solidFill>
                            <a:srgbClr val="1A5276"/>
                          </a:solidFill>
                          <a:latin typeface="Meiryo" pitchFamily="34" charset="0"/>
                          <a:ea typeface="Meiryo" pitchFamily="34" charset="-122"/>
                          <a:cs typeface="Meiryo" pitchFamily="34" charset="-120"/>
                        </a:rPr>
                        <a:t>同化</a:t>
                      </a:r>
                      <a:r>
                        <a:rPr lang="en-US" sz="1800" dirty="0">
                          <a:solidFill>
                            <a:srgbClr val="2C3E50"/>
                          </a:solidFill>
                          <a:latin typeface="Meiryo" pitchFamily="34" charset="0"/>
                          <a:ea typeface="Meiryo" pitchFamily="34" charset="-122"/>
                          <a:cs typeface="Meiryo" pitchFamily="34" charset="-120"/>
                        </a:rPr>
                        <a:t>（assimilation）</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NO₃⁻ / NH₄⁺ → アミノ酸・タンパク質</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植物・微生物</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2665">
                <a:tc>
                  <a:txBody>
                    <a:bodyPr/>
                    <a:lstStyle/>
                    <a:p>
                      <a:pPr marL="0" indent="0" algn="l">
                        <a:buNone/>
                      </a:pPr>
                      <a:r>
                        <a:rPr lang="en-US" sz="1800" b="1" dirty="0">
                          <a:solidFill>
                            <a:srgbClr val="1A5276"/>
                          </a:solidFill>
                          <a:latin typeface="Meiryo" pitchFamily="34" charset="0"/>
                          <a:ea typeface="Meiryo" pitchFamily="34" charset="-122"/>
                          <a:cs typeface="Meiryo" pitchFamily="34" charset="-120"/>
                        </a:rPr>
                        <a:t>脱窒</a:t>
                      </a:r>
                      <a:r>
                        <a:rPr lang="en-US" sz="1800" dirty="0">
                          <a:solidFill>
                            <a:srgbClr val="2C3E50"/>
                          </a:solidFill>
                          <a:latin typeface="Meiryo" pitchFamily="34" charset="0"/>
                          <a:ea typeface="Meiryo" pitchFamily="34" charset="-122"/>
                          <a:cs typeface="Meiryo" pitchFamily="34" charset="-120"/>
                        </a:rPr>
                        <a:t>（denitrification）</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NO₃⁻ → N₂（大気へ戻る）</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b="1" dirty="0">
                          <a:solidFill>
                            <a:srgbClr val="C0392B"/>
                          </a:solidFill>
                          <a:latin typeface="Meiryo" pitchFamily="34" charset="0"/>
                          <a:ea typeface="Meiryo" pitchFamily="34" charset="-122"/>
                          <a:cs typeface="Meiryo" pitchFamily="34" charset="-120"/>
                        </a:rPr>
                        <a:t>脱窒菌</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b="1" dirty="0">
                          <a:solidFill>
                            <a:srgbClr val="C0392B"/>
                          </a:solidFill>
                          <a:latin typeface="Meiryo" pitchFamily="34" charset="0"/>
                          <a:ea typeface="Meiryo" pitchFamily="34" charset="-122"/>
                          <a:cs typeface="Meiryo" pitchFamily="34" charset="-120"/>
                        </a:rPr>
                        <a:t>嫌気・還元</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bl>
          </a:graphicData>
        </a:graphic>
      </p:graphicFrame>
      <p:sp>
        <p:nvSpPr>
          <p:cNvPr id="5" name="Shape 2"/>
          <p:cNvSpPr/>
          <p:nvPr/>
        </p:nvSpPr>
        <p:spPr>
          <a:xfrm>
            <a:off x="411480" y="4453128"/>
            <a:ext cx="5545836" cy="1645920"/>
          </a:xfrm>
          <a:prstGeom prst="rect">
            <a:avLst/>
          </a:prstGeom>
          <a:solidFill>
            <a:srgbClr val="EAF2F8"/>
          </a:solidFill>
          <a:ln/>
        </p:spPr>
        <p:txBody>
          <a:bodyPr/>
          <a:lstStyle/>
          <a:p>
            <a:endParaRPr lang="ja-JP" altLang="en-US"/>
          </a:p>
        </p:txBody>
      </p:sp>
      <p:sp>
        <p:nvSpPr>
          <p:cNvPr id="6" name="Shape 3"/>
          <p:cNvSpPr/>
          <p:nvPr/>
        </p:nvSpPr>
        <p:spPr>
          <a:xfrm>
            <a:off x="411480" y="4453128"/>
            <a:ext cx="64008" cy="1645920"/>
          </a:xfrm>
          <a:prstGeom prst="rect">
            <a:avLst/>
          </a:prstGeom>
          <a:solidFill>
            <a:srgbClr val="2980B9"/>
          </a:solidFill>
          <a:ln/>
        </p:spPr>
        <p:txBody>
          <a:bodyPr/>
          <a:lstStyle/>
          <a:p>
            <a:endParaRPr lang="ja-JP" altLang="en-US"/>
          </a:p>
        </p:txBody>
      </p:sp>
      <p:sp>
        <p:nvSpPr>
          <p:cNvPr id="7" name="Text 4"/>
          <p:cNvSpPr/>
          <p:nvPr/>
        </p:nvSpPr>
        <p:spPr>
          <a:xfrm>
            <a:off x="576072" y="4507992"/>
            <a:ext cx="5271516" cy="292608"/>
          </a:xfrm>
          <a:prstGeom prst="rect">
            <a:avLst/>
          </a:prstGeom>
          <a:noFill/>
          <a:ln/>
        </p:spPr>
        <p:txBody>
          <a:bodyPr wrap="square" rtlCol="0" anchor="ctr"/>
          <a:lstStyle/>
          <a:p>
            <a:pPr marL="0" indent="0">
              <a:buNone/>
            </a:pPr>
            <a:r>
              <a:rPr lang="en-US" sz="1600" b="1" dirty="0">
                <a:solidFill>
                  <a:srgbClr val="2980B9"/>
                </a:solidFill>
                <a:latin typeface="Meiryo" pitchFamily="34" charset="0"/>
                <a:ea typeface="Meiryo" pitchFamily="34" charset="-122"/>
                <a:cs typeface="Meiryo" pitchFamily="34" charset="-120"/>
              </a:rPr>
              <a:t>硝化 vs 脱窒</a:t>
            </a:r>
            <a:endParaRPr lang="en-US" sz="1600" dirty="0"/>
          </a:p>
        </p:txBody>
      </p:sp>
      <p:sp>
        <p:nvSpPr>
          <p:cNvPr id="8" name="Text 5"/>
          <p:cNvSpPr/>
          <p:nvPr/>
        </p:nvSpPr>
        <p:spPr>
          <a:xfrm>
            <a:off x="576072" y="4791456"/>
            <a:ext cx="5271516" cy="126187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硝化 = </a:t>
            </a:r>
            <a:r>
              <a:rPr lang="en-US" b="1" dirty="0">
                <a:solidFill>
                  <a:srgbClr val="1A5276"/>
                </a:solidFill>
                <a:latin typeface="Meiryo" pitchFamily="34" charset="0"/>
                <a:ea typeface="Meiryo" pitchFamily="34" charset="-122"/>
                <a:cs typeface="Meiryo" pitchFamily="34" charset="-120"/>
              </a:rPr>
              <a:t>好気・酸化</a:t>
            </a:r>
            <a:r>
              <a:rPr lang="en-US" dirty="0">
                <a:solidFill>
                  <a:srgbClr val="2C3E50"/>
                </a:solidFill>
                <a:latin typeface="Meiryo" pitchFamily="34" charset="0"/>
                <a:ea typeface="Meiryo" pitchFamily="34" charset="-122"/>
                <a:cs typeface="Meiryo" pitchFamily="34" charset="-120"/>
              </a:rPr>
              <a:t>（NH₄⁺ → NO₃⁻）</a:t>
            </a:r>
            <a:endParaRPr lang="en-US" dirty="0"/>
          </a:p>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脱窒 = </a:t>
            </a:r>
            <a:r>
              <a:rPr lang="en-US" b="1" dirty="0" err="1">
                <a:solidFill>
                  <a:srgbClr val="1A5276"/>
                </a:solidFill>
                <a:latin typeface="Meiryo" pitchFamily="34" charset="0"/>
                <a:ea typeface="Meiryo" pitchFamily="34" charset="-122"/>
                <a:cs typeface="Meiryo" pitchFamily="34" charset="-120"/>
              </a:rPr>
              <a:t>嫌気・還元</a:t>
            </a:r>
            <a:r>
              <a:rPr lang="en-US" dirty="0" err="1">
                <a:solidFill>
                  <a:srgbClr val="2C3E50"/>
                </a:solidFill>
                <a:latin typeface="Meiryo" pitchFamily="34" charset="0"/>
                <a:ea typeface="Meiryo" pitchFamily="34" charset="-122"/>
                <a:cs typeface="Meiryo" pitchFamily="34" charset="-120"/>
              </a:rPr>
              <a:t>（NO</a:t>
            </a:r>
            <a:r>
              <a:rPr lang="en-US" dirty="0">
                <a:solidFill>
                  <a:srgbClr val="2C3E50"/>
                </a:solidFill>
                <a:latin typeface="Meiryo" pitchFamily="34" charset="0"/>
                <a:ea typeface="Meiryo" pitchFamily="34" charset="-122"/>
                <a:cs typeface="Meiryo" pitchFamily="34" charset="-120"/>
              </a:rPr>
              <a:t>₃⁻ → N₂）</a:t>
            </a:r>
            <a:endParaRPr lang="en-US" dirty="0"/>
          </a:p>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条件が真逆なので覚えやすい。</a:t>
            </a:r>
            <a:endParaRPr lang="en-US" dirty="0"/>
          </a:p>
        </p:txBody>
      </p:sp>
      <p:sp>
        <p:nvSpPr>
          <p:cNvPr id="9" name="Shape 6"/>
          <p:cNvSpPr/>
          <p:nvPr/>
        </p:nvSpPr>
        <p:spPr>
          <a:xfrm>
            <a:off x="6231636" y="4453128"/>
            <a:ext cx="5545836" cy="1645920"/>
          </a:xfrm>
          <a:prstGeom prst="rect">
            <a:avLst/>
          </a:prstGeom>
          <a:solidFill>
            <a:srgbClr val="F8F9FA"/>
          </a:solidFill>
          <a:ln/>
        </p:spPr>
        <p:txBody>
          <a:bodyPr/>
          <a:lstStyle/>
          <a:p>
            <a:endParaRPr lang="ja-JP" altLang="en-US"/>
          </a:p>
        </p:txBody>
      </p:sp>
      <p:sp>
        <p:nvSpPr>
          <p:cNvPr id="10" name="Shape 7"/>
          <p:cNvSpPr/>
          <p:nvPr/>
        </p:nvSpPr>
        <p:spPr>
          <a:xfrm>
            <a:off x="6231636" y="4407408"/>
            <a:ext cx="64008" cy="1645920"/>
          </a:xfrm>
          <a:prstGeom prst="rect">
            <a:avLst/>
          </a:prstGeom>
          <a:solidFill>
            <a:srgbClr val="BDC3C7"/>
          </a:solidFill>
          <a:ln/>
        </p:spPr>
        <p:txBody>
          <a:bodyPr/>
          <a:lstStyle/>
          <a:p>
            <a:endParaRPr lang="ja-JP" altLang="en-US"/>
          </a:p>
        </p:txBody>
      </p:sp>
      <p:sp>
        <p:nvSpPr>
          <p:cNvPr id="11" name="Text 8"/>
          <p:cNvSpPr/>
          <p:nvPr/>
        </p:nvSpPr>
        <p:spPr>
          <a:xfrm>
            <a:off x="6396228" y="4555998"/>
            <a:ext cx="5271516" cy="292608"/>
          </a:xfrm>
          <a:prstGeom prst="rect">
            <a:avLst/>
          </a:prstGeom>
          <a:noFill/>
          <a:ln/>
        </p:spPr>
        <p:txBody>
          <a:bodyPr wrap="square" rtlCol="0" anchor="ctr"/>
          <a:lstStyle/>
          <a:p>
            <a:pPr marL="0" indent="0">
              <a:buNone/>
            </a:pPr>
            <a:r>
              <a:rPr lang="en-US" b="1" dirty="0">
                <a:solidFill>
                  <a:srgbClr val="BDC3C7"/>
                </a:solidFill>
                <a:latin typeface="Meiryo" pitchFamily="34" charset="0"/>
                <a:ea typeface="Meiryo" pitchFamily="34" charset="-122"/>
                <a:cs typeface="Meiryo" pitchFamily="34" charset="-120"/>
              </a:rPr>
              <a:t>下水処理で活用</a:t>
            </a:r>
            <a:endParaRPr lang="en-US" dirty="0"/>
          </a:p>
        </p:txBody>
      </p:sp>
      <p:sp>
        <p:nvSpPr>
          <p:cNvPr id="12" name="Text 9"/>
          <p:cNvSpPr/>
          <p:nvPr/>
        </p:nvSpPr>
        <p:spPr>
          <a:xfrm>
            <a:off x="6396228" y="4974336"/>
            <a:ext cx="5271516" cy="126187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生物学的窒素除去 = 硝化 + 脱窒 の組み合わせ。水質汚濁の主要対策技術。</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A-3. 窒素循環の整理 — 概念マップ</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203" name="EnLabel"/>
          <p:cNvSpPr txBox="1"/>
          <p:nvPr/>
        </p:nvSpPr>
        <p:spPr>
          <a:xfrm>
            <a:off x="8001000" y="1295399"/>
            <a:ext cx="3556000" cy="279400"/>
          </a:xfrm>
          <a:prstGeom prst="rect">
            <a:avLst/>
          </a:prstGeom>
          <a:noFill/>
        </p:spPr>
        <p:txBody>
          <a:bodyPr wrap="square" lIns="0" tIns="0" rIns="0" bIns="0" anchor="t"/>
          <a:lstStyle/>
          <a:p>
            <a:pPr marL="0" indent="0" algn="r">
              <a:buNone/>
            </a:pPr>
            <a:r>
              <a:rPr lang="en-US" sz="1000" b="1" spc="200" dirty="0">
                <a:solidFill>
                  <a:srgbClr val="5DADE2"/>
                </a:solidFill>
                <a:latin typeface="Meiryo"/>
              </a:rPr>
              <a:t>NITROGEN CYCLE  /  4 STAGES</a:t>
            </a:r>
          </a:p>
        </p:txBody>
      </p:sp>
      <p:sp>
        <p:nvSpPr>
          <p:cNvPr id="204" name="N2Card"/>
          <p:cNvSpPr/>
          <p:nvPr/>
        </p:nvSpPr>
        <p:spPr>
          <a:xfrm>
            <a:off x="4826000" y="1651000"/>
            <a:ext cx="2540000" cy="990600"/>
          </a:xfrm>
          <a:prstGeom prst="roundRect">
            <a:avLst>
              <a:gd name="adj" fmla="val 12000"/>
            </a:avLst>
          </a:prstGeom>
          <a:solidFill>
            <a:srgbClr val="273746"/>
          </a:solidFill>
          <a:ln w="22225">
            <a:solidFill>
              <a:srgbClr val="5DADE2"/>
            </a:solidFill>
          </a:ln>
        </p:spPr>
        <p:txBody>
          <a:bodyPr/>
          <a:lstStyle/>
          <a:p>
            <a:endParaRPr lang="ja-JP"/>
          </a:p>
        </p:txBody>
      </p:sp>
      <p:sp>
        <p:nvSpPr>
          <p:cNvPr id="205" name="N2Formula"/>
          <p:cNvSpPr txBox="1"/>
          <p:nvPr/>
        </p:nvSpPr>
        <p:spPr>
          <a:xfrm>
            <a:off x="4953000" y="1752600"/>
            <a:ext cx="2286000" cy="457200"/>
          </a:xfrm>
          <a:prstGeom prst="rect">
            <a:avLst/>
          </a:prstGeom>
          <a:noFill/>
        </p:spPr>
        <p:txBody>
          <a:bodyPr wrap="square" lIns="0" tIns="0" rIns="0" bIns="0" anchor="t"/>
          <a:lstStyle/>
          <a:p>
            <a:pPr marL="0" indent="0" algn="ctr">
              <a:buNone/>
            </a:pPr>
            <a:r>
              <a:rPr lang="ja-JP" sz="2400" b="1" dirty="0">
                <a:solidFill>
                  <a:srgbClr val="5DADE2"/>
                </a:solidFill>
                <a:latin typeface="Meiryo"/>
                <a:ea typeface="Meiryo"/>
              </a:rPr>
              <a:t>N₂</a:t>
            </a:r>
          </a:p>
        </p:txBody>
      </p:sp>
      <p:sp>
        <p:nvSpPr>
          <p:cNvPr id="206" name="N2Sub"/>
          <p:cNvSpPr txBox="1"/>
          <p:nvPr/>
        </p:nvSpPr>
        <p:spPr>
          <a:xfrm>
            <a:off x="4953000" y="2260600"/>
            <a:ext cx="2286000" cy="279400"/>
          </a:xfrm>
          <a:prstGeom prst="rect">
            <a:avLst/>
          </a:prstGeom>
          <a:noFill/>
        </p:spPr>
        <p:txBody>
          <a:bodyPr wrap="square" lIns="0" tIns="0" rIns="0" bIns="0" anchor="t"/>
          <a:lstStyle/>
          <a:p>
            <a:pPr marL="0" indent="0" algn="ctr">
              <a:buNone/>
            </a:pPr>
            <a:r>
              <a:rPr lang="ja-JP" sz="1200" dirty="0">
                <a:solidFill>
                  <a:srgbClr val="D5DBDB"/>
                </a:solidFill>
                <a:latin typeface="Meiryo"/>
                <a:ea typeface="Meiryo"/>
              </a:rPr>
              <a:t>大気（78%）</a:t>
            </a:r>
          </a:p>
        </p:txBody>
      </p:sp>
      <p:sp>
        <p:nvSpPr>
          <p:cNvPr id="207" name="NH4Card"/>
          <p:cNvSpPr/>
          <p:nvPr/>
        </p:nvSpPr>
        <p:spPr>
          <a:xfrm>
            <a:off x="1016000" y="3619500"/>
            <a:ext cx="2540000" cy="990600"/>
          </a:xfrm>
          <a:prstGeom prst="roundRect">
            <a:avLst>
              <a:gd name="adj" fmla="val 12000"/>
            </a:avLst>
          </a:prstGeom>
          <a:solidFill>
            <a:srgbClr val="273746"/>
          </a:solidFill>
          <a:ln w="22225">
            <a:solidFill>
              <a:srgbClr val="58D68D"/>
            </a:solidFill>
          </a:ln>
        </p:spPr>
        <p:txBody>
          <a:bodyPr/>
          <a:lstStyle/>
          <a:p>
            <a:endParaRPr lang="ja-JP"/>
          </a:p>
        </p:txBody>
      </p:sp>
      <p:sp>
        <p:nvSpPr>
          <p:cNvPr id="208" name="NH4Formula"/>
          <p:cNvSpPr txBox="1"/>
          <p:nvPr/>
        </p:nvSpPr>
        <p:spPr>
          <a:xfrm>
            <a:off x="1143000" y="3721100"/>
            <a:ext cx="2286000" cy="457200"/>
          </a:xfrm>
          <a:prstGeom prst="rect">
            <a:avLst/>
          </a:prstGeom>
          <a:noFill/>
        </p:spPr>
        <p:txBody>
          <a:bodyPr wrap="square" lIns="0" tIns="0" rIns="0" bIns="0" anchor="t"/>
          <a:lstStyle/>
          <a:p>
            <a:pPr marL="0" indent="0" algn="ctr">
              <a:buNone/>
            </a:pPr>
            <a:r>
              <a:rPr lang="ja-JP" sz="2400" b="1" dirty="0">
                <a:solidFill>
                  <a:srgbClr val="58D68D"/>
                </a:solidFill>
                <a:latin typeface="Meiryo"/>
                <a:ea typeface="Meiryo"/>
              </a:rPr>
              <a:t>NH₄⁺</a:t>
            </a:r>
          </a:p>
        </p:txBody>
      </p:sp>
      <p:sp>
        <p:nvSpPr>
          <p:cNvPr id="209" name="NH4Sub"/>
          <p:cNvSpPr txBox="1"/>
          <p:nvPr/>
        </p:nvSpPr>
        <p:spPr>
          <a:xfrm>
            <a:off x="1143000" y="4229100"/>
            <a:ext cx="2286000" cy="279400"/>
          </a:xfrm>
          <a:prstGeom prst="rect">
            <a:avLst/>
          </a:prstGeom>
          <a:noFill/>
        </p:spPr>
        <p:txBody>
          <a:bodyPr wrap="square" lIns="0" tIns="0" rIns="0" bIns="0" anchor="t"/>
          <a:lstStyle/>
          <a:p>
            <a:pPr marL="0" indent="0" algn="ctr">
              <a:buNone/>
            </a:pPr>
            <a:r>
              <a:rPr lang="ja-JP" sz="1200" dirty="0">
                <a:solidFill>
                  <a:srgbClr val="D5DBDB"/>
                </a:solidFill>
                <a:latin typeface="Meiryo"/>
                <a:ea typeface="Meiryo"/>
              </a:rPr>
              <a:t>アンモニウム</a:t>
            </a:r>
          </a:p>
        </p:txBody>
      </p:sp>
      <p:sp>
        <p:nvSpPr>
          <p:cNvPr id="210" name="NO3Card"/>
          <p:cNvSpPr/>
          <p:nvPr/>
        </p:nvSpPr>
        <p:spPr>
          <a:xfrm>
            <a:off x="8636000" y="3619500"/>
            <a:ext cx="2540000" cy="990600"/>
          </a:xfrm>
          <a:prstGeom prst="roundRect">
            <a:avLst>
              <a:gd name="adj" fmla="val 12000"/>
            </a:avLst>
          </a:prstGeom>
          <a:solidFill>
            <a:srgbClr val="273746"/>
          </a:solidFill>
          <a:ln w="22225">
            <a:solidFill>
              <a:srgbClr val="F5B041"/>
            </a:solidFill>
          </a:ln>
        </p:spPr>
        <p:txBody>
          <a:bodyPr/>
          <a:lstStyle/>
          <a:p>
            <a:endParaRPr lang="ja-JP"/>
          </a:p>
        </p:txBody>
      </p:sp>
      <p:sp>
        <p:nvSpPr>
          <p:cNvPr id="211" name="NO3Formula"/>
          <p:cNvSpPr txBox="1"/>
          <p:nvPr/>
        </p:nvSpPr>
        <p:spPr>
          <a:xfrm>
            <a:off x="8763000" y="3721100"/>
            <a:ext cx="2286000" cy="457200"/>
          </a:xfrm>
          <a:prstGeom prst="rect">
            <a:avLst/>
          </a:prstGeom>
          <a:noFill/>
        </p:spPr>
        <p:txBody>
          <a:bodyPr wrap="square" lIns="0" tIns="0" rIns="0" bIns="0" anchor="t"/>
          <a:lstStyle/>
          <a:p>
            <a:pPr marL="0" indent="0" algn="ctr">
              <a:buNone/>
            </a:pPr>
            <a:r>
              <a:rPr lang="ja-JP" sz="2400" b="1" dirty="0">
                <a:solidFill>
                  <a:srgbClr val="F5B041"/>
                </a:solidFill>
                <a:latin typeface="Meiryo"/>
                <a:ea typeface="Meiryo"/>
              </a:rPr>
              <a:t>NO₃⁻</a:t>
            </a:r>
          </a:p>
        </p:txBody>
      </p:sp>
      <p:sp>
        <p:nvSpPr>
          <p:cNvPr id="212" name="NO3Sub"/>
          <p:cNvSpPr txBox="1"/>
          <p:nvPr/>
        </p:nvSpPr>
        <p:spPr>
          <a:xfrm>
            <a:off x="8763000" y="4229100"/>
            <a:ext cx="2286000" cy="279400"/>
          </a:xfrm>
          <a:prstGeom prst="rect">
            <a:avLst/>
          </a:prstGeom>
          <a:noFill/>
        </p:spPr>
        <p:txBody>
          <a:bodyPr wrap="square" lIns="0" tIns="0" rIns="0" bIns="0" anchor="t"/>
          <a:lstStyle/>
          <a:p>
            <a:pPr marL="0" indent="0" algn="ctr">
              <a:buNone/>
            </a:pPr>
            <a:r>
              <a:rPr lang="ja-JP" sz="1200" dirty="0">
                <a:solidFill>
                  <a:srgbClr val="D5DBDB"/>
                </a:solidFill>
                <a:latin typeface="Meiryo"/>
                <a:ea typeface="Meiryo"/>
              </a:rPr>
              <a:t>硝酸</a:t>
            </a:r>
          </a:p>
        </p:txBody>
      </p:sp>
      <p:sp>
        <p:nvSpPr>
          <p:cNvPr id="213" name="AACard"/>
          <p:cNvSpPr/>
          <p:nvPr/>
        </p:nvSpPr>
        <p:spPr>
          <a:xfrm>
            <a:off x="4826000" y="4826000"/>
            <a:ext cx="2540000" cy="990600"/>
          </a:xfrm>
          <a:prstGeom prst="roundRect">
            <a:avLst>
              <a:gd name="adj" fmla="val 12000"/>
            </a:avLst>
          </a:prstGeom>
          <a:solidFill>
            <a:srgbClr val="273746"/>
          </a:solidFill>
          <a:ln w="22225">
            <a:solidFill>
              <a:srgbClr val="BB8FCE"/>
            </a:solidFill>
          </a:ln>
        </p:spPr>
        <p:txBody>
          <a:bodyPr/>
          <a:lstStyle/>
          <a:p>
            <a:endParaRPr lang="ja-JP"/>
          </a:p>
        </p:txBody>
      </p:sp>
      <p:sp>
        <p:nvSpPr>
          <p:cNvPr id="214" name="AAFormula"/>
          <p:cNvSpPr txBox="1"/>
          <p:nvPr/>
        </p:nvSpPr>
        <p:spPr>
          <a:xfrm>
            <a:off x="4953000" y="4927600"/>
            <a:ext cx="2286000" cy="457200"/>
          </a:xfrm>
          <a:prstGeom prst="rect">
            <a:avLst/>
          </a:prstGeom>
          <a:noFill/>
        </p:spPr>
        <p:txBody>
          <a:bodyPr wrap="square" lIns="0" tIns="0" rIns="0" bIns="0" anchor="t"/>
          <a:lstStyle/>
          <a:p>
            <a:pPr marL="0" indent="0" algn="ctr">
              <a:buNone/>
            </a:pPr>
            <a:r>
              <a:rPr lang="ja-JP" sz="2400" b="1" dirty="0">
                <a:solidFill>
                  <a:srgbClr val="BB8FCE"/>
                </a:solidFill>
                <a:latin typeface="Meiryo"/>
                <a:ea typeface="Meiryo"/>
              </a:rPr>
              <a:t>アミノ酸</a:t>
            </a:r>
          </a:p>
        </p:txBody>
      </p:sp>
      <p:sp>
        <p:nvSpPr>
          <p:cNvPr id="215" name="AASub"/>
          <p:cNvSpPr txBox="1"/>
          <p:nvPr/>
        </p:nvSpPr>
        <p:spPr>
          <a:xfrm>
            <a:off x="4953000" y="5435600"/>
            <a:ext cx="2286000" cy="279400"/>
          </a:xfrm>
          <a:prstGeom prst="rect">
            <a:avLst/>
          </a:prstGeom>
          <a:noFill/>
        </p:spPr>
        <p:txBody>
          <a:bodyPr wrap="square" lIns="0" tIns="0" rIns="0" bIns="0" anchor="t"/>
          <a:lstStyle/>
          <a:p>
            <a:pPr marL="0" indent="0" algn="ctr">
              <a:buNone/>
            </a:pPr>
            <a:r>
              <a:rPr lang="ja-JP" sz="1200" dirty="0">
                <a:solidFill>
                  <a:srgbClr val="D5DBDB"/>
                </a:solidFill>
                <a:latin typeface="Meiryo"/>
                <a:ea typeface="Meiryo"/>
              </a:rPr>
              <a:t>生体内有機N</a:t>
            </a:r>
          </a:p>
        </p:txBody>
      </p:sp>
      <p:cxnSp>
        <p:nvCxnSpPr>
          <p:cNvPr id="216" name="Arrow216"/>
          <p:cNvCxnSpPr/>
          <p:nvPr/>
        </p:nvCxnSpPr>
        <p:spPr>
          <a:xfrm flipH="1">
            <a:off x="2794000" y="2667000"/>
            <a:ext cx="2540000" cy="927100"/>
          </a:xfrm>
          <a:prstGeom prst="straightConnector1">
            <a:avLst/>
          </a:prstGeom>
          <a:ln w="28575">
            <a:solidFill>
              <a:srgbClr val="58D68D"/>
            </a:solidFill>
            <a:tailEnd type="triangle" w="lg" len="lg"/>
          </a:ln>
        </p:spPr>
      </p:cxnSp>
      <p:cxnSp>
        <p:nvCxnSpPr>
          <p:cNvPr id="217" name="Arrow217"/>
          <p:cNvCxnSpPr/>
          <p:nvPr/>
        </p:nvCxnSpPr>
        <p:spPr>
          <a:xfrm>
            <a:off x="3581400" y="4114800"/>
            <a:ext cx="5029200" cy="0"/>
          </a:xfrm>
          <a:prstGeom prst="straightConnector1">
            <a:avLst/>
          </a:prstGeom>
          <a:ln w="28575">
            <a:solidFill>
              <a:srgbClr val="F5B041"/>
            </a:solidFill>
            <a:tailEnd type="triangle" w="lg" len="lg"/>
          </a:ln>
        </p:spPr>
      </p:cxnSp>
      <p:cxnSp>
        <p:nvCxnSpPr>
          <p:cNvPr id="218" name="Arrow218"/>
          <p:cNvCxnSpPr/>
          <p:nvPr/>
        </p:nvCxnSpPr>
        <p:spPr>
          <a:xfrm flipH="1">
            <a:off x="7404100" y="4635500"/>
            <a:ext cx="1993900" cy="685800"/>
          </a:xfrm>
          <a:prstGeom prst="straightConnector1">
            <a:avLst/>
          </a:prstGeom>
          <a:ln w="28575">
            <a:solidFill>
              <a:srgbClr val="BB8FCE"/>
            </a:solidFill>
            <a:tailEnd type="triangle" w="lg" len="lg"/>
          </a:ln>
        </p:spPr>
      </p:cxnSp>
      <p:cxnSp>
        <p:nvCxnSpPr>
          <p:cNvPr id="219" name="Arrow219"/>
          <p:cNvCxnSpPr/>
          <p:nvPr/>
        </p:nvCxnSpPr>
        <p:spPr>
          <a:xfrm flipH="1" flipV="1">
            <a:off x="7404100" y="2222500"/>
            <a:ext cx="1993900" cy="1371600"/>
          </a:xfrm>
          <a:prstGeom prst="straightConnector1">
            <a:avLst/>
          </a:prstGeom>
          <a:ln w="28575">
            <a:solidFill>
              <a:srgbClr val="5DADE2"/>
            </a:solidFill>
            <a:prstDash val="dash"/>
            <a:tailEnd type="triangle" w="lg" len="lg"/>
          </a:ln>
        </p:spPr>
      </p:cxnSp>
      <p:sp>
        <p:nvSpPr>
          <p:cNvPr id="220" name="Badge1"/>
          <p:cNvSpPr/>
          <p:nvPr/>
        </p:nvSpPr>
        <p:spPr>
          <a:xfrm>
            <a:off x="3784600" y="2857500"/>
            <a:ext cx="558800" cy="558800"/>
          </a:xfrm>
          <a:prstGeom prst="ellipse">
            <a:avLst/>
          </a:prstGeom>
          <a:solidFill>
            <a:srgbClr val="1B2631"/>
          </a:solidFill>
          <a:ln w="25400">
            <a:solidFill>
              <a:srgbClr val="58D68D"/>
            </a:solidFill>
          </a:ln>
        </p:spPr>
        <p:txBody>
          <a:bodyPr/>
          <a:lstStyle/>
          <a:p>
            <a:endParaRPr lang="ja-JP"/>
          </a:p>
        </p:txBody>
      </p:sp>
      <p:sp>
        <p:nvSpPr>
          <p:cNvPr id="221" name="BadgeNum1"/>
          <p:cNvSpPr txBox="1"/>
          <p:nvPr/>
        </p:nvSpPr>
        <p:spPr>
          <a:xfrm>
            <a:off x="3810000" y="2933700"/>
            <a:ext cx="508000" cy="228600"/>
          </a:xfrm>
          <a:prstGeom prst="rect">
            <a:avLst/>
          </a:prstGeom>
          <a:noFill/>
        </p:spPr>
        <p:txBody>
          <a:bodyPr wrap="square" lIns="0" tIns="0" rIns="0" bIns="0" anchor="t"/>
          <a:lstStyle/>
          <a:p>
            <a:pPr marL="0" indent="0" algn="ctr">
              <a:buNone/>
            </a:pPr>
            <a:r>
              <a:rPr lang="en-US" sz="900" b="1" dirty="0">
                <a:solidFill>
                  <a:srgbClr val="58D68D"/>
                </a:solidFill>
                <a:latin typeface="Meiryo"/>
              </a:rPr>
              <a:t>STEP 1</a:t>
            </a:r>
          </a:p>
        </p:txBody>
      </p:sp>
      <p:sp>
        <p:nvSpPr>
          <p:cNvPr id="222" name="BadgeName1"/>
          <p:cNvSpPr txBox="1"/>
          <p:nvPr/>
        </p:nvSpPr>
        <p:spPr>
          <a:xfrm>
            <a:off x="3784600" y="3136900"/>
            <a:ext cx="558800" cy="254000"/>
          </a:xfrm>
          <a:prstGeom prst="rect">
            <a:avLst/>
          </a:prstGeom>
          <a:noFill/>
        </p:spPr>
        <p:txBody>
          <a:bodyPr wrap="square" lIns="0" tIns="0" rIns="0" bIns="0" anchor="t"/>
          <a:lstStyle/>
          <a:p>
            <a:pPr marL="0" indent="0" algn="ctr">
              <a:buNone/>
            </a:pPr>
            <a:r>
              <a:rPr lang="ja-JP" sz="1100" b="1" dirty="0">
                <a:solidFill>
                  <a:srgbClr val="FFFFFF"/>
                </a:solidFill>
                <a:latin typeface="Meiryo"/>
                <a:ea typeface="Meiryo"/>
              </a:rPr>
              <a:t>固定</a:t>
            </a:r>
          </a:p>
        </p:txBody>
      </p:sp>
      <p:sp>
        <p:nvSpPr>
          <p:cNvPr id="223" name="Badge2"/>
          <p:cNvSpPr/>
          <p:nvPr/>
        </p:nvSpPr>
        <p:spPr>
          <a:xfrm>
            <a:off x="5816600" y="3835400"/>
            <a:ext cx="558800" cy="558800"/>
          </a:xfrm>
          <a:prstGeom prst="ellipse">
            <a:avLst/>
          </a:prstGeom>
          <a:solidFill>
            <a:srgbClr val="1B2631"/>
          </a:solidFill>
          <a:ln w="25400">
            <a:solidFill>
              <a:srgbClr val="F5B041"/>
            </a:solidFill>
          </a:ln>
        </p:spPr>
        <p:txBody>
          <a:bodyPr/>
          <a:lstStyle/>
          <a:p>
            <a:endParaRPr lang="ja-JP"/>
          </a:p>
        </p:txBody>
      </p:sp>
      <p:sp>
        <p:nvSpPr>
          <p:cNvPr id="224" name="BadgeNum2"/>
          <p:cNvSpPr txBox="1"/>
          <p:nvPr/>
        </p:nvSpPr>
        <p:spPr>
          <a:xfrm>
            <a:off x="5842000" y="3911600"/>
            <a:ext cx="508000" cy="228600"/>
          </a:xfrm>
          <a:prstGeom prst="rect">
            <a:avLst/>
          </a:prstGeom>
          <a:noFill/>
        </p:spPr>
        <p:txBody>
          <a:bodyPr wrap="square" lIns="0" tIns="0" rIns="0" bIns="0" anchor="t"/>
          <a:lstStyle/>
          <a:p>
            <a:pPr marL="0" indent="0" algn="ctr">
              <a:buNone/>
            </a:pPr>
            <a:r>
              <a:rPr lang="en-US" sz="900" b="1" dirty="0">
                <a:solidFill>
                  <a:srgbClr val="F5B041"/>
                </a:solidFill>
                <a:latin typeface="Meiryo"/>
              </a:rPr>
              <a:t>STEP 2</a:t>
            </a:r>
          </a:p>
        </p:txBody>
      </p:sp>
      <p:sp>
        <p:nvSpPr>
          <p:cNvPr id="225" name="BadgeName2"/>
          <p:cNvSpPr txBox="1"/>
          <p:nvPr/>
        </p:nvSpPr>
        <p:spPr>
          <a:xfrm>
            <a:off x="5816600" y="4114800"/>
            <a:ext cx="558800" cy="254000"/>
          </a:xfrm>
          <a:prstGeom prst="rect">
            <a:avLst/>
          </a:prstGeom>
          <a:noFill/>
        </p:spPr>
        <p:txBody>
          <a:bodyPr wrap="square" lIns="0" tIns="0" rIns="0" bIns="0" anchor="t"/>
          <a:lstStyle/>
          <a:p>
            <a:pPr marL="0" indent="0" algn="ctr">
              <a:buNone/>
            </a:pPr>
            <a:r>
              <a:rPr lang="ja-JP" sz="1100" b="1" dirty="0">
                <a:solidFill>
                  <a:srgbClr val="FFFFFF"/>
                </a:solidFill>
                <a:latin typeface="Meiryo"/>
                <a:ea typeface="Meiryo"/>
              </a:rPr>
              <a:t>硝化</a:t>
            </a:r>
          </a:p>
        </p:txBody>
      </p:sp>
      <p:sp>
        <p:nvSpPr>
          <p:cNvPr id="226" name="Badge3"/>
          <p:cNvSpPr/>
          <p:nvPr/>
        </p:nvSpPr>
        <p:spPr>
          <a:xfrm>
            <a:off x="8102600" y="4699000"/>
            <a:ext cx="558800" cy="558800"/>
          </a:xfrm>
          <a:prstGeom prst="ellipse">
            <a:avLst/>
          </a:prstGeom>
          <a:solidFill>
            <a:srgbClr val="1B2631"/>
          </a:solidFill>
          <a:ln w="25400">
            <a:solidFill>
              <a:srgbClr val="BB8FCE"/>
            </a:solidFill>
          </a:ln>
        </p:spPr>
        <p:txBody>
          <a:bodyPr/>
          <a:lstStyle/>
          <a:p>
            <a:endParaRPr lang="ja-JP"/>
          </a:p>
        </p:txBody>
      </p:sp>
      <p:sp>
        <p:nvSpPr>
          <p:cNvPr id="227" name="BadgeNum3"/>
          <p:cNvSpPr txBox="1"/>
          <p:nvPr/>
        </p:nvSpPr>
        <p:spPr>
          <a:xfrm>
            <a:off x="8121650" y="4838700"/>
            <a:ext cx="508000" cy="228600"/>
          </a:xfrm>
          <a:prstGeom prst="rect">
            <a:avLst/>
          </a:prstGeom>
          <a:noFill/>
        </p:spPr>
        <p:txBody>
          <a:bodyPr wrap="square" lIns="0" tIns="0" rIns="0" bIns="0" anchor="t"/>
          <a:lstStyle/>
          <a:p>
            <a:pPr marL="0" indent="0" algn="ctr">
              <a:buNone/>
            </a:pPr>
            <a:r>
              <a:rPr lang="en-US" sz="900" b="1" dirty="0">
                <a:solidFill>
                  <a:srgbClr val="BB8FCE"/>
                </a:solidFill>
                <a:latin typeface="Meiryo"/>
              </a:rPr>
              <a:t>STEP 3</a:t>
            </a:r>
          </a:p>
        </p:txBody>
      </p:sp>
      <p:sp>
        <p:nvSpPr>
          <p:cNvPr id="228" name="BadgeName3"/>
          <p:cNvSpPr txBox="1"/>
          <p:nvPr/>
        </p:nvSpPr>
        <p:spPr>
          <a:xfrm>
            <a:off x="8096250" y="5041900"/>
            <a:ext cx="558800" cy="254000"/>
          </a:xfrm>
          <a:prstGeom prst="rect">
            <a:avLst/>
          </a:prstGeom>
          <a:noFill/>
        </p:spPr>
        <p:txBody>
          <a:bodyPr wrap="square" lIns="0" tIns="0" rIns="0" bIns="0" anchor="t"/>
          <a:lstStyle/>
          <a:p>
            <a:pPr marL="0" indent="0" algn="ctr">
              <a:buNone/>
            </a:pPr>
            <a:r>
              <a:rPr lang="ja-JP" sz="1100" b="1" dirty="0">
                <a:solidFill>
                  <a:srgbClr val="FFFFFF"/>
                </a:solidFill>
                <a:latin typeface="Meiryo"/>
                <a:ea typeface="Meiryo"/>
              </a:rPr>
              <a:t>同化</a:t>
            </a:r>
          </a:p>
        </p:txBody>
      </p:sp>
      <p:sp>
        <p:nvSpPr>
          <p:cNvPr id="229" name="Badge4"/>
          <p:cNvSpPr/>
          <p:nvPr/>
        </p:nvSpPr>
        <p:spPr>
          <a:xfrm>
            <a:off x="8102600" y="2628900"/>
            <a:ext cx="558800" cy="558800"/>
          </a:xfrm>
          <a:prstGeom prst="ellipse">
            <a:avLst/>
          </a:prstGeom>
          <a:solidFill>
            <a:srgbClr val="1B2631"/>
          </a:solidFill>
          <a:ln w="25400">
            <a:solidFill>
              <a:srgbClr val="5DADE2"/>
            </a:solidFill>
          </a:ln>
        </p:spPr>
        <p:txBody>
          <a:bodyPr/>
          <a:lstStyle/>
          <a:p>
            <a:endParaRPr lang="ja-JP"/>
          </a:p>
        </p:txBody>
      </p:sp>
      <p:sp>
        <p:nvSpPr>
          <p:cNvPr id="230" name="BadgeNum4"/>
          <p:cNvSpPr txBox="1"/>
          <p:nvPr/>
        </p:nvSpPr>
        <p:spPr>
          <a:xfrm>
            <a:off x="8128000" y="2705100"/>
            <a:ext cx="508000" cy="228600"/>
          </a:xfrm>
          <a:prstGeom prst="rect">
            <a:avLst/>
          </a:prstGeom>
          <a:noFill/>
        </p:spPr>
        <p:txBody>
          <a:bodyPr wrap="square" lIns="0" tIns="0" rIns="0" bIns="0" anchor="t"/>
          <a:lstStyle/>
          <a:p>
            <a:pPr marL="0" indent="0" algn="ctr">
              <a:buNone/>
            </a:pPr>
            <a:r>
              <a:rPr lang="en-US" sz="900" b="1" dirty="0">
                <a:solidFill>
                  <a:srgbClr val="5DADE2"/>
                </a:solidFill>
                <a:latin typeface="Meiryo"/>
              </a:rPr>
              <a:t>STEP 4</a:t>
            </a:r>
          </a:p>
        </p:txBody>
      </p:sp>
      <p:sp>
        <p:nvSpPr>
          <p:cNvPr id="231" name="BadgeName4"/>
          <p:cNvSpPr txBox="1"/>
          <p:nvPr/>
        </p:nvSpPr>
        <p:spPr>
          <a:xfrm>
            <a:off x="8102600" y="2908300"/>
            <a:ext cx="558800" cy="254000"/>
          </a:xfrm>
          <a:prstGeom prst="rect">
            <a:avLst/>
          </a:prstGeom>
          <a:noFill/>
        </p:spPr>
        <p:txBody>
          <a:bodyPr wrap="square" lIns="0" tIns="0" rIns="0" bIns="0" anchor="t"/>
          <a:lstStyle/>
          <a:p>
            <a:pPr marL="0" indent="0" algn="ctr">
              <a:buNone/>
            </a:pPr>
            <a:r>
              <a:rPr lang="ja-JP" sz="1100" b="1" dirty="0">
                <a:solidFill>
                  <a:srgbClr val="FFFFFF"/>
                </a:solidFill>
                <a:latin typeface="Meiryo"/>
                <a:ea typeface="Meiryo"/>
              </a:rPr>
              <a:t>脱窒</a:t>
            </a:r>
          </a:p>
        </p:txBody>
      </p:sp>
      <p:cxnSp>
        <p:nvCxnSpPr>
          <p:cNvPr id="4" name="Arrow218">
            <a:extLst>
              <a:ext uri="{FF2B5EF4-FFF2-40B4-BE49-F238E27FC236}">
                <a16:creationId xmlns:a16="http://schemas.microsoft.com/office/drawing/2014/main" id="{D52E4692-F00C-2073-62EB-D6C2EE3A7581}"/>
              </a:ext>
            </a:extLst>
          </p:cNvPr>
          <p:cNvCxnSpPr>
            <a:cxnSpLocks/>
          </p:cNvCxnSpPr>
          <p:nvPr/>
        </p:nvCxnSpPr>
        <p:spPr>
          <a:xfrm flipH="1" flipV="1">
            <a:off x="2844800" y="4686300"/>
            <a:ext cx="1993900" cy="685800"/>
          </a:xfrm>
          <a:prstGeom prst="straightConnector1">
            <a:avLst/>
          </a:prstGeom>
          <a:ln w="28575">
            <a:solidFill>
              <a:srgbClr val="BB8FCE"/>
            </a:solidFill>
            <a:tailEnd type="triangle" w="lg" len="lg"/>
          </a:ln>
        </p:spPr>
      </p:cxnSp>
      <p:sp>
        <p:nvSpPr>
          <p:cNvPr id="7" name="Badge3">
            <a:extLst>
              <a:ext uri="{FF2B5EF4-FFF2-40B4-BE49-F238E27FC236}">
                <a16:creationId xmlns:a16="http://schemas.microsoft.com/office/drawing/2014/main" id="{49040EB6-00A2-B71E-F554-68506702087F}"/>
              </a:ext>
            </a:extLst>
          </p:cNvPr>
          <p:cNvSpPr/>
          <p:nvPr/>
        </p:nvSpPr>
        <p:spPr>
          <a:xfrm>
            <a:off x="3625850" y="4775200"/>
            <a:ext cx="558800" cy="558800"/>
          </a:xfrm>
          <a:prstGeom prst="ellipse">
            <a:avLst/>
          </a:prstGeom>
          <a:solidFill>
            <a:srgbClr val="1B2631"/>
          </a:solidFill>
          <a:ln w="25400">
            <a:solidFill>
              <a:srgbClr val="BB8FCE"/>
            </a:solidFill>
          </a:ln>
        </p:spPr>
        <p:txBody>
          <a:bodyPr/>
          <a:lstStyle/>
          <a:p>
            <a:endParaRPr lang="ja-JP"/>
          </a:p>
        </p:txBody>
      </p:sp>
      <p:sp>
        <p:nvSpPr>
          <p:cNvPr id="8" name="BadgeNum3">
            <a:extLst>
              <a:ext uri="{FF2B5EF4-FFF2-40B4-BE49-F238E27FC236}">
                <a16:creationId xmlns:a16="http://schemas.microsoft.com/office/drawing/2014/main" id="{C8627D28-95C4-0AA5-F8F1-4B0AB112C3C1}"/>
              </a:ext>
            </a:extLst>
          </p:cNvPr>
          <p:cNvSpPr txBox="1"/>
          <p:nvPr/>
        </p:nvSpPr>
        <p:spPr>
          <a:xfrm>
            <a:off x="3654425" y="4908550"/>
            <a:ext cx="508000" cy="228600"/>
          </a:xfrm>
          <a:prstGeom prst="rect">
            <a:avLst/>
          </a:prstGeom>
          <a:noFill/>
        </p:spPr>
        <p:txBody>
          <a:bodyPr wrap="square" lIns="0" tIns="0" rIns="0" bIns="0" anchor="t"/>
          <a:lstStyle/>
          <a:p>
            <a:pPr marL="0" indent="0" algn="ctr">
              <a:buNone/>
            </a:pPr>
            <a:r>
              <a:rPr lang="en-US" sz="900" b="1" dirty="0">
                <a:solidFill>
                  <a:srgbClr val="BB8FCE"/>
                </a:solidFill>
                <a:latin typeface="Meiryo"/>
              </a:rPr>
              <a:t>STEP 3</a:t>
            </a:r>
          </a:p>
        </p:txBody>
      </p:sp>
      <p:sp>
        <p:nvSpPr>
          <p:cNvPr id="9" name="BadgeName3">
            <a:extLst>
              <a:ext uri="{FF2B5EF4-FFF2-40B4-BE49-F238E27FC236}">
                <a16:creationId xmlns:a16="http://schemas.microsoft.com/office/drawing/2014/main" id="{CAD135A1-3F4F-B446-89E1-51DF44336A2A}"/>
              </a:ext>
            </a:extLst>
          </p:cNvPr>
          <p:cNvSpPr txBox="1"/>
          <p:nvPr/>
        </p:nvSpPr>
        <p:spPr>
          <a:xfrm>
            <a:off x="3629025" y="5111750"/>
            <a:ext cx="558800" cy="254000"/>
          </a:xfrm>
          <a:prstGeom prst="rect">
            <a:avLst/>
          </a:prstGeom>
          <a:noFill/>
        </p:spPr>
        <p:txBody>
          <a:bodyPr wrap="square" lIns="0" tIns="0" rIns="0" bIns="0" anchor="t"/>
          <a:lstStyle/>
          <a:p>
            <a:pPr marL="0" indent="0" algn="ctr">
              <a:buNone/>
            </a:pPr>
            <a:r>
              <a:rPr lang="ja-JP" altLang="en-US" sz="1100" b="1" dirty="0">
                <a:solidFill>
                  <a:srgbClr val="FFFFFF"/>
                </a:solidFill>
                <a:latin typeface="Meiryo"/>
                <a:ea typeface="Meiryo"/>
              </a:rPr>
              <a:t>分解</a:t>
            </a:r>
            <a:endParaRPr lang="ja-JP" sz="1100" b="1" dirty="0">
              <a:solidFill>
                <a:srgbClr val="FFFFFF"/>
              </a:solidFill>
              <a:latin typeface="Meiryo"/>
              <a:ea typeface="Meiryo"/>
            </a:endParaRPr>
          </a:p>
        </p:txBody>
      </p:sp>
    </p:spTree>
    <p:extLst>
      <p:ext uri="{BB962C8B-B14F-4D97-AF65-F5344CB8AC3E}">
        <p14:creationId xmlns:p14="http://schemas.microsoft.com/office/powerpoint/2010/main" val="27893361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A-3. リン（P）の循環 — 窒素との対比</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Text 2"/>
          <p:cNvSpPr/>
          <p:nvPr/>
        </p:nvSpPr>
        <p:spPr>
          <a:xfrm>
            <a:off x="411480" y="1097280"/>
            <a:ext cx="6400800" cy="365760"/>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リンは</a:t>
            </a:r>
            <a:r>
              <a:rPr lang="en-US" sz="2400" b="1" dirty="0">
                <a:solidFill>
                  <a:srgbClr val="C0392B"/>
                </a:solidFill>
                <a:latin typeface="Meiryo" pitchFamily="34" charset="0"/>
                <a:ea typeface="Meiryo" pitchFamily="34" charset="-122"/>
                <a:cs typeface="Meiryo" pitchFamily="34" charset="-120"/>
              </a:rPr>
              <a:t>ガス態をとらない</a:t>
            </a:r>
            <a:r>
              <a:rPr lang="en-US" sz="2400" dirty="0">
                <a:solidFill>
                  <a:srgbClr val="2C3E50"/>
                </a:solidFill>
                <a:latin typeface="Meiryo" pitchFamily="34" charset="0"/>
                <a:ea typeface="Meiryo" pitchFamily="34" charset="-122"/>
                <a:cs typeface="Meiryo" pitchFamily="34" charset="-120"/>
              </a:rPr>
              <a:t>元素</a:t>
            </a:r>
            <a:endParaRPr lang="en-US" sz="2400" dirty="0"/>
          </a:p>
        </p:txBody>
      </p:sp>
      <p:sp>
        <p:nvSpPr>
          <p:cNvPr id="5" name="Text 3"/>
          <p:cNvSpPr/>
          <p:nvPr/>
        </p:nvSpPr>
        <p:spPr>
          <a:xfrm>
            <a:off x="411480" y="1687068"/>
            <a:ext cx="6400800" cy="1828800"/>
          </a:xfrm>
          <a:prstGeom prst="rect">
            <a:avLst/>
          </a:prstGeom>
          <a:noFill/>
          <a:ln/>
        </p:spPr>
        <p:txBody>
          <a:bodyPr wrap="square" rtlCol="0" anchor="t"/>
          <a:lstStyle/>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主に岩石中に存在 → 風化で土壌へ</a:t>
            </a:r>
            <a:endParaRPr lang="en-US" sz="2000" dirty="0"/>
          </a:p>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植物 → 動物 → 排泄 → 土壌 → </a:t>
            </a:r>
            <a:r>
              <a:rPr lang="en-US" sz="2000" b="1" dirty="0">
                <a:solidFill>
                  <a:srgbClr val="1A5276"/>
                </a:solidFill>
                <a:latin typeface="Meiryo" pitchFamily="34" charset="0"/>
                <a:ea typeface="Meiryo" pitchFamily="34" charset="-122"/>
                <a:cs typeface="Meiryo" pitchFamily="34" charset="-120"/>
              </a:rPr>
              <a:t>河川 → 海洋</a:t>
            </a:r>
            <a:endParaRPr lang="en-US" sz="2000" dirty="0"/>
          </a:p>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a:t>
            </a:r>
            <a:r>
              <a:rPr lang="en-US" sz="2000" dirty="0" err="1">
                <a:solidFill>
                  <a:srgbClr val="2C3E50"/>
                </a:solidFill>
                <a:latin typeface="Meiryo" pitchFamily="34" charset="0"/>
                <a:ea typeface="Meiryo" pitchFamily="34" charset="-122"/>
                <a:cs typeface="Meiryo" pitchFamily="34" charset="-120"/>
              </a:rPr>
              <a:t>海洋から陸への戻りは極めて遅い</a:t>
            </a:r>
            <a:endParaRPr lang="en-US" sz="2000" dirty="0">
              <a:solidFill>
                <a:srgbClr val="2C3E50"/>
              </a:solidFill>
              <a:latin typeface="Meiryo" pitchFamily="34" charset="0"/>
              <a:ea typeface="Meiryo" pitchFamily="34" charset="-122"/>
              <a:cs typeface="Meiryo" pitchFamily="34" charset="-120"/>
            </a:endParaRPr>
          </a:p>
          <a:p>
            <a:pPr marL="0" indent="0" algn="l">
              <a:lnSpc>
                <a:spcPct val="135000"/>
              </a:lnSpc>
              <a:spcAft>
                <a:spcPts val="600"/>
              </a:spcAft>
              <a:buNone/>
            </a:pPr>
            <a:r>
              <a:rPr lang="ja-JP" altLang="en-US" sz="2000" dirty="0">
                <a:solidFill>
                  <a:srgbClr val="2C3E50"/>
                </a:solidFill>
                <a:latin typeface="Meiryo" pitchFamily="34" charset="0"/>
                <a:ea typeface="Meiryo" pitchFamily="34" charset="-122"/>
                <a:cs typeface="Meiryo" pitchFamily="34" charset="-120"/>
              </a:rPr>
              <a:t>　　　　　</a:t>
            </a:r>
            <a:r>
              <a:rPr lang="en-US" sz="2000" dirty="0">
                <a:solidFill>
                  <a:srgbClr val="2C3E50"/>
                </a:solidFill>
                <a:latin typeface="Meiryo" pitchFamily="34" charset="0"/>
                <a:ea typeface="Meiryo" pitchFamily="34" charset="-122"/>
                <a:cs typeface="Meiryo" pitchFamily="34" charset="-120"/>
              </a:rPr>
              <a:t>（鳥類のグアノなど一部のみ）</a:t>
            </a:r>
            <a:endParaRPr lang="en-US" sz="2000" dirty="0"/>
          </a:p>
        </p:txBody>
      </p:sp>
      <p:sp>
        <p:nvSpPr>
          <p:cNvPr id="6" name="Shape 4"/>
          <p:cNvSpPr/>
          <p:nvPr/>
        </p:nvSpPr>
        <p:spPr>
          <a:xfrm>
            <a:off x="576072" y="4823460"/>
            <a:ext cx="6400800" cy="1645920"/>
          </a:xfrm>
          <a:prstGeom prst="rect">
            <a:avLst/>
          </a:prstGeom>
          <a:solidFill>
            <a:srgbClr val="FDEDEC"/>
          </a:solidFill>
          <a:ln/>
        </p:spPr>
        <p:txBody>
          <a:bodyPr/>
          <a:lstStyle/>
          <a:p>
            <a:endParaRPr lang="ja-JP" altLang="en-US" sz="3200"/>
          </a:p>
        </p:txBody>
      </p:sp>
      <p:sp>
        <p:nvSpPr>
          <p:cNvPr id="7" name="Shape 5"/>
          <p:cNvSpPr/>
          <p:nvPr/>
        </p:nvSpPr>
        <p:spPr>
          <a:xfrm>
            <a:off x="576072" y="4823460"/>
            <a:ext cx="64008" cy="1645920"/>
          </a:xfrm>
          <a:prstGeom prst="rect">
            <a:avLst/>
          </a:prstGeom>
          <a:solidFill>
            <a:srgbClr val="C0392B"/>
          </a:solidFill>
          <a:ln/>
        </p:spPr>
        <p:txBody>
          <a:bodyPr/>
          <a:lstStyle/>
          <a:p>
            <a:endParaRPr lang="ja-JP" altLang="en-US" sz="3200"/>
          </a:p>
        </p:txBody>
      </p:sp>
      <p:sp>
        <p:nvSpPr>
          <p:cNvPr id="8" name="Text 6"/>
          <p:cNvSpPr/>
          <p:nvPr/>
        </p:nvSpPr>
        <p:spPr>
          <a:xfrm>
            <a:off x="740664" y="4878324"/>
            <a:ext cx="6126480" cy="292608"/>
          </a:xfrm>
          <a:prstGeom prst="rect">
            <a:avLst/>
          </a:prstGeom>
          <a:noFill/>
          <a:ln/>
        </p:spPr>
        <p:txBody>
          <a:bodyPr wrap="square" rtlCol="0" anchor="ctr"/>
          <a:lstStyle/>
          <a:p>
            <a:pPr marL="0" indent="0">
              <a:buNone/>
            </a:pPr>
            <a:r>
              <a:rPr lang="en-US" b="1" dirty="0">
                <a:solidFill>
                  <a:srgbClr val="C0392B"/>
                </a:solidFill>
                <a:latin typeface="Meiryo" pitchFamily="34" charset="0"/>
                <a:ea typeface="Meiryo" pitchFamily="34" charset="-122"/>
                <a:cs typeface="Meiryo" pitchFamily="34" charset="-120"/>
              </a:rPr>
              <a:t>なぜリンが「制限因子」になりやすいか</a:t>
            </a:r>
            <a:endParaRPr lang="en-US" dirty="0"/>
          </a:p>
        </p:txBody>
      </p:sp>
      <p:sp>
        <p:nvSpPr>
          <p:cNvPr id="9" name="Text 7"/>
          <p:cNvSpPr/>
          <p:nvPr/>
        </p:nvSpPr>
        <p:spPr>
          <a:xfrm>
            <a:off x="740664" y="5161788"/>
            <a:ext cx="6126480" cy="126187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ガス循環がないため、生態系で</a:t>
            </a:r>
            <a:r>
              <a:rPr lang="en-US" sz="2000" b="1" dirty="0">
                <a:solidFill>
                  <a:srgbClr val="1A5276"/>
                </a:solidFill>
                <a:latin typeface="Meiryo" pitchFamily="34" charset="0"/>
                <a:ea typeface="Meiryo" pitchFamily="34" charset="-122"/>
                <a:cs typeface="Meiryo" pitchFamily="34" charset="-120"/>
              </a:rPr>
              <a:t>不足しやすい</a:t>
            </a:r>
            <a:r>
              <a:rPr lang="en-US" sz="2000" dirty="0">
                <a:solidFill>
                  <a:srgbClr val="2C3E50"/>
                </a:solidFill>
                <a:latin typeface="Meiryo" pitchFamily="34" charset="0"/>
                <a:ea typeface="Meiryo" pitchFamily="34" charset="-122"/>
                <a:cs typeface="Meiryo" pitchFamily="34" charset="-120"/>
              </a:rPr>
              <a:t>。逆に農地や下水から大量に流入すると</a:t>
            </a:r>
            <a:r>
              <a:rPr lang="en-US" sz="2000" b="1" dirty="0">
                <a:solidFill>
                  <a:srgbClr val="C0392B"/>
                </a:solidFill>
                <a:latin typeface="Meiryo" pitchFamily="34" charset="0"/>
                <a:ea typeface="Meiryo" pitchFamily="34" charset="-122"/>
                <a:cs typeface="Meiryo" pitchFamily="34" charset="-120"/>
              </a:rPr>
              <a:t>富栄養化</a:t>
            </a:r>
            <a:r>
              <a:rPr lang="en-US" sz="2000" dirty="0">
                <a:solidFill>
                  <a:srgbClr val="2C3E50"/>
                </a:solidFill>
                <a:latin typeface="Meiryo" pitchFamily="34" charset="0"/>
                <a:ea typeface="Meiryo" pitchFamily="34" charset="-122"/>
                <a:cs typeface="Meiryo" pitchFamily="34" charset="-120"/>
              </a:rPr>
              <a:t>を引き起こす。</a:t>
            </a:r>
            <a:endParaRPr lang="en-US" sz="2000" dirty="0"/>
          </a:p>
        </p:txBody>
      </p:sp>
      <p:graphicFrame>
        <p:nvGraphicFramePr>
          <p:cNvPr id="36" name="Table 0"/>
          <p:cNvGraphicFramePr>
            <a:graphicFrameLocks noGrp="1"/>
          </p:cNvGraphicFramePr>
          <p:nvPr>
            <p:extLst>
              <p:ext uri="{D42A27DB-BD31-4B8C-83A1-F6EECF244321}">
                <p14:modId xmlns:p14="http://schemas.microsoft.com/office/powerpoint/2010/main" val="1901708117"/>
              </p:ext>
            </p:extLst>
          </p:nvPr>
        </p:nvGraphicFramePr>
        <p:xfrm>
          <a:off x="7086600" y="1097279"/>
          <a:ext cx="4690872" cy="2817496"/>
        </p:xfrm>
        <a:graphic>
          <a:graphicData uri="http://schemas.openxmlformats.org/drawingml/2006/table">
            <a:tbl>
              <a:tblPr/>
              <a:tblGrid>
                <a:gridCol w="1563624">
                  <a:extLst>
                    <a:ext uri="{9D8B030D-6E8A-4147-A177-3AD203B41FA5}">
                      <a16:colId xmlns:a16="http://schemas.microsoft.com/office/drawing/2014/main" val="20000"/>
                    </a:ext>
                  </a:extLst>
                </a:gridCol>
                <a:gridCol w="1563624">
                  <a:extLst>
                    <a:ext uri="{9D8B030D-6E8A-4147-A177-3AD203B41FA5}">
                      <a16:colId xmlns:a16="http://schemas.microsoft.com/office/drawing/2014/main" val="20001"/>
                    </a:ext>
                  </a:extLst>
                </a:gridCol>
                <a:gridCol w="1563624">
                  <a:extLst>
                    <a:ext uri="{9D8B030D-6E8A-4147-A177-3AD203B41FA5}">
                      <a16:colId xmlns:a16="http://schemas.microsoft.com/office/drawing/2014/main" val="20002"/>
                    </a:ext>
                  </a:extLst>
                </a:gridCol>
              </a:tblGrid>
              <a:tr h="704374">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元素</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ガス態の有無</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循環速度</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704374">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炭素 C</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あり（CO₂）</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速い</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4374">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窒素 N</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あり（N₂）</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速い</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704374">
                <a:tc>
                  <a:txBody>
                    <a:bodyPr/>
                    <a:lstStyle/>
                    <a:p>
                      <a:pPr marL="0" indent="0" algn="l">
                        <a:buNone/>
                      </a:pPr>
                      <a:r>
                        <a:rPr lang="en-US" sz="1800" b="1" dirty="0">
                          <a:solidFill>
                            <a:srgbClr val="1A5276"/>
                          </a:solidFill>
                          <a:latin typeface="Meiryo" pitchFamily="34" charset="0"/>
                          <a:ea typeface="Meiryo" pitchFamily="34" charset="-122"/>
                          <a:cs typeface="Meiryo" pitchFamily="34" charset="-120"/>
                        </a:rPr>
                        <a:t>リン P</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C0392B"/>
                          </a:solidFill>
                          <a:latin typeface="Meiryo" pitchFamily="34" charset="0"/>
                          <a:ea typeface="Meiryo" pitchFamily="34" charset="-122"/>
                          <a:cs typeface="Meiryo" pitchFamily="34" charset="-120"/>
                        </a:rPr>
                        <a:t>なし</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遅い</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pic>
        <p:nvPicPr>
          <p:cNvPr id="11" name="図 10" descr="The image depicts a desolate, rocky landscape with sparse vegetation under a clear sky.&#10;&#10;AI 生成コンテンツは誤りを含む可能性があります。">
            <a:extLst>
              <a:ext uri="{FF2B5EF4-FFF2-40B4-BE49-F238E27FC236}">
                <a16:creationId xmlns:a16="http://schemas.microsoft.com/office/drawing/2014/main" id="{4396BA11-8279-3C31-59F7-E19C30979163}"/>
              </a:ext>
            </a:extLst>
          </p:cNvPr>
          <p:cNvPicPr>
            <a:picLocks noChangeAspect="1"/>
          </p:cNvPicPr>
          <p:nvPr/>
        </p:nvPicPr>
        <p:blipFill>
          <a:blip r:embed="rId3"/>
          <a:stretch>
            <a:fillRect/>
          </a:stretch>
        </p:blipFill>
        <p:spPr>
          <a:xfrm>
            <a:off x="8013533" y="4139929"/>
            <a:ext cx="3437803" cy="2283731"/>
          </a:xfrm>
          <a:prstGeom prst="rect">
            <a:avLst/>
          </a:prstGeom>
        </p:spPr>
      </p:pic>
      <p:sp>
        <p:nvSpPr>
          <p:cNvPr id="12" name="テキスト ボックス 11">
            <a:extLst>
              <a:ext uri="{FF2B5EF4-FFF2-40B4-BE49-F238E27FC236}">
                <a16:creationId xmlns:a16="http://schemas.microsoft.com/office/drawing/2014/main" id="{E28C6B2F-5BA7-C0F9-7D10-1F3D987DB9A9}"/>
              </a:ext>
            </a:extLst>
          </p:cNvPr>
          <p:cNvSpPr txBox="1"/>
          <p:nvPr/>
        </p:nvSpPr>
        <p:spPr>
          <a:xfrm>
            <a:off x="7917561" y="6488668"/>
            <a:ext cx="3533775" cy="369332"/>
          </a:xfrm>
          <a:prstGeom prst="rect">
            <a:avLst/>
          </a:prstGeom>
          <a:noFill/>
        </p:spPr>
        <p:txBody>
          <a:bodyPr wrap="square" rtlCol="0">
            <a:spAutoFit/>
          </a:bodyPr>
          <a:lstStyle/>
          <a:p>
            <a:r>
              <a:rPr kumimoji="1" lang="ja-JP" altLang="en-US" dirty="0"/>
              <a:t>ナウルのグアノ採掘跡地</a:t>
            </a:r>
            <a:endParaRPr kumimoji="1" lang="en-US" altLang="ja-JP" dirty="0"/>
          </a:p>
        </p:txBody>
      </p:sp>
      <p:pic>
        <p:nvPicPr>
          <p:cNvPr id="14" name="図 13" descr="A simple black circle with a diagonal cross inside.&#10;&#10;AI 生成コンテンツは誤りを含む可能性があります。">
            <a:extLst>
              <a:ext uri="{FF2B5EF4-FFF2-40B4-BE49-F238E27FC236}">
                <a16:creationId xmlns:a16="http://schemas.microsoft.com/office/drawing/2014/main" id="{CDF56835-2850-F9A4-5835-5DCCB24A5B62}"/>
              </a:ext>
            </a:extLst>
          </p:cNvPr>
          <p:cNvPicPr>
            <a:picLocks noChangeAspect="1"/>
          </p:cNvPicPr>
          <p:nvPr/>
        </p:nvPicPr>
        <p:blipFill>
          <a:blip r:embed="rId4"/>
          <a:stretch>
            <a:fillRect/>
          </a:stretch>
        </p:blipFill>
        <p:spPr>
          <a:xfrm>
            <a:off x="11096583" y="6469380"/>
            <a:ext cx="354753" cy="369332"/>
          </a:xfrm>
          <a:prstGeom prst="rect">
            <a:avLst/>
          </a:prstGeom>
        </p:spPr>
      </p:pic>
      <p:sp>
        <p:nvSpPr>
          <p:cNvPr id="13" name="テキスト ボックス 12">
            <a:extLst>
              <a:ext uri="{FF2B5EF4-FFF2-40B4-BE49-F238E27FC236}">
                <a16:creationId xmlns:a16="http://schemas.microsoft.com/office/drawing/2014/main" id="{09BC67EA-C72F-EECB-216F-0933289CF13C}"/>
              </a:ext>
            </a:extLst>
          </p:cNvPr>
          <p:cNvSpPr txBox="1"/>
          <p:nvPr/>
        </p:nvSpPr>
        <p:spPr>
          <a:xfrm>
            <a:off x="640080" y="4496842"/>
            <a:ext cx="8251867" cy="261610"/>
          </a:xfrm>
          <a:prstGeom prst="rect">
            <a:avLst/>
          </a:prstGeom>
          <a:noFill/>
        </p:spPr>
        <p:txBody>
          <a:bodyPr wrap="square">
            <a:spAutoFit/>
          </a:bodyPr>
          <a:lstStyle/>
          <a:p>
            <a:r>
              <a:rPr lang="ja-JP" altLang="en-US" sz="1100" dirty="0"/>
              <a:t>制限因子：「リンの少なさ」が「植物プランクトン（藻類など）の増殖」を制限している</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A-3. 富栄養化（eutrophication）</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442556" y="1097280"/>
            <a:ext cx="5424247" cy="4114800"/>
          </a:xfrm>
          <a:prstGeom prst="rect">
            <a:avLst/>
          </a:prstGeom>
        </p:spPr>
      </p:pic>
      <p:sp>
        <p:nvSpPr>
          <p:cNvPr id="6" name="Text 3"/>
          <p:cNvSpPr/>
          <p:nvPr/>
        </p:nvSpPr>
        <p:spPr>
          <a:xfrm>
            <a:off x="411480" y="5303520"/>
            <a:ext cx="5486400"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エリー湖の富栄養化（人工衛星画像）</a:t>
            </a:r>
            <a:endParaRPr lang="en-US" sz="1000" dirty="0"/>
          </a:p>
        </p:txBody>
      </p:sp>
      <p:sp>
        <p:nvSpPr>
          <p:cNvPr id="7" name="Text 4"/>
          <p:cNvSpPr/>
          <p:nvPr/>
        </p:nvSpPr>
        <p:spPr>
          <a:xfrm>
            <a:off x="411480" y="5550408"/>
            <a:ext cx="5486400" cy="228600"/>
          </a:xfrm>
          <a:prstGeom prst="rect">
            <a:avLst/>
          </a:prstGeom>
          <a:noFill/>
          <a:ln/>
        </p:spPr>
        <p:txBody>
          <a:bodyPr wrap="square" rtlCol="0" anchor="ctr"/>
          <a:lstStyle/>
          <a:p>
            <a:pPr marL="0" indent="0" algn="r">
              <a:buNone/>
            </a:pPr>
            <a:r>
              <a:rPr lang="en-US" sz="800" i="1" dirty="0">
                <a:solidFill>
                  <a:srgbClr val="85929E"/>
                </a:solidFill>
                <a:latin typeface="Meiryo" pitchFamily="34" charset="0"/>
                <a:ea typeface="Meiryo" pitchFamily="34" charset="-122"/>
                <a:cs typeface="Meiryo" pitchFamily="34" charset="-120"/>
              </a:rPr>
              <a:t>出典: NASA / Wikimedia Commons, Public Domain</a:t>
            </a:r>
            <a:endParaRPr lang="en-US" sz="800" dirty="0"/>
          </a:p>
        </p:txBody>
      </p:sp>
      <p:sp>
        <p:nvSpPr>
          <p:cNvPr id="8" name="Text 5"/>
          <p:cNvSpPr/>
          <p:nvPr/>
        </p:nvSpPr>
        <p:spPr>
          <a:xfrm>
            <a:off x="6355080" y="1097280"/>
            <a:ext cx="5422392" cy="457200"/>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窒素・リンの過剰流入 → 藻類が異常増殖 → 水質悪化・酸欠</a:t>
            </a:r>
            <a:endParaRPr lang="en-US" sz="2000" dirty="0"/>
          </a:p>
        </p:txBody>
      </p:sp>
      <p:sp>
        <p:nvSpPr>
          <p:cNvPr id="9" name="Text 6"/>
          <p:cNvSpPr/>
          <p:nvPr/>
        </p:nvSpPr>
        <p:spPr>
          <a:xfrm>
            <a:off x="6327052" y="2240280"/>
            <a:ext cx="5422392" cy="1188720"/>
          </a:xfrm>
          <a:prstGeom prst="rect">
            <a:avLst/>
          </a:prstGeom>
          <a:noFill/>
          <a:ln/>
        </p:spPr>
        <p:txBody>
          <a:bodyPr wrap="square" rtlCol="0" anchor="t"/>
          <a:lstStyle/>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淡水（湖沼）の制限因子: </a:t>
            </a:r>
            <a:r>
              <a:rPr lang="en-US" sz="2000" b="1" dirty="0">
                <a:solidFill>
                  <a:srgbClr val="C0392B"/>
                </a:solidFill>
                <a:latin typeface="Meiryo" pitchFamily="34" charset="0"/>
                <a:ea typeface="Meiryo" pitchFamily="34" charset="-122"/>
                <a:cs typeface="Meiryo" pitchFamily="34" charset="-120"/>
              </a:rPr>
              <a:t>リン</a:t>
            </a:r>
            <a:endParaRPr lang="en-US" sz="2000" dirty="0"/>
          </a:p>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海水の制限因子: </a:t>
            </a:r>
            <a:r>
              <a:rPr lang="en-US" sz="2000" b="1" dirty="0" err="1">
                <a:solidFill>
                  <a:srgbClr val="1A5276"/>
                </a:solidFill>
                <a:latin typeface="Meiryo" pitchFamily="34" charset="0"/>
                <a:ea typeface="Meiryo" pitchFamily="34" charset="-122"/>
                <a:cs typeface="Meiryo" pitchFamily="34" charset="-120"/>
              </a:rPr>
              <a:t>窒素</a:t>
            </a:r>
            <a:endParaRPr lang="en-US" sz="2000" dirty="0"/>
          </a:p>
        </p:txBody>
      </p:sp>
      <p:graphicFrame>
        <p:nvGraphicFramePr>
          <p:cNvPr id="37" name="Table 0"/>
          <p:cNvGraphicFramePr>
            <a:graphicFrameLocks noGrp="1"/>
          </p:cNvGraphicFramePr>
          <p:nvPr>
            <p:extLst>
              <p:ext uri="{D42A27DB-BD31-4B8C-83A1-F6EECF244321}">
                <p14:modId xmlns:p14="http://schemas.microsoft.com/office/powerpoint/2010/main" val="902168376"/>
              </p:ext>
            </p:extLst>
          </p:nvPr>
        </p:nvGraphicFramePr>
        <p:xfrm>
          <a:off x="6096000" y="4495800"/>
          <a:ext cx="5810250" cy="1854708"/>
        </p:xfrm>
        <a:graphic>
          <a:graphicData uri="http://schemas.openxmlformats.org/drawingml/2006/table">
            <a:tbl>
              <a:tblPr/>
              <a:tblGrid>
                <a:gridCol w="1819275">
                  <a:extLst>
                    <a:ext uri="{9D8B030D-6E8A-4147-A177-3AD203B41FA5}">
                      <a16:colId xmlns:a16="http://schemas.microsoft.com/office/drawing/2014/main" val="20000"/>
                    </a:ext>
                  </a:extLst>
                </a:gridCol>
                <a:gridCol w="3990975">
                  <a:extLst>
                    <a:ext uri="{9D8B030D-6E8A-4147-A177-3AD203B41FA5}">
                      <a16:colId xmlns:a16="http://schemas.microsoft.com/office/drawing/2014/main" val="20001"/>
                    </a:ext>
                  </a:extLst>
                </a:gridCol>
              </a:tblGrid>
              <a:tr h="618236">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水域</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主な指標</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618236">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河川</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1A5276"/>
                          </a:solidFill>
                          <a:latin typeface="Meiryo" pitchFamily="34" charset="0"/>
                          <a:ea typeface="Meiryo" pitchFamily="34" charset="-122"/>
                          <a:cs typeface="Meiryo" pitchFamily="34" charset="-120"/>
                        </a:rPr>
                        <a:t>BOD</a:t>
                      </a:r>
                      <a:r>
                        <a:rPr lang="en-US" sz="2000" dirty="0">
                          <a:solidFill>
                            <a:srgbClr val="2C3E50"/>
                          </a:solidFill>
                          <a:latin typeface="Meiryo" pitchFamily="34" charset="0"/>
                          <a:ea typeface="Meiryo" pitchFamily="34" charset="-122"/>
                          <a:cs typeface="Meiryo" pitchFamily="34" charset="-120"/>
                        </a:rPr>
                        <a:t>（生物化学的酸素要求量）</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8236">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湖沼・海域</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2000" b="1" dirty="0">
                          <a:solidFill>
                            <a:srgbClr val="1A5276"/>
                          </a:solidFill>
                          <a:latin typeface="Meiryo" pitchFamily="34" charset="0"/>
                          <a:ea typeface="Meiryo" pitchFamily="34" charset="-122"/>
                          <a:cs typeface="Meiryo" pitchFamily="34" charset="-120"/>
                        </a:rPr>
                        <a:t>COD</a:t>
                      </a:r>
                      <a:r>
                        <a:rPr lang="en-US" sz="2000" dirty="0">
                          <a:solidFill>
                            <a:srgbClr val="2C3E50"/>
                          </a:solidFill>
                          <a:latin typeface="Meiryo" pitchFamily="34" charset="0"/>
                          <a:ea typeface="Meiryo" pitchFamily="34" charset="-122"/>
                          <a:cs typeface="Meiryo" pitchFamily="34" charset="-120"/>
                        </a:rPr>
                        <a:t>（化学的酸素要求量）</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A-3. 赤潮 と アオコ</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graphicFrame>
        <p:nvGraphicFramePr>
          <p:cNvPr id="38" name="Table 0"/>
          <p:cNvGraphicFramePr>
            <a:graphicFrameLocks noGrp="1"/>
          </p:cNvGraphicFramePr>
          <p:nvPr>
            <p:extLst>
              <p:ext uri="{D42A27DB-BD31-4B8C-83A1-F6EECF244321}">
                <p14:modId xmlns:p14="http://schemas.microsoft.com/office/powerpoint/2010/main" val="706240852"/>
              </p:ext>
            </p:extLst>
          </p:nvPr>
        </p:nvGraphicFramePr>
        <p:xfrm>
          <a:off x="6096000" y="1097280"/>
          <a:ext cx="5745480" cy="3017520"/>
        </p:xfrm>
        <a:graphic>
          <a:graphicData uri="http://schemas.openxmlformats.org/drawingml/2006/table">
            <a:tbl>
              <a:tblPr/>
              <a:tblGrid>
                <a:gridCol w="1171575">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2668905">
                  <a:extLst>
                    <a:ext uri="{9D8B030D-6E8A-4147-A177-3AD203B41FA5}">
                      <a16:colId xmlns:a16="http://schemas.microsoft.com/office/drawing/2014/main" val="20002"/>
                    </a:ext>
                  </a:extLst>
                </a:gridCol>
              </a:tblGrid>
              <a:tr h="731520">
                <a:tc>
                  <a:txBody>
                    <a:bodyPr/>
                    <a:lstStyle/>
                    <a:p>
                      <a:pPr marL="0" indent="0" algn="ctr">
                        <a:buNone/>
                      </a:pP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赤潮</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アオコ</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731520">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水域</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海域</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淡水（湖沼）</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原因生物</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err="1">
                          <a:solidFill>
                            <a:srgbClr val="2C3E50"/>
                          </a:solidFill>
                          <a:latin typeface="Meiryo" pitchFamily="34" charset="0"/>
                          <a:ea typeface="Meiryo" pitchFamily="34" charset="-122"/>
                          <a:cs typeface="Meiryo" pitchFamily="34" charset="-120"/>
                        </a:rPr>
                        <a:t>渦鞭毛藻</a:t>
                      </a:r>
                      <a:r>
                        <a:rPr lang="ja-JP" altLang="en-US" sz="1600" dirty="0">
                          <a:solidFill>
                            <a:srgbClr val="2C3E50"/>
                          </a:solidFill>
                          <a:latin typeface="Meiryo" pitchFamily="34" charset="0"/>
                          <a:ea typeface="Meiryo" pitchFamily="34" charset="-122"/>
                          <a:cs typeface="Meiryo" pitchFamily="34" charset="-120"/>
                        </a:rPr>
                        <a:t>類</a:t>
                      </a:r>
                      <a:r>
                        <a:rPr lang="en-US" sz="1600" dirty="0">
                          <a:solidFill>
                            <a:srgbClr val="2C3E50"/>
                          </a:solidFill>
                          <a:latin typeface="Meiryo" pitchFamily="34" charset="0"/>
                          <a:ea typeface="Meiryo" pitchFamily="34" charset="-122"/>
                          <a:cs typeface="Meiryo" pitchFamily="34" charset="-120"/>
                        </a:rPr>
                        <a:t> 等</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err="1">
                          <a:solidFill>
                            <a:srgbClr val="2C3E50"/>
                          </a:solidFill>
                          <a:latin typeface="Meiryo" pitchFamily="34" charset="0"/>
                          <a:ea typeface="Meiryo" pitchFamily="34" charset="-122"/>
                          <a:cs typeface="Meiryo" pitchFamily="34" charset="-120"/>
                        </a:rPr>
                        <a:t>シアノバクテリア</a:t>
                      </a:r>
                      <a:endParaRPr lang="en-US" sz="1600" dirty="0">
                        <a:solidFill>
                          <a:srgbClr val="2C3E50"/>
                        </a:solidFill>
                        <a:latin typeface="Meiryo" pitchFamily="34" charset="0"/>
                        <a:ea typeface="Meiryo" pitchFamily="34" charset="-122"/>
                        <a:cs typeface="Meiryo" pitchFamily="34" charset="-120"/>
                      </a:endParaRPr>
                    </a:p>
                    <a:p>
                      <a:pPr marL="0" indent="0" algn="l">
                        <a:buNone/>
                      </a:pPr>
                      <a:r>
                        <a:rPr lang="en-US" sz="1600" dirty="0">
                          <a:solidFill>
                            <a:srgbClr val="2C3E50"/>
                          </a:solidFill>
                          <a:latin typeface="Meiryo" pitchFamily="34" charset="0"/>
                          <a:ea typeface="Meiryo" pitchFamily="34" charset="-122"/>
                          <a:cs typeface="Meiryo" pitchFamily="34" charset="-120"/>
                        </a:rPr>
                        <a:t>（</a:t>
                      </a:r>
                      <a:r>
                        <a:rPr lang="en-US" sz="1600" dirty="0" err="1">
                          <a:solidFill>
                            <a:srgbClr val="2C3E50"/>
                          </a:solidFill>
                          <a:latin typeface="Meiryo" pitchFamily="34" charset="0"/>
                          <a:ea typeface="Meiryo" pitchFamily="34" charset="-122"/>
                          <a:cs typeface="Meiryo" pitchFamily="34" charset="-120"/>
                        </a:rPr>
                        <a:t>ミクロシスティス</a:t>
                      </a:r>
                      <a:r>
                        <a:rPr lang="en-US" sz="1600" dirty="0">
                          <a:solidFill>
                            <a:srgbClr val="2C3E50"/>
                          </a:solidFill>
                          <a:latin typeface="Meiryo" pitchFamily="34" charset="0"/>
                          <a:ea typeface="Meiryo" pitchFamily="34" charset="-122"/>
                          <a:cs typeface="Meiryo" pitchFamily="34" charset="-120"/>
                        </a:rPr>
                        <a:t>）</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731520">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主毒素</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err="1">
                          <a:solidFill>
                            <a:srgbClr val="2C3E50"/>
                          </a:solidFill>
                          <a:latin typeface="Meiryo" pitchFamily="34" charset="0"/>
                          <a:ea typeface="Meiryo" pitchFamily="34" charset="-122"/>
                          <a:cs typeface="Meiryo" pitchFamily="34" charset="-120"/>
                        </a:rPr>
                        <a:t>麻痺性貝毒</a:t>
                      </a:r>
                      <a:r>
                        <a:rPr lang="ja-JP" altLang="en-US" sz="1600" dirty="0">
                          <a:solidFill>
                            <a:srgbClr val="2C3E50"/>
                          </a:solidFill>
                          <a:latin typeface="Meiryo" pitchFamily="34" charset="0"/>
                          <a:ea typeface="Meiryo" pitchFamily="34" charset="-122"/>
                          <a:cs typeface="Meiryo" pitchFamily="34" charset="-120"/>
                        </a:rPr>
                        <a:t>など</a:t>
                      </a:r>
                      <a:endParaRPr lang="en-US" sz="1600" dirty="0">
                        <a:latin typeface="Meiryo" charset="0"/>
                        <a:ea typeface="Meiryo" charset="0"/>
                        <a:cs typeface="Meiryo" charset="0"/>
                      </a:endParaRPr>
                    </a:p>
                    <a:p>
                      <a:pPr marL="0" indent="0" algn="l">
                        <a:buNone/>
                      </a:pPr>
                      <a:r>
                        <a:rPr lang="en-US" sz="1600" dirty="0" err="1">
                          <a:solidFill>
                            <a:srgbClr val="2C3E50"/>
                          </a:solidFill>
                          <a:latin typeface="Meiryo" pitchFamily="34" charset="0"/>
                          <a:ea typeface="Meiryo" pitchFamily="34" charset="-122"/>
                          <a:cs typeface="Meiryo" pitchFamily="34" charset="-120"/>
                        </a:rPr>
                        <a:t>サキシトキシン</a:t>
                      </a:r>
                      <a:endParaRPr lang="en-US" sz="1600" dirty="0">
                        <a:solidFill>
                          <a:srgbClr val="2C3E50"/>
                        </a:solidFill>
                        <a:latin typeface="Meiryo" pitchFamily="34" charset="0"/>
                        <a:ea typeface="Meiryo" pitchFamily="34" charset="-122"/>
                        <a:cs typeface="Meiryo" pitchFamily="34" charset="-120"/>
                      </a:endParaRPr>
                    </a:p>
                    <a:p>
                      <a:pPr marL="0" indent="0" algn="l">
                        <a:buNone/>
                      </a:pPr>
                      <a:r>
                        <a:rPr lang="ja-JP" altLang="en-US" sz="1600" dirty="0">
                          <a:latin typeface="Meiryo" charset="0"/>
                          <a:ea typeface="Meiryo" charset="0"/>
                          <a:cs typeface="Meiryo" charset="0"/>
                        </a:rPr>
                        <a:t>ゴニオトキシン類</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1A5276"/>
                          </a:solidFill>
                          <a:latin typeface="Meiryo" pitchFamily="34" charset="0"/>
                          <a:ea typeface="Meiryo" pitchFamily="34" charset="-122"/>
                          <a:cs typeface="Meiryo" pitchFamily="34" charset="-120"/>
                        </a:rPr>
                        <a:t>ミクロシスチン</a:t>
                      </a:r>
                      <a:endParaRPr lang="en-US" sz="1600" dirty="0">
                        <a:latin typeface="Meiryo" charset="0"/>
                        <a:ea typeface="Meiryo" charset="0"/>
                        <a:cs typeface="Meiryo" charset="0"/>
                      </a:endParaRPr>
                    </a:p>
                    <a:p>
                      <a:pPr marL="0" indent="0" algn="l">
                        <a:buNone/>
                      </a:pPr>
                      <a:r>
                        <a:rPr lang="en-US" sz="1600" dirty="0">
                          <a:solidFill>
                            <a:srgbClr val="2C3E50"/>
                          </a:solidFill>
                          <a:latin typeface="Meiryo" pitchFamily="34" charset="0"/>
                          <a:ea typeface="Meiryo" pitchFamily="34" charset="-122"/>
                          <a:cs typeface="Meiryo" pitchFamily="34" charset="-120"/>
                        </a:rPr>
                        <a:t>（肝毒性）</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Shape 5"/>
          <p:cNvSpPr/>
          <p:nvPr/>
        </p:nvSpPr>
        <p:spPr>
          <a:xfrm>
            <a:off x="6355080" y="5212080"/>
            <a:ext cx="5422392" cy="1371600"/>
          </a:xfrm>
          <a:prstGeom prst="rect">
            <a:avLst/>
          </a:prstGeom>
          <a:solidFill>
            <a:srgbClr val="FDEDEC"/>
          </a:solidFill>
          <a:ln/>
        </p:spPr>
        <p:txBody>
          <a:bodyPr/>
          <a:lstStyle/>
          <a:p>
            <a:endParaRPr lang="ja-JP" altLang="en-US" sz="3200"/>
          </a:p>
        </p:txBody>
      </p:sp>
      <p:sp>
        <p:nvSpPr>
          <p:cNvPr id="10" name="Shape 6"/>
          <p:cNvSpPr/>
          <p:nvPr/>
        </p:nvSpPr>
        <p:spPr>
          <a:xfrm>
            <a:off x="6355080" y="5212080"/>
            <a:ext cx="64008" cy="1371600"/>
          </a:xfrm>
          <a:prstGeom prst="rect">
            <a:avLst/>
          </a:prstGeom>
          <a:solidFill>
            <a:srgbClr val="C0392B"/>
          </a:solidFill>
          <a:ln/>
        </p:spPr>
        <p:txBody>
          <a:bodyPr/>
          <a:lstStyle/>
          <a:p>
            <a:endParaRPr lang="ja-JP" altLang="en-US" sz="3200"/>
          </a:p>
        </p:txBody>
      </p:sp>
      <p:sp>
        <p:nvSpPr>
          <p:cNvPr id="11" name="Text 7"/>
          <p:cNvSpPr/>
          <p:nvPr/>
        </p:nvSpPr>
        <p:spPr>
          <a:xfrm>
            <a:off x="6519672" y="5266944"/>
            <a:ext cx="5148072" cy="292608"/>
          </a:xfrm>
          <a:prstGeom prst="rect">
            <a:avLst/>
          </a:prstGeom>
          <a:noFill/>
          <a:ln/>
        </p:spPr>
        <p:txBody>
          <a:bodyPr wrap="square" rtlCol="0" anchor="ctr"/>
          <a:lstStyle/>
          <a:p>
            <a:pPr marL="0" indent="0">
              <a:buNone/>
            </a:pPr>
            <a:r>
              <a:rPr lang="en-US" b="1" dirty="0">
                <a:solidFill>
                  <a:srgbClr val="C0392B"/>
                </a:solidFill>
                <a:latin typeface="Meiryo" pitchFamily="34" charset="0"/>
                <a:ea typeface="Meiryo" pitchFamily="34" charset="-122"/>
                <a:cs typeface="Meiryo" pitchFamily="34" charset="-120"/>
              </a:rPr>
              <a:t>薬剤師の視点</a:t>
            </a:r>
            <a:endParaRPr lang="en-US" dirty="0"/>
          </a:p>
        </p:txBody>
      </p:sp>
      <p:sp>
        <p:nvSpPr>
          <p:cNvPr id="12" name="Text 8"/>
          <p:cNvSpPr/>
          <p:nvPr/>
        </p:nvSpPr>
        <p:spPr>
          <a:xfrm>
            <a:off x="6519672" y="5550408"/>
            <a:ext cx="5148072" cy="987552"/>
          </a:xfrm>
          <a:prstGeom prst="rect">
            <a:avLst/>
          </a:prstGeom>
          <a:noFill/>
          <a:ln/>
        </p:spPr>
        <p:txBody>
          <a:bodyPr wrap="square" rtlCol="0" anchor="t"/>
          <a:lstStyle/>
          <a:p>
            <a:pPr marL="0" indent="0" algn="l">
              <a:lnSpc>
                <a:spcPct val="130000"/>
              </a:lnSpc>
              <a:spcAft>
                <a:spcPts val="400"/>
              </a:spcAft>
              <a:buNone/>
            </a:pPr>
            <a:r>
              <a:rPr lang="en-US" dirty="0" err="1">
                <a:solidFill>
                  <a:srgbClr val="2C3E50"/>
                </a:solidFill>
                <a:latin typeface="Meiryo" pitchFamily="34" charset="0"/>
                <a:ea typeface="Meiryo" pitchFamily="34" charset="-122"/>
                <a:cs typeface="Meiryo" pitchFamily="34" charset="-120"/>
              </a:rPr>
              <a:t>ミクロシスチンは</a:t>
            </a:r>
            <a:r>
              <a:rPr lang="en-US" b="1" dirty="0" err="1">
                <a:solidFill>
                  <a:srgbClr val="1A5276"/>
                </a:solidFill>
                <a:latin typeface="Meiryo" pitchFamily="34" charset="0"/>
                <a:ea typeface="Meiryo" pitchFamily="34" charset="-122"/>
                <a:cs typeface="Meiryo" pitchFamily="34" charset="-120"/>
              </a:rPr>
              <a:t>肝毒性</a:t>
            </a:r>
            <a:r>
              <a:rPr lang="en-US" dirty="0">
                <a:solidFill>
                  <a:srgbClr val="2C3E50"/>
                </a:solidFill>
                <a:latin typeface="Meiryo" pitchFamily="34" charset="0"/>
                <a:ea typeface="Meiryo" pitchFamily="34" charset="-122"/>
                <a:cs typeface="Meiryo" pitchFamily="34" charset="-120"/>
              </a:rPr>
              <a:t>。</a:t>
            </a:r>
            <a:r>
              <a:rPr lang="ja-JP" altLang="en-US" dirty="0">
                <a:solidFill>
                  <a:srgbClr val="2C3E50"/>
                </a:solidFill>
                <a:latin typeface="Meiryo" pitchFamily="34" charset="0"/>
                <a:ea typeface="Meiryo" pitchFamily="34" charset="-122"/>
                <a:cs typeface="Meiryo" pitchFamily="34" charset="-120"/>
              </a:rPr>
              <a:t>水道水の</a:t>
            </a:r>
            <a:r>
              <a:rPr lang="zh-TW" altLang="en-US" dirty="0">
                <a:solidFill>
                  <a:srgbClr val="2C3E50"/>
                </a:solidFill>
                <a:latin typeface="Meiryo" pitchFamily="34" charset="0"/>
                <a:ea typeface="Meiryo" pitchFamily="34" charset="-122"/>
                <a:cs typeface="Meiryo" pitchFamily="34" charset="-120"/>
              </a:rPr>
              <a:t>水質管理目標設定項目</a:t>
            </a:r>
            <a:r>
              <a:rPr lang="en-US" dirty="0">
                <a:solidFill>
                  <a:srgbClr val="2C3E50"/>
                </a:solidFill>
                <a:latin typeface="Meiryo" pitchFamily="34" charset="0"/>
                <a:ea typeface="Meiryo" pitchFamily="34" charset="-122"/>
                <a:cs typeface="Meiryo" pitchFamily="34" charset="-120"/>
              </a:rPr>
              <a:t>あり（0.0008 mg/L 暫定）。</a:t>
            </a:r>
            <a:endParaRPr lang="en-US" dirty="0"/>
          </a:p>
        </p:txBody>
      </p:sp>
      <p:sp>
        <p:nvSpPr>
          <p:cNvPr id="13" name="テキスト ボックス 12">
            <a:extLst>
              <a:ext uri="{FF2B5EF4-FFF2-40B4-BE49-F238E27FC236}">
                <a16:creationId xmlns:a16="http://schemas.microsoft.com/office/drawing/2014/main" id="{DB83737B-106A-729B-DF5C-F0F4D5ADC3A1}"/>
              </a:ext>
            </a:extLst>
          </p:cNvPr>
          <p:cNvSpPr txBox="1"/>
          <p:nvPr/>
        </p:nvSpPr>
        <p:spPr>
          <a:xfrm>
            <a:off x="106099" y="6063557"/>
            <a:ext cx="6097162" cy="553998"/>
          </a:xfrm>
          <a:prstGeom prst="rect">
            <a:avLst/>
          </a:prstGeom>
          <a:noFill/>
        </p:spPr>
        <p:txBody>
          <a:bodyPr wrap="square">
            <a:spAutoFit/>
          </a:bodyPr>
          <a:lstStyle/>
          <a:p>
            <a:r>
              <a:rPr lang="ja-JP" altLang="en-US" sz="1000" dirty="0"/>
              <a:t>出典：</a:t>
            </a:r>
            <a:r>
              <a:rPr lang="en-US" altLang="ja-JP" sz="1000" dirty="0"/>
              <a:t>Yahoo!</a:t>
            </a:r>
            <a:r>
              <a:rPr lang="ja-JP" altLang="en-US" sz="1000" dirty="0"/>
              <a:t>ニュース（静岡放送）「駿河湾で赤潮が十数年ぶりの大規模拡大 海の中では魚がいなくなり</a:t>
            </a:r>
            <a:r>
              <a:rPr lang="en-US" altLang="ja-JP" sz="1000" dirty="0"/>
              <a:t>"</a:t>
            </a:r>
            <a:r>
              <a:rPr lang="ja-JP" altLang="en-US" sz="1000" dirty="0"/>
              <a:t>真っ暗</a:t>
            </a:r>
            <a:r>
              <a:rPr lang="en-US" altLang="ja-JP" sz="1000" dirty="0"/>
              <a:t>"</a:t>
            </a:r>
            <a:r>
              <a:rPr lang="ja-JP" altLang="en-US" sz="1000" dirty="0"/>
              <a:t>に」（</a:t>
            </a:r>
            <a:r>
              <a:rPr lang="en-US" altLang="ja-JP" sz="1000" dirty="0"/>
              <a:t>2026</a:t>
            </a:r>
            <a:r>
              <a:rPr lang="ja-JP" altLang="en-US" sz="1000" dirty="0"/>
              <a:t>年</a:t>
            </a:r>
            <a:r>
              <a:rPr lang="en-US" altLang="ja-JP" sz="1000" dirty="0"/>
              <a:t>5</a:t>
            </a:r>
            <a:r>
              <a:rPr lang="ja-JP" altLang="en-US" sz="1000" dirty="0"/>
              <a:t>月</a:t>
            </a:r>
            <a:r>
              <a:rPr lang="en-US" altLang="ja-JP" sz="1000" dirty="0"/>
              <a:t>26</a:t>
            </a:r>
            <a:r>
              <a:rPr lang="ja-JP" altLang="en-US" sz="1000" dirty="0"/>
              <a:t>日） </a:t>
            </a:r>
            <a:r>
              <a:rPr lang="en-US" altLang="ja-JP" sz="1000" dirty="0">
                <a:hlinkClick r:id="rId3"/>
              </a:rPr>
              <a:t>https://news.yahoo.co.jp/articles/316e5fcf341fc6cbb52331ecc10b2b956a63d155</a:t>
            </a:r>
            <a:endParaRPr lang="ja-JP" altLang="en-US" sz="1000" dirty="0"/>
          </a:p>
        </p:txBody>
      </p:sp>
      <p:pic>
        <p:nvPicPr>
          <p:cNvPr id="15" name="図 14" descr="Ashura Beach,&#10;&#10;AI 生成コンテンツは誤りを含む可能性があります。">
            <a:extLst>
              <a:ext uri="{FF2B5EF4-FFF2-40B4-BE49-F238E27FC236}">
                <a16:creationId xmlns:a16="http://schemas.microsoft.com/office/drawing/2014/main" id="{EC5FBFC9-003E-D1E6-A293-3BA962AF04B3}"/>
              </a:ext>
            </a:extLst>
          </p:cNvPr>
          <p:cNvPicPr>
            <a:picLocks noChangeAspect="1"/>
          </p:cNvPicPr>
          <p:nvPr/>
        </p:nvPicPr>
        <p:blipFill>
          <a:blip r:embed="rId4"/>
          <a:stretch>
            <a:fillRect/>
          </a:stretch>
        </p:blipFill>
        <p:spPr>
          <a:xfrm>
            <a:off x="106099" y="1161307"/>
            <a:ext cx="5761907" cy="320825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A-3. 炭素・窒素・リン — 3循環の比較</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graphicFrame>
        <p:nvGraphicFramePr>
          <p:cNvPr id="39" name="Table 0"/>
          <p:cNvGraphicFramePr>
            <a:graphicFrameLocks noGrp="1"/>
          </p:cNvGraphicFramePr>
          <p:nvPr>
            <p:extLst>
              <p:ext uri="{D42A27DB-BD31-4B8C-83A1-F6EECF244321}">
                <p14:modId xmlns:p14="http://schemas.microsoft.com/office/powerpoint/2010/main" val="4139711246"/>
              </p:ext>
            </p:extLst>
          </p:nvPr>
        </p:nvGraphicFramePr>
        <p:xfrm>
          <a:off x="411480" y="1097279"/>
          <a:ext cx="11365992" cy="4722494"/>
        </p:xfrm>
        <a:graphic>
          <a:graphicData uri="http://schemas.openxmlformats.org/drawingml/2006/table">
            <a:tbl>
              <a:tblPr/>
              <a:tblGrid>
                <a:gridCol w="2841498">
                  <a:extLst>
                    <a:ext uri="{9D8B030D-6E8A-4147-A177-3AD203B41FA5}">
                      <a16:colId xmlns:a16="http://schemas.microsoft.com/office/drawing/2014/main" val="20000"/>
                    </a:ext>
                  </a:extLst>
                </a:gridCol>
                <a:gridCol w="2841498">
                  <a:extLst>
                    <a:ext uri="{9D8B030D-6E8A-4147-A177-3AD203B41FA5}">
                      <a16:colId xmlns:a16="http://schemas.microsoft.com/office/drawing/2014/main" val="20001"/>
                    </a:ext>
                  </a:extLst>
                </a:gridCol>
                <a:gridCol w="2841498">
                  <a:extLst>
                    <a:ext uri="{9D8B030D-6E8A-4147-A177-3AD203B41FA5}">
                      <a16:colId xmlns:a16="http://schemas.microsoft.com/office/drawing/2014/main" val="20002"/>
                    </a:ext>
                  </a:extLst>
                </a:gridCol>
                <a:gridCol w="2841498">
                  <a:extLst>
                    <a:ext uri="{9D8B030D-6E8A-4147-A177-3AD203B41FA5}">
                      <a16:colId xmlns:a16="http://schemas.microsoft.com/office/drawing/2014/main" val="20003"/>
                    </a:ext>
                  </a:extLst>
                </a:gridCol>
              </a:tblGrid>
              <a:tr h="674642">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項目</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炭素</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窒素</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リン</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674642">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大気中の主形態</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C3E50"/>
                          </a:solidFill>
                          <a:latin typeface="Meiryo" pitchFamily="34" charset="0"/>
                          <a:ea typeface="Meiryo" pitchFamily="34" charset="-122"/>
                          <a:cs typeface="Meiryo" pitchFamily="34" charset="-120"/>
                        </a:rPr>
                        <a:t>CO₂</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C3E50"/>
                          </a:solidFill>
                          <a:latin typeface="Meiryo" pitchFamily="34" charset="0"/>
                          <a:ea typeface="Meiryo" pitchFamily="34" charset="-122"/>
                          <a:cs typeface="Meiryo" pitchFamily="34" charset="-120"/>
                        </a:rPr>
                        <a:t>N₂</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C3E50"/>
                          </a:solidFill>
                          <a:latin typeface="Meiryo" pitchFamily="34" charset="0"/>
                          <a:ea typeface="Meiryo" pitchFamily="34" charset="-122"/>
                          <a:cs typeface="Meiryo" pitchFamily="34" charset="-120"/>
                        </a:rPr>
                        <a:t>—</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74642">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ガス態の有無</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ctr">
                        <a:buNone/>
                      </a:pPr>
                      <a:r>
                        <a:rPr lang="en-US" sz="2000" dirty="0">
                          <a:solidFill>
                            <a:srgbClr val="2C3E50"/>
                          </a:solidFill>
                          <a:latin typeface="Meiryo" pitchFamily="34" charset="0"/>
                          <a:ea typeface="Meiryo" pitchFamily="34" charset="-122"/>
                          <a:cs typeface="Meiryo" pitchFamily="34" charset="-120"/>
                        </a:rPr>
                        <a:t>あり</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ctr">
                        <a:buNone/>
                      </a:pPr>
                      <a:r>
                        <a:rPr lang="en-US" sz="2000" dirty="0">
                          <a:solidFill>
                            <a:srgbClr val="2C3E50"/>
                          </a:solidFill>
                          <a:latin typeface="Meiryo" pitchFamily="34" charset="0"/>
                          <a:ea typeface="Meiryo" pitchFamily="34" charset="-122"/>
                          <a:cs typeface="Meiryo" pitchFamily="34" charset="-120"/>
                        </a:rPr>
                        <a:t>あり</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ctr">
                        <a:buNone/>
                      </a:pPr>
                      <a:r>
                        <a:rPr lang="en-US" sz="2000" b="1" dirty="0">
                          <a:solidFill>
                            <a:srgbClr val="C0392B"/>
                          </a:solidFill>
                          <a:latin typeface="Meiryo" pitchFamily="34" charset="0"/>
                          <a:ea typeface="Meiryo" pitchFamily="34" charset="-122"/>
                          <a:cs typeface="Meiryo" pitchFamily="34" charset="-120"/>
                        </a:rPr>
                        <a:t>なし</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674642">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主な貯蔵庫</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C3E50"/>
                          </a:solidFill>
                          <a:latin typeface="Meiryo" pitchFamily="34" charset="0"/>
                          <a:ea typeface="Meiryo" pitchFamily="34" charset="-122"/>
                          <a:cs typeface="Meiryo" pitchFamily="34" charset="-120"/>
                        </a:rPr>
                        <a:t>大気・海洋</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C3E50"/>
                          </a:solidFill>
                          <a:latin typeface="Meiryo" pitchFamily="34" charset="0"/>
                          <a:ea typeface="Meiryo" pitchFamily="34" charset="-122"/>
                          <a:cs typeface="Meiryo" pitchFamily="34" charset="-120"/>
                        </a:rPr>
                        <a:t>大気</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C3E50"/>
                          </a:solidFill>
                          <a:latin typeface="Meiryo" pitchFamily="34" charset="0"/>
                          <a:ea typeface="Meiryo" pitchFamily="34" charset="-122"/>
                          <a:cs typeface="Meiryo" pitchFamily="34" charset="-120"/>
                        </a:rPr>
                        <a:t>岩石・土壌</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74642">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循環の速さ</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ctr">
                        <a:buNone/>
                      </a:pPr>
                      <a:r>
                        <a:rPr lang="en-US" sz="2000" dirty="0">
                          <a:solidFill>
                            <a:srgbClr val="2C3E50"/>
                          </a:solidFill>
                          <a:latin typeface="Meiryo" pitchFamily="34" charset="0"/>
                          <a:ea typeface="Meiryo" pitchFamily="34" charset="-122"/>
                          <a:cs typeface="Meiryo" pitchFamily="34" charset="-120"/>
                        </a:rPr>
                        <a:t>速い</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ctr">
                        <a:buNone/>
                      </a:pPr>
                      <a:r>
                        <a:rPr lang="en-US" sz="2000" dirty="0">
                          <a:solidFill>
                            <a:srgbClr val="2C3E50"/>
                          </a:solidFill>
                          <a:latin typeface="Meiryo" pitchFamily="34" charset="0"/>
                          <a:ea typeface="Meiryo" pitchFamily="34" charset="-122"/>
                          <a:cs typeface="Meiryo" pitchFamily="34" charset="-120"/>
                        </a:rPr>
                        <a:t>速い</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ctr">
                        <a:buNone/>
                      </a:pPr>
                      <a:r>
                        <a:rPr lang="en-US" sz="2000" dirty="0">
                          <a:solidFill>
                            <a:srgbClr val="2C3E50"/>
                          </a:solidFill>
                          <a:latin typeface="Meiryo" pitchFamily="34" charset="0"/>
                          <a:ea typeface="Meiryo" pitchFamily="34" charset="-122"/>
                          <a:cs typeface="Meiryo" pitchFamily="34" charset="-120"/>
                        </a:rPr>
                        <a:t>遅い</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r h="674642">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制限因子になりうるか</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C3E50"/>
                          </a:solidFill>
                          <a:latin typeface="Meiryo" pitchFamily="34" charset="0"/>
                          <a:ea typeface="Meiryo" pitchFamily="34" charset="-122"/>
                          <a:cs typeface="Meiryo" pitchFamily="34" charset="-120"/>
                        </a:rPr>
                        <a:t>—</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C3E50"/>
                          </a:solidFill>
                          <a:latin typeface="Meiryo" pitchFamily="34" charset="0"/>
                          <a:ea typeface="Meiryo" pitchFamily="34" charset="-122"/>
                          <a:cs typeface="Meiryo" pitchFamily="34" charset="-120"/>
                        </a:rPr>
                        <a:t>海域で</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5276"/>
                          </a:solidFill>
                          <a:latin typeface="Meiryo" pitchFamily="34" charset="0"/>
                          <a:ea typeface="Meiryo" pitchFamily="34" charset="-122"/>
                          <a:cs typeface="Meiryo" pitchFamily="34" charset="-120"/>
                        </a:rPr>
                        <a:t>湖沼で（基本）</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74642">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関連する環境問題</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ctr">
                        <a:buNone/>
                      </a:pPr>
                      <a:r>
                        <a:rPr lang="en-US" sz="2000" dirty="0">
                          <a:solidFill>
                            <a:srgbClr val="2C3E50"/>
                          </a:solidFill>
                          <a:latin typeface="Meiryo" pitchFamily="34" charset="0"/>
                          <a:ea typeface="Meiryo" pitchFamily="34" charset="-122"/>
                          <a:cs typeface="Meiryo" pitchFamily="34" charset="-120"/>
                        </a:rPr>
                        <a:t>地球温暖化</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ctr">
                        <a:buNone/>
                      </a:pPr>
                      <a:r>
                        <a:rPr lang="en-US" sz="2000" dirty="0">
                          <a:solidFill>
                            <a:srgbClr val="2C3E50"/>
                          </a:solidFill>
                          <a:latin typeface="Meiryo" pitchFamily="34" charset="0"/>
                          <a:ea typeface="Meiryo" pitchFamily="34" charset="-122"/>
                          <a:cs typeface="Meiryo" pitchFamily="34" charset="-120"/>
                        </a:rPr>
                        <a:t>富栄養化・酸性雨</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ctr">
                        <a:buNone/>
                      </a:pPr>
                      <a:r>
                        <a:rPr lang="en-US" sz="2000" dirty="0">
                          <a:solidFill>
                            <a:srgbClr val="2C3E50"/>
                          </a:solidFill>
                          <a:latin typeface="Meiryo" pitchFamily="34" charset="0"/>
                          <a:ea typeface="Meiryo" pitchFamily="34" charset="-122"/>
                          <a:cs typeface="Meiryo" pitchFamily="34" charset="-120"/>
                        </a:rPr>
                        <a:t>富栄養化</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確認ポイント — Sec. A-3（物質循環）</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Shape 2"/>
          <p:cNvSpPr/>
          <p:nvPr/>
        </p:nvSpPr>
        <p:spPr>
          <a:xfrm>
            <a:off x="411480" y="1188720"/>
            <a:ext cx="11365992" cy="1658112"/>
          </a:xfrm>
          <a:prstGeom prst="rect">
            <a:avLst/>
          </a:prstGeom>
          <a:solidFill>
            <a:srgbClr val="FFFFFF"/>
          </a:solidFill>
          <a:ln w="6350">
            <a:solidFill>
              <a:srgbClr val="D5DBDB"/>
            </a:solidFill>
            <a:prstDash val="solid"/>
          </a:ln>
        </p:spPr>
        <p:txBody>
          <a:bodyPr/>
          <a:lstStyle/>
          <a:p>
            <a:endParaRPr lang="ja-JP" altLang="en-US"/>
          </a:p>
        </p:txBody>
      </p:sp>
      <p:sp>
        <p:nvSpPr>
          <p:cNvPr id="5" name="Shape 3"/>
          <p:cNvSpPr/>
          <p:nvPr/>
        </p:nvSpPr>
        <p:spPr>
          <a:xfrm>
            <a:off x="411480" y="1188720"/>
            <a:ext cx="73152" cy="1658112"/>
          </a:xfrm>
          <a:prstGeom prst="rect">
            <a:avLst/>
          </a:prstGeom>
          <a:solidFill>
            <a:srgbClr val="2980B9"/>
          </a:solidFill>
          <a:ln/>
        </p:spPr>
        <p:txBody>
          <a:bodyPr/>
          <a:lstStyle/>
          <a:p>
            <a:endParaRPr lang="ja-JP" altLang="en-US"/>
          </a:p>
        </p:txBody>
      </p:sp>
      <p:sp>
        <p:nvSpPr>
          <p:cNvPr id="6" name="Text 4"/>
          <p:cNvSpPr/>
          <p:nvPr/>
        </p:nvSpPr>
        <p:spPr>
          <a:xfrm>
            <a:off x="594360" y="1261872"/>
            <a:ext cx="11000232" cy="365760"/>
          </a:xfrm>
          <a:prstGeom prst="rect">
            <a:avLst/>
          </a:prstGeom>
          <a:noFill/>
          <a:ln/>
        </p:spPr>
        <p:txBody>
          <a:bodyPr wrap="square" rtlCol="0" anchor="ctr"/>
          <a:lstStyle/>
          <a:p>
            <a:pPr marL="0" indent="0">
              <a:buNone/>
            </a:pPr>
            <a:r>
              <a:rPr lang="en-US" sz="2400" b="1" dirty="0">
                <a:solidFill>
                  <a:srgbClr val="1A5276"/>
                </a:solidFill>
                <a:latin typeface="Meiryo" pitchFamily="34" charset="0"/>
                <a:ea typeface="Meiryo" pitchFamily="34" charset="-122"/>
                <a:cs typeface="Meiryo" pitchFamily="34" charset="-120"/>
              </a:rPr>
              <a:t>Q1. アオコの主毒素とその毒性は？</a:t>
            </a:r>
            <a:endParaRPr lang="en-US" sz="2400" dirty="0"/>
          </a:p>
        </p:txBody>
      </p:sp>
      <p:sp>
        <p:nvSpPr>
          <p:cNvPr id="7" name="Text 5"/>
          <p:cNvSpPr/>
          <p:nvPr/>
        </p:nvSpPr>
        <p:spPr>
          <a:xfrm>
            <a:off x="594360" y="1645920"/>
            <a:ext cx="11183112" cy="1127760"/>
          </a:xfrm>
          <a:prstGeom prst="rect">
            <a:avLst/>
          </a:prstGeom>
          <a:noFill/>
          <a:ln/>
        </p:spPr>
        <p:txBody>
          <a:bodyPr wrap="square" rtlCol="0" anchor="t"/>
          <a:lstStyle/>
          <a:p>
            <a:pPr marL="0" indent="0" algn="l">
              <a:lnSpc>
                <a:spcPct val="130000"/>
              </a:lnSpc>
              <a:spcAft>
                <a:spcPts val="400"/>
              </a:spcAft>
              <a:buNone/>
            </a:pPr>
            <a:r>
              <a:rPr lang="en-US" sz="2400" b="1" dirty="0">
                <a:solidFill>
                  <a:srgbClr val="1A5276"/>
                </a:solidFill>
                <a:latin typeface="Meiryo" pitchFamily="34" charset="0"/>
                <a:ea typeface="Meiryo" pitchFamily="34" charset="-122"/>
                <a:cs typeface="Meiryo" pitchFamily="34" charset="-120"/>
              </a:rPr>
              <a:t>ミクロシスチン</a:t>
            </a:r>
            <a:r>
              <a:rPr lang="en-US" sz="2400" dirty="0">
                <a:solidFill>
                  <a:srgbClr val="2C3E50"/>
                </a:solidFill>
                <a:latin typeface="Meiryo" pitchFamily="34" charset="0"/>
                <a:ea typeface="Meiryo" pitchFamily="34" charset="-122"/>
                <a:cs typeface="Meiryo" pitchFamily="34" charset="-120"/>
              </a:rPr>
              <a:t>。</a:t>
            </a:r>
            <a:r>
              <a:rPr lang="en-US" sz="2400" b="1" dirty="0">
                <a:solidFill>
                  <a:srgbClr val="1A5276"/>
                </a:solidFill>
                <a:latin typeface="Meiryo" pitchFamily="34" charset="0"/>
                <a:ea typeface="Meiryo" pitchFamily="34" charset="-122"/>
                <a:cs typeface="Meiryo" pitchFamily="34" charset="-120"/>
              </a:rPr>
              <a:t>肝毒性</a:t>
            </a:r>
            <a:r>
              <a:rPr lang="en-US" sz="2400" dirty="0">
                <a:solidFill>
                  <a:srgbClr val="2C3E50"/>
                </a:solidFill>
                <a:latin typeface="Meiryo" pitchFamily="34" charset="0"/>
                <a:ea typeface="Meiryo" pitchFamily="34" charset="-122"/>
                <a:cs typeface="Meiryo" pitchFamily="34" charset="-120"/>
              </a:rPr>
              <a:t>。原因生物はシアノバクテリア（ミクロシスティス）。</a:t>
            </a:r>
            <a:endParaRPr lang="en-US" sz="2400" dirty="0"/>
          </a:p>
        </p:txBody>
      </p:sp>
      <p:sp>
        <p:nvSpPr>
          <p:cNvPr id="8" name="Shape 6"/>
          <p:cNvSpPr/>
          <p:nvPr/>
        </p:nvSpPr>
        <p:spPr>
          <a:xfrm>
            <a:off x="411480" y="2956560"/>
            <a:ext cx="11365992" cy="1658112"/>
          </a:xfrm>
          <a:prstGeom prst="rect">
            <a:avLst/>
          </a:prstGeom>
          <a:solidFill>
            <a:srgbClr val="FFFFFF"/>
          </a:solidFill>
          <a:ln w="6350">
            <a:solidFill>
              <a:srgbClr val="D5DBDB"/>
            </a:solidFill>
            <a:prstDash val="solid"/>
          </a:ln>
        </p:spPr>
        <p:txBody>
          <a:bodyPr/>
          <a:lstStyle/>
          <a:p>
            <a:endParaRPr lang="ja-JP" altLang="en-US" sz="3600"/>
          </a:p>
        </p:txBody>
      </p:sp>
      <p:sp>
        <p:nvSpPr>
          <p:cNvPr id="9" name="Shape 7"/>
          <p:cNvSpPr/>
          <p:nvPr/>
        </p:nvSpPr>
        <p:spPr>
          <a:xfrm>
            <a:off x="411480" y="2956560"/>
            <a:ext cx="73152" cy="1658112"/>
          </a:xfrm>
          <a:prstGeom prst="rect">
            <a:avLst/>
          </a:prstGeom>
          <a:solidFill>
            <a:srgbClr val="2980B9"/>
          </a:solidFill>
          <a:ln/>
        </p:spPr>
        <p:txBody>
          <a:bodyPr/>
          <a:lstStyle/>
          <a:p>
            <a:endParaRPr lang="ja-JP" altLang="en-US"/>
          </a:p>
        </p:txBody>
      </p:sp>
      <p:sp>
        <p:nvSpPr>
          <p:cNvPr id="10" name="Text 8"/>
          <p:cNvSpPr/>
          <p:nvPr/>
        </p:nvSpPr>
        <p:spPr>
          <a:xfrm>
            <a:off x="594360" y="3029712"/>
            <a:ext cx="11000232" cy="365760"/>
          </a:xfrm>
          <a:prstGeom prst="rect">
            <a:avLst/>
          </a:prstGeom>
          <a:noFill/>
          <a:ln/>
        </p:spPr>
        <p:txBody>
          <a:bodyPr wrap="square" rtlCol="0" anchor="ctr"/>
          <a:lstStyle/>
          <a:p>
            <a:pPr marL="0" indent="0">
              <a:buNone/>
            </a:pPr>
            <a:r>
              <a:rPr lang="en-US" sz="2400" b="1" dirty="0">
                <a:solidFill>
                  <a:srgbClr val="1A5276"/>
                </a:solidFill>
                <a:latin typeface="Meiryo" pitchFamily="34" charset="0"/>
                <a:ea typeface="Meiryo" pitchFamily="34" charset="-122"/>
                <a:cs typeface="Meiryo" pitchFamily="34" charset="-120"/>
              </a:rPr>
              <a:t>Q2. リンが湖沼の制限因子になりやすい理由は？</a:t>
            </a:r>
            <a:endParaRPr lang="en-US" sz="2400" dirty="0"/>
          </a:p>
        </p:txBody>
      </p:sp>
      <p:sp>
        <p:nvSpPr>
          <p:cNvPr id="11" name="Text 9"/>
          <p:cNvSpPr/>
          <p:nvPr/>
        </p:nvSpPr>
        <p:spPr>
          <a:xfrm>
            <a:off x="594360" y="3413760"/>
            <a:ext cx="11000232" cy="1127760"/>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リンは</a:t>
            </a:r>
            <a:r>
              <a:rPr lang="en-US" sz="2400" b="1" dirty="0">
                <a:solidFill>
                  <a:srgbClr val="1A5276"/>
                </a:solidFill>
                <a:latin typeface="Meiryo" pitchFamily="34" charset="0"/>
                <a:ea typeface="Meiryo" pitchFamily="34" charset="-122"/>
                <a:cs typeface="Meiryo" pitchFamily="34" charset="-120"/>
              </a:rPr>
              <a:t>ガス態をとらず</a:t>
            </a:r>
            <a:r>
              <a:rPr lang="en-US" sz="2400" dirty="0">
                <a:solidFill>
                  <a:srgbClr val="2C3E50"/>
                </a:solidFill>
                <a:latin typeface="Meiryo" pitchFamily="34" charset="0"/>
                <a:ea typeface="Meiryo" pitchFamily="34" charset="-122"/>
                <a:cs typeface="Meiryo" pitchFamily="34" charset="-120"/>
              </a:rPr>
              <a:t>循環が遅いため、絶対量が少なく不足しやすい。</a:t>
            </a:r>
            <a:endParaRPr lang="en-US" sz="2400" dirty="0"/>
          </a:p>
        </p:txBody>
      </p:sp>
      <p:sp>
        <p:nvSpPr>
          <p:cNvPr id="12" name="Shape 10"/>
          <p:cNvSpPr/>
          <p:nvPr/>
        </p:nvSpPr>
        <p:spPr>
          <a:xfrm>
            <a:off x="411480" y="4724400"/>
            <a:ext cx="11365992" cy="1658112"/>
          </a:xfrm>
          <a:prstGeom prst="rect">
            <a:avLst/>
          </a:prstGeom>
          <a:solidFill>
            <a:srgbClr val="FFFFFF"/>
          </a:solidFill>
          <a:ln w="6350">
            <a:solidFill>
              <a:srgbClr val="D5DBDB"/>
            </a:solidFill>
            <a:prstDash val="solid"/>
          </a:ln>
        </p:spPr>
        <p:txBody>
          <a:bodyPr/>
          <a:lstStyle/>
          <a:p>
            <a:endParaRPr lang="ja-JP" altLang="en-US" sz="3600"/>
          </a:p>
        </p:txBody>
      </p:sp>
      <p:sp>
        <p:nvSpPr>
          <p:cNvPr id="13" name="Shape 11"/>
          <p:cNvSpPr/>
          <p:nvPr/>
        </p:nvSpPr>
        <p:spPr>
          <a:xfrm>
            <a:off x="411480" y="4724400"/>
            <a:ext cx="73152" cy="1658112"/>
          </a:xfrm>
          <a:prstGeom prst="rect">
            <a:avLst/>
          </a:prstGeom>
          <a:solidFill>
            <a:srgbClr val="2980B9"/>
          </a:solidFill>
          <a:ln/>
        </p:spPr>
        <p:txBody>
          <a:bodyPr/>
          <a:lstStyle/>
          <a:p>
            <a:endParaRPr lang="ja-JP" altLang="en-US"/>
          </a:p>
        </p:txBody>
      </p:sp>
      <p:sp>
        <p:nvSpPr>
          <p:cNvPr id="14" name="Text 12"/>
          <p:cNvSpPr/>
          <p:nvPr/>
        </p:nvSpPr>
        <p:spPr>
          <a:xfrm>
            <a:off x="594360" y="4797552"/>
            <a:ext cx="11000232" cy="365760"/>
          </a:xfrm>
          <a:prstGeom prst="rect">
            <a:avLst/>
          </a:prstGeom>
          <a:noFill/>
          <a:ln/>
        </p:spPr>
        <p:txBody>
          <a:bodyPr wrap="square" rtlCol="0" anchor="ctr"/>
          <a:lstStyle/>
          <a:p>
            <a:pPr marL="0" indent="0">
              <a:buNone/>
            </a:pPr>
            <a:r>
              <a:rPr lang="en-US" sz="2400" b="1" dirty="0">
                <a:solidFill>
                  <a:srgbClr val="1A5276"/>
                </a:solidFill>
                <a:latin typeface="Meiryo" pitchFamily="34" charset="0"/>
                <a:ea typeface="Meiryo" pitchFamily="34" charset="-122"/>
                <a:cs typeface="Meiryo" pitchFamily="34" charset="-120"/>
              </a:rPr>
              <a:t>Q3. 硝化と脱窒の違い（条件・反応方向）は？</a:t>
            </a:r>
            <a:endParaRPr lang="en-US" sz="2400" dirty="0"/>
          </a:p>
        </p:txBody>
      </p:sp>
      <p:sp>
        <p:nvSpPr>
          <p:cNvPr id="15" name="Text 13"/>
          <p:cNvSpPr/>
          <p:nvPr/>
        </p:nvSpPr>
        <p:spPr>
          <a:xfrm>
            <a:off x="594360" y="5181600"/>
            <a:ext cx="11000232" cy="1127760"/>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硝化 = 好気・酸化（NH₄⁺→NO₃⁻）／ 脱窒 = 嫌気・還元（NO₃⁻→N₂）。</a:t>
            </a:r>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A5276"/>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5276"/>
          </a:solidFill>
          <a:ln/>
        </p:spPr>
        <p:txBody>
          <a:bodyPr/>
          <a:lstStyle/>
          <a:p>
            <a:endParaRPr lang="ja-JP" altLang="en-US"/>
          </a:p>
        </p:txBody>
      </p:sp>
      <p:sp>
        <p:nvSpPr>
          <p:cNvPr id="3" name="Text 1"/>
          <p:cNvSpPr/>
          <p:nvPr/>
        </p:nvSpPr>
        <p:spPr>
          <a:xfrm>
            <a:off x="0" y="1554480"/>
            <a:ext cx="12188952" cy="365760"/>
          </a:xfrm>
          <a:prstGeom prst="rect">
            <a:avLst/>
          </a:prstGeom>
          <a:noFill/>
          <a:ln/>
        </p:spPr>
        <p:txBody>
          <a:bodyPr wrap="square" rtlCol="0" anchor="ctr"/>
          <a:lstStyle/>
          <a:p>
            <a:pPr marL="0" indent="0" algn="ctr">
              <a:buNone/>
            </a:pPr>
            <a:r>
              <a:rPr lang="en-US" sz="1200" kern="0" spc="800" dirty="0">
                <a:solidFill>
                  <a:srgbClr val="AABEC9"/>
                </a:solidFill>
                <a:latin typeface="Meiryo" pitchFamily="34" charset="0"/>
                <a:ea typeface="Meiryo" pitchFamily="34" charset="-122"/>
                <a:cs typeface="Meiryo" pitchFamily="34" charset="-120"/>
              </a:rPr>
              <a:t>SECTION B</a:t>
            </a:r>
            <a:endParaRPr lang="en-US" sz="1200" dirty="0"/>
          </a:p>
        </p:txBody>
      </p:sp>
      <p:sp>
        <p:nvSpPr>
          <p:cNvPr id="4" name="Text 2"/>
          <p:cNvSpPr/>
          <p:nvPr/>
        </p:nvSpPr>
        <p:spPr>
          <a:xfrm>
            <a:off x="0" y="1828800"/>
            <a:ext cx="12188952" cy="1645920"/>
          </a:xfrm>
          <a:prstGeom prst="rect">
            <a:avLst/>
          </a:prstGeom>
          <a:noFill/>
          <a:ln/>
        </p:spPr>
        <p:txBody>
          <a:bodyPr wrap="square" rtlCol="0" anchor="ctr"/>
          <a:lstStyle/>
          <a:p>
            <a:pPr marL="0" indent="0" algn="ctr">
              <a:buNone/>
            </a:pPr>
            <a:r>
              <a:rPr lang="en-US" sz="10000" dirty="0">
                <a:solidFill>
                  <a:srgbClr val="DBE4EE">
                    <a:alpha val="30000"/>
                  </a:srgbClr>
                </a:solidFill>
                <a:latin typeface="Georgia" pitchFamily="34" charset="0"/>
                <a:ea typeface="Georgia" pitchFamily="34" charset="-122"/>
                <a:cs typeface="Georgia" pitchFamily="34" charset="-120"/>
              </a:rPr>
              <a:t>B</a:t>
            </a:r>
            <a:endParaRPr lang="en-US" sz="10000" dirty="0"/>
          </a:p>
        </p:txBody>
      </p:sp>
      <p:sp>
        <p:nvSpPr>
          <p:cNvPr id="5" name="Text 3"/>
          <p:cNvSpPr/>
          <p:nvPr/>
        </p:nvSpPr>
        <p:spPr>
          <a:xfrm>
            <a:off x="0" y="3657600"/>
            <a:ext cx="12188952" cy="822960"/>
          </a:xfrm>
          <a:prstGeom prst="rect">
            <a:avLst/>
          </a:prstGeom>
          <a:noFill/>
          <a:ln/>
        </p:spPr>
        <p:txBody>
          <a:bodyPr wrap="square" rtlCol="0" anchor="ctr"/>
          <a:lstStyle/>
          <a:p>
            <a:pPr marL="0" indent="0" algn="ctr">
              <a:buNone/>
            </a:pPr>
            <a:r>
              <a:rPr lang="en-US" sz="3600" b="1" dirty="0">
                <a:solidFill>
                  <a:srgbClr val="FFFFFF"/>
                </a:solidFill>
                <a:latin typeface="Meiryo" pitchFamily="34" charset="0"/>
                <a:ea typeface="Meiryo" pitchFamily="34" charset="-122"/>
                <a:cs typeface="Meiryo" pitchFamily="34" charset="-120"/>
              </a:rPr>
              <a:t>化学物質の環境内動態</a:t>
            </a:r>
            <a:endParaRPr lang="en-US" sz="3600" dirty="0"/>
          </a:p>
        </p:txBody>
      </p:sp>
      <p:sp>
        <p:nvSpPr>
          <p:cNvPr id="6" name="Text 4"/>
          <p:cNvSpPr/>
          <p:nvPr/>
        </p:nvSpPr>
        <p:spPr>
          <a:xfrm>
            <a:off x="0" y="4572000"/>
            <a:ext cx="12188952" cy="640080"/>
          </a:xfrm>
          <a:prstGeom prst="rect">
            <a:avLst/>
          </a:prstGeom>
          <a:noFill/>
          <a:ln/>
        </p:spPr>
        <p:txBody>
          <a:bodyPr wrap="square" rtlCol="0" anchor="ctr"/>
          <a:lstStyle/>
          <a:p>
            <a:pPr marL="0" indent="0" algn="ctr">
              <a:buNone/>
            </a:pPr>
            <a:r>
              <a:rPr lang="en-US" sz="1400" dirty="0">
                <a:solidFill>
                  <a:srgbClr val="DBE4EE"/>
                </a:solidFill>
                <a:latin typeface="Meiryo" pitchFamily="34" charset="0"/>
                <a:ea typeface="Meiryo" pitchFamily="34" charset="-122"/>
                <a:cs typeface="Meiryo" pitchFamily="34" charset="-120"/>
              </a:rPr>
              <a:t>環境中の化学物質 — 生物濃縮 — POPsと化審法</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F05BE-F188-682C-A385-B43E583E88F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9EE1801-3500-BEB2-FD3B-DF378C6222C5}"/>
              </a:ext>
            </a:extLst>
          </p:cNvPr>
          <p:cNvSpPr/>
          <p:nvPr/>
        </p:nvSpPr>
        <p:spPr>
          <a:xfrm>
            <a:off x="411480" y="320040"/>
            <a:ext cx="8647938" cy="594360"/>
          </a:xfrm>
          <a:prstGeom prst="rect">
            <a:avLst/>
          </a:prstGeom>
          <a:noFill/>
          <a:ln/>
        </p:spPr>
        <p:txBody>
          <a:bodyPr wrap="square" rtlCol="0" anchor="ctr"/>
          <a:lstStyle/>
          <a:p>
            <a:pPr marL="0" indent="0">
              <a:buNone/>
            </a:pPr>
            <a:r>
              <a:rPr lang="en-US" sz="3600" b="1" dirty="0">
                <a:solidFill>
                  <a:srgbClr val="1A5276"/>
                </a:solidFill>
                <a:latin typeface="Meiryo" pitchFamily="34" charset="0"/>
                <a:ea typeface="Meiryo" pitchFamily="34" charset="-122"/>
                <a:cs typeface="Meiryo" pitchFamily="34" charset="-120"/>
              </a:rPr>
              <a:t>本日の範囲 — 教科書VI-1章の全体構造</a:t>
            </a:r>
            <a:endParaRPr lang="en-US" sz="3600" dirty="0"/>
          </a:p>
        </p:txBody>
      </p:sp>
      <p:sp>
        <p:nvSpPr>
          <p:cNvPr id="3" name="Shape 1">
            <a:extLst>
              <a:ext uri="{FF2B5EF4-FFF2-40B4-BE49-F238E27FC236}">
                <a16:creationId xmlns:a16="http://schemas.microsoft.com/office/drawing/2014/main" id="{C3BEDE44-529C-690B-D664-171BD0FEA78F}"/>
              </a:ext>
            </a:extLst>
          </p:cNvPr>
          <p:cNvSpPr/>
          <p:nvPr/>
        </p:nvSpPr>
        <p:spPr>
          <a:xfrm>
            <a:off x="411480" y="950976"/>
            <a:ext cx="11365992" cy="22860"/>
          </a:xfrm>
          <a:prstGeom prst="rect">
            <a:avLst/>
          </a:prstGeom>
          <a:solidFill>
            <a:srgbClr val="2980B9"/>
          </a:solidFill>
          <a:ln/>
        </p:spPr>
        <p:txBody>
          <a:bodyPr/>
          <a:lstStyle/>
          <a:p>
            <a:endParaRPr lang="ja-JP" altLang="en-US" sz="2800"/>
          </a:p>
        </p:txBody>
      </p:sp>
      <p:sp>
        <p:nvSpPr>
          <p:cNvPr id="7" name="Text 5">
            <a:extLst>
              <a:ext uri="{FF2B5EF4-FFF2-40B4-BE49-F238E27FC236}">
                <a16:creationId xmlns:a16="http://schemas.microsoft.com/office/drawing/2014/main" id="{E7565EAE-7FEE-B041-FB9A-8BFEDBC8294A}"/>
              </a:ext>
            </a:extLst>
          </p:cNvPr>
          <p:cNvSpPr/>
          <p:nvPr/>
        </p:nvSpPr>
        <p:spPr>
          <a:xfrm>
            <a:off x="411480" y="6355080"/>
            <a:ext cx="11365992" cy="274320"/>
          </a:xfrm>
          <a:prstGeom prst="rect">
            <a:avLst/>
          </a:prstGeom>
          <a:noFill/>
          <a:ln/>
        </p:spPr>
        <p:txBody>
          <a:bodyPr wrap="square" rtlCol="0" anchor="ctr"/>
          <a:lstStyle/>
          <a:p>
            <a:pPr marL="0" indent="0">
              <a:buNone/>
            </a:pPr>
            <a:r>
              <a:rPr lang="en-US" sz="1600" i="1" dirty="0">
                <a:solidFill>
                  <a:srgbClr val="5D6D7E"/>
                </a:solidFill>
                <a:latin typeface="Meiryo" pitchFamily="34" charset="0"/>
                <a:ea typeface="Meiryo" pitchFamily="34" charset="-122"/>
                <a:cs typeface="Meiryo" pitchFamily="34" charset="-120"/>
              </a:rPr>
              <a:t>★ = 重要度（学術的核心概念）／ 無印も全範囲が試験範囲</a:t>
            </a:r>
            <a:endParaRPr lang="en-US" sz="1600" dirty="0"/>
          </a:p>
        </p:txBody>
      </p:sp>
      <p:sp>
        <p:nvSpPr>
          <p:cNvPr id="8" name="Rectangle 7">
            <a:extLst>
              <a:ext uri="{FF2B5EF4-FFF2-40B4-BE49-F238E27FC236}">
                <a16:creationId xmlns:a16="http://schemas.microsoft.com/office/drawing/2014/main" id="{CCB1535A-E351-CD4A-3F1D-DEE1E834AAE6}"/>
              </a:ext>
            </a:extLst>
          </p:cNvPr>
          <p:cNvSpPr/>
          <p:nvPr/>
        </p:nvSpPr>
        <p:spPr>
          <a:xfrm>
            <a:off x="411480"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 name="Rectangle 8">
            <a:extLst>
              <a:ext uri="{FF2B5EF4-FFF2-40B4-BE49-F238E27FC236}">
                <a16:creationId xmlns:a16="http://schemas.microsoft.com/office/drawing/2014/main" id="{394BD905-C1B8-80FE-A185-2E103CF96ED2}"/>
              </a:ext>
            </a:extLst>
          </p:cNvPr>
          <p:cNvSpPr/>
          <p:nvPr/>
        </p:nvSpPr>
        <p:spPr>
          <a:xfrm>
            <a:off x="411480" y="1234440"/>
            <a:ext cx="2718054" cy="9601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a:extLst>
              <a:ext uri="{FF2B5EF4-FFF2-40B4-BE49-F238E27FC236}">
                <a16:creationId xmlns:a16="http://schemas.microsoft.com/office/drawing/2014/main" id="{129FC230-CD3C-DA81-F2FC-E8FC32E2BA44}"/>
              </a:ext>
            </a:extLst>
          </p:cNvPr>
          <p:cNvSpPr txBox="1"/>
          <p:nvPr/>
        </p:nvSpPr>
        <p:spPr>
          <a:xfrm>
            <a:off x="548640"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A</a:t>
            </a:r>
          </a:p>
        </p:txBody>
      </p:sp>
      <p:sp>
        <p:nvSpPr>
          <p:cNvPr id="11" name="TextBox 10">
            <a:extLst>
              <a:ext uri="{FF2B5EF4-FFF2-40B4-BE49-F238E27FC236}">
                <a16:creationId xmlns:a16="http://schemas.microsoft.com/office/drawing/2014/main" id="{FAFB656C-7DFB-A77D-6F7F-B2E09F10C1CD}"/>
              </a:ext>
            </a:extLst>
          </p:cNvPr>
          <p:cNvSpPr txBox="1"/>
          <p:nvPr/>
        </p:nvSpPr>
        <p:spPr>
          <a:xfrm>
            <a:off x="1280160"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地球環境と</a:t>
            </a:r>
          </a:p>
          <a:p>
            <a:pPr algn="l"/>
            <a:r>
              <a:rPr b="1">
                <a:solidFill>
                  <a:srgbClr val="FFFFFF"/>
                </a:solidFill>
                <a:latin typeface="Yu Gothic"/>
              </a:rPr>
              <a:t>生態系の構造</a:t>
            </a:r>
          </a:p>
        </p:txBody>
      </p:sp>
      <p:sp>
        <p:nvSpPr>
          <p:cNvPr id="12" name="Rectangle 11">
            <a:extLst>
              <a:ext uri="{FF2B5EF4-FFF2-40B4-BE49-F238E27FC236}">
                <a16:creationId xmlns:a16="http://schemas.microsoft.com/office/drawing/2014/main" id="{AB355BE6-12E1-8092-73BD-B33F613961FC}"/>
              </a:ext>
            </a:extLst>
          </p:cNvPr>
          <p:cNvSpPr/>
          <p:nvPr/>
        </p:nvSpPr>
        <p:spPr>
          <a:xfrm>
            <a:off x="521208"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TextBox 12">
            <a:extLst>
              <a:ext uri="{FF2B5EF4-FFF2-40B4-BE49-F238E27FC236}">
                <a16:creationId xmlns:a16="http://schemas.microsoft.com/office/drawing/2014/main" id="{4D784D2F-8B44-F973-7D44-2FAF9381CB49}"/>
              </a:ext>
            </a:extLst>
          </p:cNvPr>
          <p:cNvSpPr txBox="1"/>
          <p:nvPr/>
        </p:nvSpPr>
        <p:spPr>
          <a:xfrm>
            <a:off x="630936" y="2432304"/>
            <a:ext cx="777240" cy="276999"/>
          </a:xfrm>
          <a:prstGeom prst="rect">
            <a:avLst/>
          </a:prstGeom>
          <a:noFill/>
        </p:spPr>
        <p:txBody>
          <a:bodyPr wrap="square" lIns="0" tIns="0" rIns="0" bIns="0" anchor="t">
            <a:spAutoFit/>
          </a:bodyPr>
          <a:lstStyle/>
          <a:p>
            <a:pPr algn="l"/>
            <a:r>
              <a:rPr b="1">
                <a:solidFill>
                  <a:srgbClr val="1A5276"/>
                </a:solidFill>
                <a:latin typeface="Yu Gothic"/>
              </a:rPr>
              <a:t>A-1</a:t>
            </a:r>
          </a:p>
        </p:txBody>
      </p:sp>
      <p:sp>
        <p:nvSpPr>
          <p:cNvPr id="14" name="TextBox 13">
            <a:extLst>
              <a:ext uri="{FF2B5EF4-FFF2-40B4-BE49-F238E27FC236}">
                <a16:creationId xmlns:a16="http://schemas.microsoft.com/office/drawing/2014/main" id="{CEA40A85-8680-E6FD-ED20-EBBEB20A0CED}"/>
              </a:ext>
            </a:extLst>
          </p:cNvPr>
          <p:cNvSpPr txBox="1"/>
          <p:nvPr/>
        </p:nvSpPr>
        <p:spPr>
          <a:xfrm>
            <a:off x="630936" y="2724912"/>
            <a:ext cx="2443734" cy="246221"/>
          </a:xfrm>
          <a:prstGeom prst="rect">
            <a:avLst/>
          </a:prstGeom>
          <a:noFill/>
        </p:spPr>
        <p:txBody>
          <a:bodyPr wrap="square" lIns="0" tIns="0" rIns="0" bIns="0" anchor="t">
            <a:spAutoFit/>
          </a:bodyPr>
          <a:lstStyle/>
          <a:p>
            <a:pPr algn="l"/>
            <a:r>
              <a:rPr sz="1600" b="0" dirty="0" err="1">
                <a:solidFill>
                  <a:srgbClr val="2C3E50"/>
                </a:solidFill>
                <a:latin typeface="Yu Gothic"/>
              </a:rPr>
              <a:t>四圏（地・水・気・生物</a:t>
            </a:r>
            <a:r>
              <a:rPr sz="1600" b="0" dirty="0">
                <a:solidFill>
                  <a:srgbClr val="2C3E50"/>
                </a:solidFill>
                <a:latin typeface="Yu Gothic"/>
              </a:rPr>
              <a:t>）</a:t>
            </a:r>
          </a:p>
        </p:txBody>
      </p:sp>
      <p:sp>
        <p:nvSpPr>
          <p:cNvPr id="15" name="Rectangle 14">
            <a:extLst>
              <a:ext uri="{FF2B5EF4-FFF2-40B4-BE49-F238E27FC236}">
                <a16:creationId xmlns:a16="http://schemas.microsoft.com/office/drawing/2014/main" id="{B34EF948-3395-7534-D130-A6BC3DC13347}"/>
              </a:ext>
            </a:extLst>
          </p:cNvPr>
          <p:cNvSpPr/>
          <p:nvPr/>
        </p:nvSpPr>
        <p:spPr>
          <a:xfrm>
            <a:off x="521208"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TextBox 15">
            <a:extLst>
              <a:ext uri="{FF2B5EF4-FFF2-40B4-BE49-F238E27FC236}">
                <a16:creationId xmlns:a16="http://schemas.microsoft.com/office/drawing/2014/main" id="{160C9F64-4FD5-967A-126E-4D920581A200}"/>
              </a:ext>
            </a:extLst>
          </p:cNvPr>
          <p:cNvSpPr txBox="1"/>
          <p:nvPr/>
        </p:nvSpPr>
        <p:spPr>
          <a:xfrm>
            <a:off x="630936" y="3273552"/>
            <a:ext cx="777240" cy="276999"/>
          </a:xfrm>
          <a:prstGeom prst="rect">
            <a:avLst/>
          </a:prstGeom>
          <a:noFill/>
        </p:spPr>
        <p:txBody>
          <a:bodyPr wrap="square" lIns="0" tIns="0" rIns="0" bIns="0" anchor="t">
            <a:spAutoFit/>
          </a:bodyPr>
          <a:lstStyle/>
          <a:p>
            <a:pPr algn="l"/>
            <a:r>
              <a:rPr b="1">
                <a:solidFill>
                  <a:srgbClr val="1A5276"/>
                </a:solidFill>
                <a:latin typeface="Yu Gothic"/>
              </a:rPr>
              <a:t>A-2</a:t>
            </a:r>
          </a:p>
        </p:txBody>
      </p:sp>
      <p:sp>
        <p:nvSpPr>
          <p:cNvPr id="17" name="TextBox 16">
            <a:extLst>
              <a:ext uri="{FF2B5EF4-FFF2-40B4-BE49-F238E27FC236}">
                <a16:creationId xmlns:a16="http://schemas.microsoft.com/office/drawing/2014/main" id="{0F378818-9991-273C-16CB-445AAB875F2A}"/>
              </a:ext>
            </a:extLst>
          </p:cNvPr>
          <p:cNvSpPr txBox="1"/>
          <p:nvPr/>
        </p:nvSpPr>
        <p:spPr>
          <a:xfrm>
            <a:off x="630936"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生態系の構成と機能</a:t>
            </a:r>
          </a:p>
        </p:txBody>
      </p:sp>
      <p:sp>
        <p:nvSpPr>
          <p:cNvPr id="18" name="TextBox 17">
            <a:extLst>
              <a:ext uri="{FF2B5EF4-FFF2-40B4-BE49-F238E27FC236}">
                <a16:creationId xmlns:a16="http://schemas.microsoft.com/office/drawing/2014/main" id="{F54BFF47-D848-C8D2-B8DA-275DEA9B7DDA}"/>
              </a:ext>
            </a:extLst>
          </p:cNvPr>
          <p:cNvSpPr txBox="1"/>
          <p:nvPr/>
        </p:nvSpPr>
        <p:spPr>
          <a:xfrm>
            <a:off x="1280160"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19" name="Rectangle 18">
            <a:extLst>
              <a:ext uri="{FF2B5EF4-FFF2-40B4-BE49-F238E27FC236}">
                <a16:creationId xmlns:a16="http://schemas.microsoft.com/office/drawing/2014/main" id="{A5FF1EE6-DE08-E472-47AE-073B9851500B}"/>
              </a:ext>
            </a:extLst>
          </p:cNvPr>
          <p:cNvSpPr/>
          <p:nvPr/>
        </p:nvSpPr>
        <p:spPr>
          <a:xfrm>
            <a:off x="521208"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a:extLst>
              <a:ext uri="{FF2B5EF4-FFF2-40B4-BE49-F238E27FC236}">
                <a16:creationId xmlns:a16="http://schemas.microsoft.com/office/drawing/2014/main" id="{D6EEC62A-54C4-639C-7EBC-F7FF79B7E415}"/>
              </a:ext>
            </a:extLst>
          </p:cNvPr>
          <p:cNvSpPr txBox="1"/>
          <p:nvPr/>
        </p:nvSpPr>
        <p:spPr>
          <a:xfrm>
            <a:off x="630936" y="4114800"/>
            <a:ext cx="777240" cy="276999"/>
          </a:xfrm>
          <a:prstGeom prst="rect">
            <a:avLst/>
          </a:prstGeom>
          <a:noFill/>
        </p:spPr>
        <p:txBody>
          <a:bodyPr wrap="square" lIns="0" tIns="0" rIns="0" bIns="0" anchor="t">
            <a:spAutoFit/>
          </a:bodyPr>
          <a:lstStyle/>
          <a:p>
            <a:pPr algn="l"/>
            <a:r>
              <a:rPr b="1">
                <a:solidFill>
                  <a:srgbClr val="1A5276"/>
                </a:solidFill>
                <a:latin typeface="Yu Gothic"/>
              </a:rPr>
              <a:t>A-3</a:t>
            </a:r>
          </a:p>
        </p:txBody>
      </p:sp>
      <p:sp>
        <p:nvSpPr>
          <p:cNvPr id="21" name="TextBox 20">
            <a:extLst>
              <a:ext uri="{FF2B5EF4-FFF2-40B4-BE49-F238E27FC236}">
                <a16:creationId xmlns:a16="http://schemas.microsoft.com/office/drawing/2014/main" id="{7152CE5E-9E57-7CC7-A39B-AA48770AEE52}"/>
              </a:ext>
            </a:extLst>
          </p:cNvPr>
          <p:cNvSpPr txBox="1"/>
          <p:nvPr/>
        </p:nvSpPr>
        <p:spPr>
          <a:xfrm>
            <a:off x="630936"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物質循環（C / N / P）</a:t>
            </a:r>
          </a:p>
        </p:txBody>
      </p:sp>
      <p:sp>
        <p:nvSpPr>
          <p:cNvPr id="22" name="Rectangle 21">
            <a:extLst>
              <a:ext uri="{FF2B5EF4-FFF2-40B4-BE49-F238E27FC236}">
                <a16:creationId xmlns:a16="http://schemas.microsoft.com/office/drawing/2014/main" id="{41F9195D-95D0-8EAC-9F6F-F7A30F0283BF}"/>
              </a:ext>
            </a:extLst>
          </p:cNvPr>
          <p:cNvSpPr/>
          <p:nvPr/>
        </p:nvSpPr>
        <p:spPr>
          <a:xfrm>
            <a:off x="3294126"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Rectangle 22">
            <a:extLst>
              <a:ext uri="{FF2B5EF4-FFF2-40B4-BE49-F238E27FC236}">
                <a16:creationId xmlns:a16="http://schemas.microsoft.com/office/drawing/2014/main" id="{5EFA5701-46D6-B628-E9F3-54E78DE52BD4}"/>
              </a:ext>
            </a:extLst>
          </p:cNvPr>
          <p:cNvSpPr/>
          <p:nvPr/>
        </p:nvSpPr>
        <p:spPr>
          <a:xfrm>
            <a:off x="3294126" y="1234440"/>
            <a:ext cx="2718054" cy="96012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4" name="TextBox 23">
            <a:extLst>
              <a:ext uri="{FF2B5EF4-FFF2-40B4-BE49-F238E27FC236}">
                <a16:creationId xmlns:a16="http://schemas.microsoft.com/office/drawing/2014/main" id="{08A065ED-5ED4-2A7E-904C-B1F98BEE9496}"/>
              </a:ext>
            </a:extLst>
          </p:cNvPr>
          <p:cNvSpPr txBox="1"/>
          <p:nvPr/>
        </p:nvSpPr>
        <p:spPr>
          <a:xfrm>
            <a:off x="3431286"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B</a:t>
            </a:r>
          </a:p>
        </p:txBody>
      </p:sp>
      <p:sp>
        <p:nvSpPr>
          <p:cNvPr id="25" name="TextBox 24">
            <a:extLst>
              <a:ext uri="{FF2B5EF4-FFF2-40B4-BE49-F238E27FC236}">
                <a16:creationId xmlns:a16="http://schemas.microsoft.com/office/drawing/2014/main" id="{55323CE3-3107-0B93-F11C-63C3550385D2}"/>
              </a:ext>
            </a:extLst>
          </p:cNvPr>
          <p:cNvSpPr txBox="1"/>
          <p:nvPr/>
        </p:nvSpPr>
        <p:spPr>
          <a:xfrm>
            <a:off x="4162806" y="1437501"/>
            <a:ext cx="1757934" cy="553998"/>
          </a:xfrm>
          <a:prstGeom prst="rect">
            <a:avLst/>
          </a:prstGeom>
          <a:noFill/>
        </p:spPr>
        <p:txBody>
          <a:bodyPr wrap="square" lIns="0" tIns="0" rIns="0" bIns="0" anchor="ctr">
            <a:spAutoFit/>
          </a:bodyPr>
          <a:lstStyle/>
          <a:p>
            <a:pPr algn="l"/>
            <a:r>
              <a:rPr b="1">
                <a:solidFill>
                  <a:srgbClr val="FFFFFF"/>
                </a:solidFill>
                <a:latin typeface="Yu Gothic"/>
              </a:rPr>
              <a:t>化学物質の</a:t>
            </a:r>
          </a:p>
          <a:p>
            <a:pPr algn="l"/>
            <a:r>
              <a:rPr b="1">
                <a:solidFill>
                  <a:srgbClr val="FFFFFF"/>
                </a:solidFill>
                <a:latin typeface="Yu Gothic"/>
              </a:rPr>
              <a:t>環境内動態</a:t>
            </a:r>
          </a:p>
        </p:txBody>
      </p:sp>
      <p:sp>
        <p:nvSpPr>
          <p:cNvPr id="26" name="Rectangle 25">
            <a:extLst>
              <a:ext uri="{FF2B5EF4-FFF2-40B4-BE49-F238E27FC236}">
                <a16:creationId xmlns:a16="http://schemas.microsoft.com/office/drawing/2014/main" id="{D7AF6BDC-A2F8-14FD-8E2C-35CBA0EFCEB8}"/>
              </a:ext>
            </a:extLst>
          </p:cNvPr>
          <p:cNvSpPr/>
          <p:nvPr/>
        </p:nvSpPr>
        <p:spPr>
          <a:xfrm>
            <a:off x="3403854"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a:extLst>
              <a:ext uri="{FF2B5EF4-FFF2-40B4-BE49-F238E27FC236}">
                <a16:creationId xmlns:a16="http://schemas.microsoft.com/office/drawing/2014/main" id="{B83148F3-24B8-92B2-625F-3B222B38323E}"/>
              </a:ext>
            </a:extLst>
          </p:cNvPr>
          <p:cNvSpPr txBox="1"/>
          <p:nvPr/>
        </p:nvSpPr>
        <p:spPr>
          <a:xfrm>
            <a:off x="3513582" y="2432304"/>
            <a:ext cx="777240" cy="276999"/>
          </a:xfrm>
          <a:prstGeom prst="rect">
            <a:avLst/>
          </a:prstGeom>
          <a:noFill/>
        </p:spPr>
        <p:txBody>
          <a:bodyPr wrap="square" lIns="0" tIns="0" rIns="0" bIns="0" anchor="t">
            <a:spAutoFit/>
          </a:bodyPr>
          <a:lstStyle/>
          <a:p>
            <a:pPr algn="l"/>
            <a:r>
              <a:rPr b="1">
                <a:solidFill>
                  <a:srgbClr val="2980B9"/>
                </a:solidFill>
                <a:latin typeface="Yu Gothic"/>
              </a:rPr>
              <a:t>B-1</a:t>
            </a:r>
          </a:p>
        </p:txBody>
      </p:sp>
      <p:sp>
        <p:nvSpPr>
          <p:cNvPr id="28" name="TextBox 27">
            <a:extLst>
              <a:ext uri="{FF2B5EF4-FFF2-40B4-BE49-F238E27FC236}">
                <a16:creationId xmlns:a16="http://schemas.microsoft.com/office/drawing/2014/main" id="{AEE66135-1323-FC7C-325C-50410D2DB40B}"/>
              </a:ext>
            </a:extLst>
          </p:cNvPr>
          <p:cNvSpPr txBox="1"/>
          <p:nvPr/>
        </p:nvSpPr>
        <p:spPr>
          <a:xfrm>
            <a:off x="3513582"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環境中の化学物質</a:t>
            </a:r>
          </a:p>
        </p:txBody>
      </p:sp>
      <p:sp>
        <p:nvSpPr>
          <p:cNvPr id="29" name="Rectangle 28">
            <a:extLst>
              <a:ext uri="{FF2B5EF4-FFF2-40B4-BE49-F238E27FC236}">
                <a16:creationId xmlns:a16="http://schemas.microsoft.com/office/drawing/2014/main" id="{A494D1C1-072D-B2EB-58E3-81B1ADE68B8C}"/>
              </a:ext>
            </a:extLst>
          </p:cNvPr>
          <p:cNvSpPr/>
          <p:nvPr/>
        </p:nvSpPr>
        <p:spPr>
          <a:xfrm>
            <a:off x="3403854"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a:extLst>
              <a:ext uri="{FF2B5EF4-FFF2-40B4-BE49-F238E27FC236}">
                <a16:creationId xmlns:a16="http://schemas.microsoft.com/office/drawing/2014/main" id="{39501519-B7CE-631B-D3CF-FF107F1FCB4E}"/>
              </a:ext>
            </a:extLst>
          </p:cNvPr>
          <p:cNvSpPr txBox="1"/>
          <p:nvPr/>
        </p:nvSpPr>
        <p:spPr>
          <a:xfrm>
            <a:off x="3513582" y="3273552"/>
            <a:ext cx="777240" cy="276999"/>
          </a:xfrm>
          <a:prstGeom prst="rect">
            <a:avLst/>
          </a:prstGeom>
          <a:noFill/>
        </p:spPr>
        <p:txBody>
          <a:bodyPr wrap="square" lIns="0" tIns="0" rIns="0" bIns="0" anchor="t">
            <a:spAutoFit/>
          </a:bodyPr>
          <a:lstStyle/>
          <a:p>
            <a:pPr algn="l"/>
            <a:r>
              <a:rPr b="1">
                <a:solidFill>
                  <a:srgbClr val="2980B9"/>
                </a:solidFill>
                <a:latin typeface="Yu Gothic"/>
              </a:rPr>
              <a:t>B-2</a:t>
            </a:r>
          </a:p>
        </p:txBody>
      </p:sp>
      <p:sp>
        <p:nvSpPr>
          <p:cNvPr id="31" name="TextBox 30">
            <a:extLst>
              <a:ext uri="{FF2B5EF4-FFF2-40B4-BE49-F238E27FC236}">
                <a16:creationId xmlns:a16="http://schemas.microsoft.com/office/drawing/2014/main" id="{F70983EB-D08E-6B3A-7822-67C5C8EC7CF7}"/>
              </a:ext>
            </a:extLst>
          </p:cNvPr>
          <p:cNvSpPr txBox="1"/>
          <p:nvPr/>
        </p:nvSpPr>
        <p:spPr>
          <a:xfrm>
            <a:off x="3513582"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生物濃縮</a:t>
            </a:r>
          </a:p>
        </p:txBody>
      </p:sp>
      <p:sp>
        <p:nvSpPr>
          <p:cNvPr id="32" name="TextBox 31">
            <a:extLst>
              <a:ext uri="{FF2B5EF4-FFF2-40B4-BE49-F238E27FC236}">
                <a16:creationId xmlns:a16="http://schemas.microsoft.com/office/drawing/2014/main" id="{70BE9122-3F30-3391-737E-803A8FBDEFC9}"/>
              </a:ext>
            </a:extLst>
          </p:cNvPr>
          <p:cNvSpPr txBox="1"/>
          <p:nvPr/>
        </p:nvSpPr>
        <p:spPr>
          <a:xfrm>
            <a:off x="4162806"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3" name="Rectangle 32">
            <a:extLst>
              <a:ext uri="{FF2B5EF4-FFF2-40B4-BE49-F238E27FC236}">
                <a16:creationId xmlns:a16="http://schemas.microsoft.com/office/drawing/2014/main" id="{33519193-7820-3B93-65DF-09EF8FF842B8}"/>
              </a:ext>
            </a:extLst>
          </p:cNvPr>
          <p:cNvSpPr/>
          <p:nvPr/>
        </p:nvSpPr>
        <p:spPr>
          <a:xfrm>
            <a:off x="3403854"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TextBox 33">
            <a:extLst>
              <a:ext uri="{FF2B5EF4-FFF2-40B4-BE49-F238E27FC236}">
                <a16:creationId xmlns:a16="http://schemas.microsoft.com/office/drawing/2014/main" id="{FE572714-F718-6D34-6A1B-6D6350FB5527}"/>
              </a:ext>
            </a:extLst>
          </p:cNvPr>
          <p:cNvSpPr txBox="1"/>
          <p:nvPr/>
        </p:nvSpPr>
        <p:spPr>
          <a:xfrm>
            <a:off x="3513582" y="4114800"/>
            <a:ext cx="777240" cy="276999"/>
          </a:xfrm>
          <a:prstGeom prst="rect">
            <a:avLst/>
          </a:prstGeom>
          <a:noFill/>
        </p:spPr>
        <p:txBody>
          <a:bodyPr wrap="square" lIns="0" tIns="0" rIns="0" bIns="0" anchor="t">
            <a:spAutoFit/>
          </a:bodyPr>
          <a:lstStyle/>
          <a:p>
            <a:pPr algn="l"/>
            <a:r>
              <a:rPr b="1">
                <a:solidFill>
                  <a:srgbClr val="2980B9"/>
                </a:solidFill>
                <a:latin typeface="Yu Gothic"/>
              </a:rPr>
              <a:t>B-3</a:t>
            </a:r>
          </a:p>
        </p:txBody>
      </p:sp>
      <p:sp>
        <p:nvSpPr>
          <p:cNvPr id="35" name="TextBox 34">
            <a:extLst>
              <a:ext uri="{FF2B5EF4-FFF2-40B4-BE49-F238E27FC236}">
                <a16:creationId xmlns:a16="http://schemas.microsoft.com/office/drawing/2014/main" id="{00EF9E4C-8144-83C6-02BA-0FBF48BE9787}"/>
              </a:ext>
            </a:extLst>
          </p:cNvPr>
          <p:cNvSpPr txBox="1"/>
          <p:nvPr/>
        </p:nvSpPr>
        <p:spPr>
          <a:xfrm>
            <a:off x="3513582"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POPsと化審法</a:t>
            </a:r>
          </a:p>
        </p:txBody>
      </p:sp>
      <p:sp>
        <p:nvSpPr>
          <p:cNvPr id="36" name="TextBox 35">
            <a:extLst>
              <a:ext uri="{FF2B5EF4-FFF2-40B4-BE49-F238E27FC236}">
                <a16:creationId xmlns:a16="http://schemas.microsoft.com/office/drawing/2014/main" id="{A6F7868F-EE16-23E3-22EF-DB84723126BB}"/>
              </a:ext>
            </a:extLst>
          </p:cNvPr>
          <p:cNvSpPr txBox="1"/>
          <p:nvPr/>
        </p:nvSpPr>
        <p:spPr>
          <a:xfrm>
            <a:off x="4162806" y="4096512"/>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7" name="Rectangle 36">
            <a:extLst>
              <a:ext uri="{FF2B5EF4-FFF2-40B4-BE49-F238E27FC236}">
                <a16:creationId xmlns:a16="http://schemas.microsoft.com/office/drawing/2014/main" id="{1A8546FC-8F37-44B3-1D4E-41EF4BDBEC73}"/>
              </a:ext>
            </a:extLst>
          </p:cNvPr>
          <p:cNvSpPr/>
          <p:nvPr/>
        </p:nvSpPr>
        <p:spPr>
          <a:xfrm>
            <a:off x="6176772" y="1234440"/>
            <a:ext cx="2718054" cy="4892040"/>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8" name="Rectangle 37">
            <a:extLst>
              <a:ext uri="{FF2B5EF4-FFF2-40B4-BE49-F238E27FC236}">
                <a16:creationId xmlns:a16="http://schemas.microsoft.com/office/drawing/2014/main" id="{A6B61517-499A-453B-4D8A-5A96DD3A0325}"/>
              </a:ext>
            </a:extLst>
          </p:cNvPr>
          <p:cNvSpPr/>
          <p:nvPr/>
        </p:nvSpPr>
        <p:spPr>
          <a:xfrm>
            <a:off x="6176772" y="1234440"/>
            <a:ext cx="2718054" cy="96012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a:extLst>
              <a:ext uri="{FF2B5EF4-FFF2-40B4-BE49-F238E27FC236}">
                <a16:creationId xmlns:a16="http://schemas.microsoft.com/office/drawing/2014/main" id="{EA9EDACA-697F-CE55-48F1-6CE8633217E1}"/>
              </a:ext>
            </a:extLst>
          </p:cNvPr>
          <p:cNvSpPr txBox="1"/>
          <p:nvPr/>
        </p:nvSpPr>
        <p:spPr>
          <a:xfrm>
            <a:off x="6313932"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C</a:t>
            </a:r>
          </a:p>
        </p:txBody>
      </p:sp>
      <p:sp>
        <p:nvSpPr>
          <p:cNvPr id="40" name="TextBox 39">
            <a:extLst>
              <a:ext uri="{FF2B5EF4-FFF2-40B4-BE49-F238E27FC236}">
                <a16:creationId xmlns:a16="http://schemas.microsoft.com/office/drawing/2014/main" id="{56FEBC30-97A7-B344-0C46-38EE9EC9AD54}"/>
              </a:ext>
            </a:extLst>
          </p:cNvPr>
          <p:cNvSpPr txBox="1"/>
          <p:nvPr/>
        </p:nvSpPr>
        <p:spPr>
          <a:xfrm>
            <a:off x="7045452"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地球環境問題と</a:t>
            </a:r>
          </a:p>
          <a:p>
            <a:pPr algn="l"/>
            <a:r>
              <a:rPr b="1">
                <a:solidFill>
                  <a:srgbClr val="FFFFFF"/>
                </a:solidFill>
                <a:latin typeface="Yu Gothic"/>
              </a:rPr>
              <a:t>国際的取り組み</a:t>
            </a:r>
          </a:p>
        </p:txBody>
      </p:sp>
      <p:sp>
        <p:nvSpPr>
          <p:cNvPr id="41" name="Rectangle 40">
            <a:extLst>
              <a:ext uri="{FF2B5EF4-FFF2-40B4-BE49-F238E27FC236}">
                <a16:creationId xmlns:a16="http://schemas.microsoft.com/office/drawing/2014/main" id="{1A9DE68A-2D07-AF5D-8A31-3594C349878C}"/>
              </a:ext>
            </a:extLst>
          </p:cNvPr>
          <p:cNvSpPr/>
          <p:nvPr/>
        </p:nvSpPr>
        <p:spPr>
          <a:xfrm>
            <a:off x="6286500" y="2359152"/>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2" name="TextBox 41">
            <a:extLst>
              <a:ext uri="{FF2B5EF4-FFF2-40B4-BE49-F238E27FC236}">
                <a16:creationId xmlns:a16="http://schemas.microsoft.com/office/drawing/2014/main" id="{7442D02C-48E5-4320-73FB-A1CBCA261B44}"/>
              </a:ext>
            </a:extLst>
          </p:cNvPr>
          <p:cNvSpPr txBox="1"/>
          <p:nvPr/>
        </p:nvSpPr>
        <p:spPr>
          <a:xfrm>
            <a:off x="6396228" y="2432304"/>
            <a:ext cx="777240" cy="276999"/>
          </a:xfrm>
          <a:prstGeom prst="rect">
            <a:avLst/>
          </a:prstGeom>
          <a:noFill/>
        </p:spPr>
        <p:txBody>
          <a:bodyPr wrap="square" lIns="0" tIns="0" rIns="0" bIns="0" anchor="t">
            <a:spAutoFit/>
          </a:bodyPr>
          <a:lstStyle/>
          <a:p>
            <a:pPr algn="l"/>
            <a:r>
              <a:rPr b="1">
                <a:solidFill>
                  <a:srgbClr val="E67E22"/>
                </a:solidFill>
                <a:latin typeface="Yu Gothic"/>
              </a:rPr>
              <a:t>C-1</a:t>
            </a:r>
          </a:p>
        </p:txBody>
      </p:sp>
      <p:sp>
        <p:nvSpPr>
          <p:cNvPr id="43" name="TextBox 42">
            <a:extLst>
              <a:ext uri="{FF2B5EF4-FFF2-40B4-BE49-F238E27FC236}">
                <a16:creationId xmlns:a16="http://schemas.microsoft.com/office/drawing/2014/main" id="{208CEA09-DDE1-0C28-0DEC-A76C7390DD2F}"/>
              </a:ext>
            </a:extLst>
          </p:cNvPr>
          <p:cNvSpPr txBox="1"/>
          <p:nvPr/>
        </p:nvSpPr>
        <p:spPr>
          <a:xfrm>
            <a:off x="6396228"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オゾン層破壊</a:t>
            </a:r>
          </a:p>
        </p:txBody>
      </p:sp>
      <p:sp>
        <p:nvSpPr>
          <p:cNvPr id="44" name="TextBox 43">
            <a:extLst>
              <a:ext uri="{FF2B5EF4-FFF2-40B4-BE49-F238E27FC236}">
                <a16:creationId xmlns:a16="http://schemas.microsoft.com/office/drawing/2014/main" id="{52EE52D2-23A7-DF86-4DFE-EDA0C6241431}"/>
              </a:ext>
            </a:extLst>
          </p:cNvPr>
          <p:cNvSpPr txBox="1"/>
          <p:nvPr/>
        </p:nvSpPr>
        <p:spPr>
          <a:xfrm>
            <a:off x="7045452"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5" name="Rectangle 44">
            <a:extLst>
              <a:ext uri="{FF2B5EF4-FFF2-40B4-BE49-F238E27FC236}">
                <a16:creationId xmlns:a16="http://schemas.microsoft.com/office/drawing/2014/main" id="{F6EA3C38-992A-7608-0228-90F0A0015F00}"/>
              </a:ext>
            </a:extLst>
          </p:cNvPr>
          <p:cNvSpPr/>
          <p:nvPr/>
        </p:nvSpPr>
        <p:spPr>
          <a:xfrm>
            <a:off x="6286500" y="3079699"/>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6" name="TextBox 45">
            <a:extLst>
              <a:ext uri="{FF2B5EF4-FFF2-40B4-BE49-F238E27FC236}">
                <a16:creationId xmlns:a16="http://schemas.microsoft.com/office/drawing/2014/main" id="{5A83929A-D3B6-19BF-5639-E7563156BF00}"/>
              </a:ext>
            </a:extLst>
          </p:cNvPr>
          <p:cNvSpPr txBox="1"/>
          <p:nvPr/>
        </p:nvSpPr>
        <p:spPr>
          <a:xfrm>
            <a:off x="6396228" y="3152851"/>
            <a:ext cx="777240" cy="276999"/>
          </a:xfrm>
          <a:prstGeom prst="rect">
            <a:avLst/>
          </a:prstGeom>
          <a:noFill/>
        </p:spPr>
        <p:txBody>
          <a:bodyPr wrap="square" lIns="0" tIns="0" rIns="0" bIns="0" anchor="t">
            <a:spAutoFit/>
          </a:bodyPr>
          <a:lstStyle/>
          <a:p>
            <a:pPr algn="l"/>
            <a:r>
              <a:rPr b="1">
                <a:solidFill>
                  <a:srgbClr val="E67E22"/>
                </a:solidFill>
                <a:latin typeface="Yu Gothic"/>
              </a:rPr>
              <a:t>C-2</a:t>
            </a:r>
          </a:p>
        </p:txBody>
      </p:sp>
      <p:sp>
        <p:nvSpPr>
          <p:cNvPr id="47" name="TextBox 46">
            <a:extLst>
              <a:ext uri="{FF2B5EF4-FFF2-40B4-BE49-F238E27FC236}">
                <a16:creationId xmlns:a16="http://schemas.microsoft.com/office/drawing/2014/main" id="{3336BB25-93E0-FBB9-9CA1-19221DDEB1D7}"/>
              </a:ext>
            </a:extLst>
          </p:cNvPr>
          <p:cNvSpPr txBox="1"/>
          <p:nvPr/>
        </p:nvSpPr>
        <p:spPr>
          <a:xfrm>
            <a:off x="6396228" y="3445459"/>
            <a:ext cx="2279142" cy="246221"/>
          </a:xfrm>
          <a:prstGeom prst="rect">
            <a:avLst/>
          </a:prstGeom>
          <a:noFill/>
        </p:spPr>
        <p:txBody>
          <a:bodyPr wrap="square" lIns="0" tIns="0" rIns="0" bIns="0" anchor="t">
            <a:spAutoFit/>
          </a:bodyPr>
          <a:lstStyle/>
          <a:p>
            <a:pPr algn="l"/>
            <a:r>
              <a:rPr sz="1600" b="0">
                <a:solidFill>
                  <a:srgbClr val="2C3E50"/>
                </a:solidFill>
                <a:latin typeface="Yu Gothic"/>
              </a:rPr>
              <a:t>地球温暖化</a:t>
            </a:r>
          </a:p>
        </p:txBody>
      </p:sp>
      <p:sp>
        <p:nvSpPr>
          <p:cNvPr id="48" name="TextBox 47">
            <a:extLst>
              <a:ext uri="{FF2B5EF4-FFF2-40B4-BE49-F238E27FC236}">
                <a16:creationId xmlns:a16="http://schemas.microsoft.com/office/drawing/2014/main" id="{CB8740B3-BB7E-22F0-BE8A-5D7FB7CFAE46}"/>
              </a:ext>
            </a:extLst>
          </p:cNvPr>
          <p:cNvSpPr txBox="1"/>
          <p:nvPr/>
        </p:nvSpPr>
        <p:spPr>
          <a:xfrm>
            <a:off x="7045452" y="3134563"/>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9" name="Rectangle 48">
            <a:extLst>
              <a:ext uri="{FF2B5EF4-FFF2-40B4-BE49-F238E27FC236}">
                <a16:creationId xmlns:a16="http://schemas.microsoft.com/office/drawing/2014/main" id="{C3351810-7B3A-F5B5-F323-2183D570914C}"/>
              </a:ext>
            </a:extLst>
          </p:cNvPr>
          <p:cNvSpPr/>
          <p:nvPr/>
        </p:nvSpPr>
        <p:spPr>
          <a:xfrm>
            <a:off x="6286500" y="3800246"/>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0" name="TextBox 49">
            <a:extLst>
              <a:ext uri="{FF2B5EF4-FFF2-40B4-BE49-F238E27FC236}">
                <a16:creationId xmlns:a16="http://schemas.microsoft.com/office/drawing/2014/main" id="{D78970ED-142A-00CF-710D-81088961C1E7}"/>
              </a:ext>
            </a:extLst>
          </p:cNvPr>
          <p:cNvSpPr txBox="1"/>
          <p:nvPr/>
        </p:nvSpPr>
        <p:spPr>
          <a:xfrm>
            <a:off x="6396228" y="3873398"/>
            <a:ext cx="777240" cy="276999"/>
          </a:xfrm>
          <a:prstGeom prst="rect">
            <a:avLst/>
          </a:prstGeom>
          <a:noFill/>
        </p:spPr>
        <p:txBody>
          <a:bodyPr wrap="square" lIns="0" tIns="0" rIns="0" bIns="0" anchor="t">
            <a:spAutoFit/>
          </a:bodyPr>
          <a:lstStyle/>
          <a:p>
            <a:pPr algn="l"/>
            <a:r>
              <a:rPr b="1">
                <a:solidFill>
                  <a:srgbClr val="E67E22"/>
                </a:solidFill>
                <a:latin typeface="Yu Gothic"/>
              </a:rPr>
              <a:t>C-3</a:t>
            </a:r>
          </a:p>
        </p:txBody>
      </p:sp>
      <p:sp>
        <p:nvSpPr>
          <p:cNvPr id="51" name="TextBox 50">
            <a:extLst>
              <a:ext uri="{FF2B5EF4-FFF2-40B4-BE49-F238E27FC236}">
                <a16:creationId xmlns:a16="http://schemas.microsoft.com/office/drawing/2014/main" id="{6C8FD9EA-F1C4-3052-C338-756B3F3BE120}"/>
              </a:ext>
            </a:extLst>
          </p:cNvPr>
          <p:cNvSpPr txBox="1"/>
          <p:nvPr/>
        </p:nvSpPr>
        <p:spPr>
          <a:xfrm>
            <a:off x="6396228" y="4166006"/>
            <a:ext cx="2279142" cy="246221"/>
          </a:xfrm>
          <a:prstGeom prst="rect">
            <a:avLst/>
          </a:prstGeom>
          <a:noFill/>
        </p:spPr>
        <p:txBody>
          <a:bodyPr wrap="square" lIns="0" tIns="0" rIns="0" bIns="0" anchor="t">
            <a:spAutoFit/>
          </a:bodyPr>
          <a:lstStyle/>
          <a:p>
            <a:pPr algn="l"/>
            <a:r>
              <a:rPr sz="1600" b="0">
                <a:solidFill>
                  <a:srgbClr val="2C3E50"/>
                </a:solidFill>
                <a:latin typeface="Yu Gothic"/>
              </a:rPr>
              <a:t>酸性雨</a:t>
            </a:r>
          </a:p>
        </p:txBody>
      </p:sp>
      <p:sp>
        <p:nvSpPr>
          <p:cNvPr id="52" name="TextBox 51">
            <a:extLst>
              <a:ext uri="{FF2B5EF4-FFF2-40B4-BE49-F238E27FC236}">
                <a16:creationId xmlns:a16="http://schemas.microsoft.com/office/drawing/2014/main" id="{A8DEF9FE-9D5B-B689-F4BE-BD3443F32E7A}"/>
              </a:ext>
            </a:extLst>
          </p:cNvPr>
          <p:cNvSpPr txBox="1"/>
          <p:nvPr/>
        </p:nvSpPr>
        <p:spPr>
          <a:xfrm>
            <a:off x="7045452" y="3855110"/>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53" name="Rectangle 52">
            <a:extLst>
              <a:ext uri="{FF2B5EF4-FFF2-40B4-BE49-F238E27FC236}">
                <a16:creationId xmlns:a16="http://schemas.microsoft.com/office/drawing/2014/main" id="{75D67EC4-F47A-12D2-5586-0676CA001721}"/>
              </a:ext>
            </a:extLst>
          </p:cNvPr>
          <p:cNvSpPr/>
          <p:nvPr/>
        </p:nvSpPr>
        <p:spPr>
          <a:xfrm>
            <a:off x="6286500" y="4520793"/>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4" name="TextBox 53">
            <a:extLst>
              <a:ext uri="{FF2B5EF4-FFF2-40B4-BE49-F238E27FC236}">
                <a16:creationId xmlns:a16="http://schemas.microsoft.com/office/drawing/2014/main" id="{579AE104-853D-E342-D7AB-7F144CC2E73B}"/>
              </a:ext>
            </a:extLst>
          </p:cNvPr>
          <p:cNvSpPr txBox="1"/>
          <p:nvPr/>
        </p:nvSpPr>
        <p:spPr>
          <a:xfrm>
            <a:off x="6396228" y="4593945"/>
            <a:ext cx="777240" cy="276999"/>
          </a:xfrm>
          <a:prstGeom prst="rect">
            <a:avLst/>
          </a:prstGeom>
          <a:noFill/>
        </p:spPr>
        <p:txBody>
          <a:bodyPr wrap="square" lIns="0" tIns="0" rIns="0" bIns="0" anchor="t">
            <a:spAutoFit/>
          </a:bodyPr>
          <a:lstStyle/>
          <a:p>
            <a:pPr algn="l"/>
            <a:r>
              <a:rPr b="1">
                <a:solidFill>
                  <a:srgbClr val="E67E22"/>
                </a:solidFill>
                <a:latin typeface="Yu Gothic"/>
              </a:rPr>
              <a:t>C-4</a:t>
            </a:r>
          </a:p>
        </p:txBody>
      </p:sp>
      <p:sp>
        <p:nvSpPr>
          <p:cNvPr id="55" name="TextBox 54">
            <a:extLst>
              <a:ext uri="{FF2B5EF4-FFF2-40B4-BE49-F238E27FC236}">
                <a16:creationId xmlns:a16="http://schemas.microsoft.com/office/drawing/2014/main" id="{3DCD2D68-6D50-D619-C587-1ED26831312B}"/>
              </a:ext>
            </a:extLst>
          </p:cNvPr>
          <p:cNvSpPr txBox="1"/>
          <p:nvPr/>
        </p:nvSpPr>
        <p:spPr>
          <a:xfrm>
            <a:off x="6396228" y="4886553"/>
            <a:ext cx="2279142" cy="246221"/>
          </a:xfrm>
          <a:prstGeom prst="rect">
            <a:avLst/>
          </a:prstGeom>
          <a:noFill/>
        </p:spPr>
        <p:txBody>
          <a:bodyPr wrap="square" lIns="0" tIns="0" rIns="0" bIns="0" anchor="t">
            <a:spAutoFit/>
          </a:bodyPr>
          <a:lstStyle/>
          <a:p>
            <a:pPr algn="l"/>
            <a:r>
              <a:rPr sz="1600" b="0">
                <a:solidFill>
                  <a:srgbClr val="2C3E50"/>
                </a:solidFill>
                <a:latin typeface="Yu Gothic"/>
              </a:rPr>
              <a:t>海洋汚染・生物多様性</a:t>
            </a:r>
          </a:p>
        </p:txBody>
      </p:sp>
      <p:sp>
        <p:nvSpPr>
          <p:cNvPr id="56" name="Rectangle 55">
            <a:extLst>
              <a:ext uri="{FF2B5EF4-FFF2-40B4-BE49-F238E27FC236}">
                <a16:creationId xmlns:a16="http://schemas.microsoft.com/office/drawing/2014/main" id="{44DAFCCE-C9C0-56A2-F82E-0015BF54F41F}"/>
              </a:ext>
            </a:extLst>
          </p:cNvPr>
          <p:cNvSpPr/>
          <p:nvPr/>
        </p:nvSpPr>
        <p:spPr>
          <a:xfrm>
            <a:off x="6286500" y="5241340"/>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a:extLst>
              <a:ext uri="{FF2B5EF4-FFF2-40B4-BE49-F238E27FC236}">
                <a16:creationId xmlns:a16="http://schemas.microsoft.com/office/drawing/2014/main" id="{0DFB5465-5341-9482-2B1C-435165270D71}"/>
              </a:ext>
            </a:extLst>
          </p:cNvPr>
          <p:cNvSpPr txBox="1"/>
          <p:nvPr/>
        </p:nvSpPr>
        <p:spPr>
          <a:xfrm>
            <a:off x="6396228" y="5314492"/>
            <a:ext cx="777240" cy="276999"/>
          </a:xfrm>
          <a:prstGeom prst="rect">
            <a:avLst/>
          </a:prstGeom>
          <a:noFill/>
        </p:spPr>
        <p:txBody>
          <a:bodyPr wrap="square" lIns="0" tIns="0" rIns="0" bIns="0" anchor="t">
            <a:spAutoFit/>
          </a:bodyPr>
          <a:lstStyle/>
          <a:p>
            <a:pPr algn="l"/>
            <a:r>
              <a:rPr b="1">
                <a:solidFill>
                  <a:srgbClr val="E67E22"/>
                </a:solidFill>
                <a:latin typeface="Yu Gothic"/>
              </a:rPr>
              <a:t>C-5</a:t>
            </a:r>
          </a:p>
        </p:txBody>
      </p:sp>
      <p:sp>
        <p:nvSpPr>
          <p:cNvPr id="58" name="TextBox 57">
            <a:extLst>
              <a:ext uri="{FF2B5EF4-FFF2-40B4-BE49-F238E27FC236}">
                <a16:creationId xmlns:a16="http://schemas.microsoft.com/office/drawing/2014/main" id="{EA3B896B-BC99-563A-6AB2-DE0A0A76B53A}"/>
              </a:ext>
            </a:extLst>
          </p:cNvPr>
          <p:cNvSpPr txBox="1"/>
          <p:nvPr/>
        </p:nvSpPr>
        <p:spPr>
          <a:xfrm>
            <a:off x="6396228" y="5607100"/>
            <a:ext cx="2279142" cy="246221"/>
          </a:xfrm>
          <a:prstGeom prst="rect">
            <a:avLst/>
          </a:prstGeom>
          <a:noFill/>
        </p:spPr>
        <p:txBody>
          <a:bodyPr wrap="square" lIns="0" tIns="0" rIns="0" bIns="0" anchor="t">
            <a:spAutoFit/>
          </a:bodyPr>
          <a:lstStyle/>
          <a:p>
            <a:pPr algn="l"/>
            <a:r>
              <a:rPr sz="1600" b="0">
                <a:solidFill>
                  <a:srgbClr val="2C3E50"/>
                </a:solidFill>
                <a:latin typeface="Yu Gothic"/>
              </a:rPr>
              <a:t>公害から環境法へ</a:t>
            </a:r>
          </a:p>
        </p:txBody>
      </p:sp>
      <p:sp>
        <p:nvSpPr>
          <p:cNvPr id="59" name="Rectangle 58">
            <a:extLst>
              <a:ext uri="{FF2B5EF4-FFF2-40B4-BE49-F238E27FC236}">
                <a16:creationId xmlns:a16="http://schemas.microsoft.com/office/drawing/2014/main" id="{4D93FB57-D7F1-2F83-E273-4FEAD8504A69}"/>
              </a:ext>
            </a:extLst>
          </p:cNvPr>
          <p:cNvSpPr/>
          <p:nvPr/>
        </p:nvSpPr>
        <p:spPr>
          <a:xfrm>
            <a:off x="9059418" y="1234440"/>
            <a:ext cx="2718054" cy="4892040"/>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0" name="Rectangle 59">
            <a:extLst>
              <a:ext uri="{FF2B5EF4-FFF2-40B4-BE49-F238E27FC236}">
                <a16:creationId xmlns:a16="http://schemas.microsoft.com/office/drawing/2014/main" id="{6D939D88-F5AA-39E9-4BD4-88D15C8409CC}"/>
              </a:ext>
            </a:extLst>
          </p:cNvPr>
          <p:cNvSpPr/>
          <p:nvPr/>
        </p:nvSpPr>
        <p:spPr>
          <a:xfrm>
            <a:off x="9059418" y="1234440"/>
            <a:ext cx="2718054" cy="960120"/>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a:extLst>
              <a:ext uri="{FF2B5EF4-FFF2-40B4-BE49-F238E27FC236}">
                <a16:creationId xmlns:a16="http://schemas.microsoft.com/office/drawing/2014/main" id="{07A2FA17-BB81-C057-583C-3AAD12FF4F54}"/>
              </a:ext>
            </a:extLst>
          </p:cNvPr>
          <p:cNvSpPr txBox="1"/>
          <p:nvPr/>
        </p:nvSpPr>
        <p:spPr>
          <a:xfrm>
            <a:off x="9196578"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D</a:t>
            </a:r>
          </a:p>
        </p:txBody>
      </p:sp>
      <p:sp>
        <p:nvSpPr>
          <p:cNvPr id="62" name="TextBox 61">
            <a:extLst>
              <a:ext uri="{FF2B5EF4-FFF2-40B4-BE49-F238E27FC236}">
                <a16:creationId xmlns:a16="http://schemas.microsoft.com/office/drawing/2014/main" id="{461E1C21-72FA-90C3-B977-EBF12D019BC9}"/>
              </a:ext>
            </a:extLst>
          </p:cNvPr>
          <p:cNvSpPr txBox="1"/>
          <p:nvPr/>
        </p:nvSpPr>
        <p:spPr>
          <a:xfrm>
            <a:off x="9928098" y="1299001"/>
            <a:ext cx="1757934" cy="830997"/>
          </a:xfrm>
          <a:prstGeom prst="rect">
            <a:avLst/>
          </a:prstGeom>
          <a:noFill/>
        </p:spPr>
        <p:txBody>
          <a:bodyPr wrap="square" lIns="0" tIns="0" rIns="0" bIns="0" anchor="ctr">
            <a:spAutoFit/>
          </a:bodyPr>
          <a:lstStyle/>
          <a:p>
            <a:pPr algn="l"/>
            <a:r>
              <a:rPr b="1">
                <a:solidFill>
                  <a:srgbClr val="FFFFFF"/>
                </a:solidFill>
                <a:latin typeface="Yu Gothic"/>
              </a:rPr>
              <a:t>環境リスク評価と</a:t>
            </a:r>
          </a:p>
          <a:p>
            <a:pPr algn="l"/>
            <a:r>
              <a:rPr b="1">
                <a:solidFill>
                  <a:srgbClr val="FFFFFF"/>
                </a:solidFill>
                <a:latin typeface="Yu Gothic"/>
              </a:rPr>
              <a:t>リスコミ</a:t>
            </a:r>
          </a:p>
        </p:txBody>
      </p:sp>
      <p:sp>
        <p:nvSpPr>
          <p:cNvPr id="63" name="Rectangle 62">
            <a:extLst>
              <a:ext uri="{FF2B5EF4-FFF2-40B4-BE49-F238E27FC236}">
                <a16:creationId xmlns:a16="http://schemas.microsoft.com/office/drawing/2014/main" id="{38A2351B-6907-FA2E-13F9-A697F4BF83C5}"/>
              </a:ext>
            </a:extLst>
          </p:cNvPr>
          <p:cNvSpPr/>
          <p:nvPr/>
        </p:nvSpPr>
        <p:spPr>
          <a:xfrm>
            <a:off x="9169146"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4" name="TextBox 63">
            <a:extLst>
              <a:ext uri="{FF2B5EF4-FFF2-40B4-BE49-F238E27FC236}">
                <a16:creationId xmlns:a16="http://schemas.microsoft.com/office/drawing/2014/main" id="{B37E46E2-5AB7-9A97-9EF2-98A14626AFB1}"/>
              </a:ext>
            </a:extLst>
          </p:cNvPr>
          <p:cNvSpPr txBox="1"/>
          <p:nvPr/>
        </p:nvSpPr>
        <p:spPr>
          <a:xfrm>
            <a:off x="9278874" y="2432304"/>
            <a:ext cx="777240" cy="276999"/>
          </a:xfrm>
          <a:prstGeom prst="rect">
            <a:avLst/>
          </a:prstGeom>
          <a:noFill/>
        </p:spPr>
        <p:txBody>
          <a:bodyPr wrap="square" lIns="0" tIns="0" rIns="0" bIns="0" anchor="t">
            <a:spAutoFit/>
          </a:bodyPr>
          <a:lstStyle/>
          <a:p>
            <a:pPr algn="l"/>
            <a:r>
              <a:rPr b="1">
                <a:solidFill>
                  <a:srgbClr val="8E44AD"/>
                </a:solidFill>
                <a:latin typeface="Yu Gothic"/>
              </a:rPr>
              <a:t>D-1</a:t>
            </a:r>
          </a:p>
        </p:txBody>
      </p:sp>
      <p:sp>
        <p:nvSpPr>
          <p:cNvPr id="65" name="TextBox 64">
            <a:extLst>
              <a:ext uri="{FF2B5EF4-FFF2-40B4-BE49-F238E27FC236}">
                <a16:creationId xmlns:a16="http://schemas.microsoft.com/office/drawing/2014/main" id="{1A35FD44-9C03-EC00-5F06-50708DF382E2}"/>
              </a:ext>
            </a:extLst>
          </p:cNvPr>
          <p:cNvSpPr txBox="1"/>
          <p:nvPr/>
        </p:nvSpPr>
        <p:spPr>
          <a:xfrm>
            <a:off x="9278874"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リスク評価の基本</a:t>
            </a:r>
          </a:p>
        </p:txBody>
      </p:sp>
      <p:sp>
        <p:nvSpPr>
          <p:cNvPr id="66" name="TextBox 65">
            <a:extLst>
              <a:ext uri="{FF2B5EF4-FFF2-40B4-BE49-F238E27FC236}">
                <a16:creationId xmlns:a16="http://schemas.microsoft.com/office/drawing/2014/main" id="{E7E1B4B3-5AB8-756A-C5C7-FD94D0D774DB}"/>
              </a:ext>
            </a:extLst>
          </p:cNvPr>
          <p:cNvSpPr txBox="1"/>
          <p:nvPr/>
        </p:nvSpPr>
        <p:spPr>
          <a:xfrm>
            <a:off x="9928098"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67" name="Rectangle 66">
            <a:extLst>
              <a:ext uri="{FF2B5EF4-FFF2-40B4-BE49-F238E27FC236}">
                <a16:creationId xmlns:a16="http://schemas.microsoft.com/office/drawing/2014/main" id="{8C56D46C-7254-5E8C-53C8-A8FC588DD0AB}"/>
              </a:ext>
            </a:extLst>
          </p:cNvPr>
          <p:cNvSpPr/>
          <p:nvPr/>
        </p:nvSpPr>
        <p:spPr>
          <a:xfrm>
            <a:off x="9169146"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8" name="TextBox 67">
            <a:extLst>
              <a:ext uri="{FF2B5EF4-FFF2-40B4-BE49-F238E27FC236}">
                <a16:creationId xmlns:a16="http://schemas.microsoft.com/office/drawing/2014/main" id="{6644632F-AB5F-F903-D6F5-708E89DCA65D}"/>
              </a:ext>
            </a:extLst>
          </p:cNvPr>
          <p:cNvSpPr txBox="1"/>
          <p:nvPr/>
        </p:nvSpPr>
        <p:spPr>
          <a:xfrm>
            <a:off x="9278874" y="3273552"/>
            <a:ext cx="777240" cy="276999"/>
          </a:xfrm>
          <a:prstGeom prst="rect">
            <a:avLst/>
          </a:prstGeom>
          <a:noFill/>
        </p:spPr>
        <p:txBody>
          <a:bodyPr wrap="square" lIns="0" tIns="0" rIns="0" bIns="0" anchor="t">
            <a:spAutoFit/>
          </a:bodyPr>
          <a:lstStyle/>
          <a:p>
            <a:pPr algn="l"/>
            <a:r>
              <a:rPr b="1">
                <a:solidFill>
                  <a:srgbClr val="8E44AD"/>
                </a:solidFill>
                <a:latin typeface="Yu Gothic"/>
              </a:rPr>
              <a:t>D-2</a:t>
            </a:r>
          </a:p>
        </p:txBody>
      </p:sp>
      <p:sp>
        <p:nvSpPr>
          <p:cNvPr id="69" name="TextBox 68">
            <a:extLst>
              <a:ext uri="{FF2B5EF4-FFF2-40B4-BE49-F238E27FC236}">
                <a16:creationId xmlns:a16="http://schemas.microsoft.com/office/drawing/2014/main" id="{A499335F-FC35-AF55-F082-3FD57C331642}"/>
              </a:ext>
            </a:extLst>
          </p:cNvPr>
          <p:cNvSpPr txBox="1"/>
          <p:nvPr/>
        </p:nvSpPr>
        <p:spPr>
          <a:xfrm>
            <a:off x="9278874"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ADI / VSD / ARfD</a:t>
            </a:r>
          </a:p>
        </p:txBody>
      </p:sp>
      <p:sp>
        <p:nvSpPr>
          <p:cNvPr id="70" name="TextBox 69">
            <a:extLst>
              <a:ext uri="{FF2B5EF4-FFF2-40B4-BE49-F238E27FC236}">
                <a16:creationId xmlns:a16="http://schemas.microsoft.com/office/drawing/2014/main" id="{FBAD54B5-0086-AAA0-2FBF-D4A9FFB11A39}"/>
              </a:ext>
            </a:extLst>
          </p:cNvPr>
          <p:cNvSpPr txBox="1"/>
          <p:nvPr/>
        </p:nvSpPr>
        <p:spPr>
          <a:xfrm>
            <a:off x="9928098"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71" name="Rectangle 70">
            <a:extLst>
              <a:ext uri="{FF2B5EF4-FFF2-40B4-BE49-F238E27FC236}">
                <a16:creationId xmlns:a16="http://schemas.microsoft.com/office/drawing/2014/main" id="{2C2F063C-E0FB-6B61-6421-BE106D73C963}"/>
              </a:ext>
            </a:extLst>
          </p:cNvPr>
          <p:cNvSpPr/>
          <p:nvPr/>
        </p:nvSpPr>
        <p:spPr>
          <a:xfrm>
            <a:off x="9169146"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2" name="TextBox 71">
            <a:extLst>
              <a:ext uri="{FF2B5EF4-FFF2-40B4-BE49-F238E27FC236}">
                <a16:creationId xmlns:a16="http://schemas.microsoft.com/office/drawing/2014/main" id="{DCDF3306-7420-DB03-DE80-39E06AF63861}"/>
              </a:ext>
            </a:extLst>
          </p:cNvPr>
          <p:cNvSpPr txBox="1"/>
          <p:nvPr/>
        </p:nvSpPr>
        <p:spPr>
          <a:xfrm>
            <a:off x="9278874" y="4114800"/>
            <a:ext cx="777240" cy="276999"/>
          </a:xfrm>
          <a:prstGeom prst="rect">
            <a:avLst/>
          </a:prstGeom>
          <a:noFill/>
        </p:spPr>
        <p:txBody>
          <a:bodyPr wrap="square" lIns="0" tIns="0" rIns="0" bIns="0" anchor="t">
            <a:spAutoFit/>
          </a:bodyPr>
          <a:lstStyle/>
          <a:p>
            <a:pPr algn="l"/>
            <a:r>
              <a:rPr b="1">
                <a:solidFill>
                  <a:srgbClr val="8E44AD"/>
                </a:solidFill>
                <a:latin typeface="Yu Gothic"/>
              </a:rPr>
              <a:t>D-3</a:t>
            </a:r>
          </a:p>
        </p:txBody>
      </p:sp>
      <p:sp>
        <p:nvSpPr>
          <p:cNvPr id="73" name="TextBox 72">
            <a:extLst>
              <a:ext uri="{FF2B5EF4-FFF2-40B4-BE49-F238E27FC236}">
                <a16:creationId xmlns:a16="http://schemas.microsoft.com/office/drawing/2014/main" id="{B453CC70-0E03-28D5-A37F-4B8F4326D643}"/>
              </a:ext>
            </a:extLst>
          </p:cNvPr>
          <p:cNvSpPr txBox="1"/>
          <p:nvPr/>
        </p:nvSpPr>
        <p:spPr>
          <a:xfrm>
            <a:off x="9278874" y="4407408"/>
            <a:ext cx="2628900" cy="279400"/>
          </a:xfrm>
          <a:prstGeom prst="rect">
            <a:avLst/>
          </a:prstGeom>
          <a:noFill/>
        </p:spPr>
        <p:txBody>
          <a:bodyPr wrap="square" lIns="0" tIns="0" rIns="0" bIns="0" anchor="t">
            <a:spAutoFit/>
          </a:bodyPr>
          <a:lstStyle/>
          <a:p>
            <a:pPr algn="l"/>
            <a:r>
              <a:rPr sz="1600" b="0">
                <a:solidFill>
                  <a:srgbClr val="2C3E50"/>
                </a:solidFill>
                <a:latin typeface="Yu Gothic"/>
              </a:rPr>
              <a:t>リスクコミュニケーション</a:t>
            </a:r>
          </a:p>
        </p:txBody>
      </p:sp>
    </p:spTree>
    <p:extLst>
      <p:ext uri="{BB962C8B-B14F-4D97-AF65-F5344CB8AC3E}">
        <p14:creationId xmlns:p14="http://schemas.microsoft.com/office/powerpoint/2010/main" val="20356092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B-1. 環境中の化学物質 — どこから来る？</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Shape 2"/>
          <p:cNvSpPr/>
          <p:nvPr/>
        </p:nvSpPr>
        <p:spPr>
          <a:xfrm>
            <a:off x="411480" y="1097280"/>
            <a:ext cx="3657600" cy="2194560"/>
          </a:xfrm>
          <a:prstGeom prst="rect">
            <a:avLst/>
          </a:prstGeom>
          <a:solidFill>
            <a:srgbClr val="EAF2F8"/>
          </a:solidFill>
          <a:ln/>
        </p:spPr>
        <p:txBody>
          <a:bodyPr/>
          <a:lstStyle/>
          <a:p>
            <a:endParaRPr lang="ja-JP" altLang="en-US"/>
          </a:p>
        </p:txBody>
      </p:sp>
      <p:sp>
        <p:nvSpPr>
          <p:cNvPr id="5" name="Shape 3"/>
          <p:cNvSpPr/>
          <p:nvPr/>
        </p:nvSpPr>
        <p:spPr>
          <a:xfrm>
            <a:off x="411480" y="1097280"/>
            <a:ext cx="64008" cy="2194560"/>
          </a:xfrm>
          <a:prstGeom prst="rect">
            <a:avLst/>
          </a:prstGeom>
          <a:solidFill>
            <a:srgbClr val="2980B9"/>
          </a:solidFill>
          <a:ln/>
        </p:spPr>
        <p:txBody>
          <a:bodyPr/>
          <a:lstStyle/>
          <a:p>
            <a:endParaRPr lang="ja-JP" altLang="en-US"/>
          </a:p>
        </p:txBody>
      </p:sp>
      <p:sp>
        <p:nvSpPr>
          <p:cNvPr id="6" name="Text 4"/>
          <p:cNvSpPr/>
          <p:nvPr/>
        </p:nvSpPr>
        <p:spPr>
          <a:xfrm>
            <a:off x="576072" y="1152144"/>
            <a:ext cx="3383280" cy="292608"/>
          </a:xfrm>
          <a:prstGeom prst="rect">
            <a:avLst/>
          </a:prstGeom>
          <a:noFill/>
          <a:ln/>
        </p:spPr>
        <p:txBody>
          <a:bodyPr wrap="square" rtlCol="0" anchor="ctr"/>
          <a:lstStyle/>
          <a:p>
            <a:pPr marL="0" indent="0">
              <a:buNone/>
            </a:pPr>
            <a:r>
              <a:rPr lang="en-US" b="1" dirty="0">
                <a:solidFill>
                  <a:srgbClr val="2980B9"/>
                </a:solidFill>
                <a:latin typeface="Meiryo" pitchFamily="34" charset="0"/>
                <a:ea typeface="Meiryo" pitchFamily="34" charset="-122"/>
                <a:cs typeface="Meiryo" pitchFamily="34" charset="-120"/>
              </a:rPr>
              <a:t>自然由来</a:t>
            </a:r>
            <a:endParaRPr lang="en-US" dirty="0"/>
          </a:p>
        </p:txBody>
      </p:sp>
      <p:sp>
        <p:nvSpPr>
          <p:cNvPr id="7" name="Text 5"/>
          <p:cNvSpPr/>
          <p:nvPr/>
        </p:nvSpPr>
        <p:spPr>
          <a:xfrm>
            <a:off x="576072" y="1435608"/>
            <a:ext cx="3383280" cy="181051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a:t>
            </a:r>
            <a:r>
              <a:rPr lang="en-US" sz="2000" b="1" dirty="0">
                <a:solidFill>
                  <a:srgbClr val="1A5276"/>
                </a:solidFill>
                <a:latin typeface="Meiryo" pitchFamily="34" charset="0"/>
                <a:ea typeface="Meiryo" pitchFamily="34" charset="-122"/>
                <a:cs typeface="Meiryo" pitchFamily="34" charset="-120"/>
              </a:rPr>
              <a:t>水銀</a:t>
            </a:r>
            <a:r>
              <a:rPr lang="en-US" sz="2000" dirty="0">
                <a:solidFill>
                  <a:srgbClr val="2C3E50"/>
                </a:solidFill>
                <a:latin typeface="Meiryo" pitchFamily="34" charset="0"/>
                <a:ea typeface="Meiryo" pitchFamily="34" charset="-122"/>
                <a:cs typeface="Meiryo" pitchFamily="34" charset="-120"/>
              </a:rPr>
              <a:t>（火山活動・温泉）</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a:t>
            </a:r>
            <a:r>
              <a:rPr lang="en-US" sz="2000" b="1" dirty="0">
                <a:solidFill>
                  <a:srgbClr val="1A5276"/>
                </a:solidFill>
                <a:latin typeface="Meiryo" pitchFamily="34" charset="0"/>
                <a:ea typeface="Meiryo" pitchFamily="34" charset="-122"/>
                <a:cs typeface="Meiryo" pitchFamily="34" charset="-120"/>
              </a:rPr>
              <a:t>ヒ素</a:t>
            </a:r>
            <a:r>
              <a:rPr lang="en-US" sz="2000" dirty="0">
                <a:solidFill>
                  <a:srgbClr val="2C3E50"/>
                </a:solidFill>
                <a:latin typeface="Meiryo" pitchFamily="34" charset="0"/>
                <a:ea typeface="Meiryo" pitchFamily="34" charset="-122"/>
                <a:cs typeface="Meiryo" pitchFamily="34" charset="-120"/>
              </a:rPr>
              <a:t>（鉱物）</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・カドミウム・鉛</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・PAHs（自然燃焼）</a:t>
            </a:r>
            <a:endParaRPr lang="en-US" sz="2000" dirty="0"/>
          </a:p>
        </p:txBody>
      </p:sp>
      <p:sp>
        <p:nvSpPr>
          <p:cNvPr id="8" name="Shape 6"/>
          <p:cNvSpPr/>
          <p:nvPr/>
        </p:nvSpPr>
        <p:spPr>
          <a:xfrm>
            <a:off x="411480" y="3474720"/>
            <a:ext cx="3657600" cy="2194560"/>
          </a:xfrm>
          <a:prstGeom prst="rect">
            <a:avLst/>
          </a:prstGeom>
          <a:solidFill>
            <a:srgbClr val="EAF2F8"/>
          </a:solidFill>
          <a:ln/>
        </p:spPr>
        <p:txBody>
          <a:bodyPr/>
          <a:lstStyle/>
          <a:p>
            <a:endParaRPr lang="ja-JP" altLang="en-US" sz="2400"/>
          </a:p>
        </p:txBody>
      </p:sp>
      <p:sp>
        <p:nvSpPr>
          <p:cNvPr id="9" name="Shape 7"/>
          <p:cNvSpPr/>
          <p:nvPr/>
        </p:nvSpPr>
        <p:spPr>
          <a:xfrm>
            <a:off x="411480" y="3474720"/>
            <a:ext cx="64008" cy="2194560"/>
          </a:xfrm>
          <a:prstGeom prst="rect">
            <a:avLst/>
          </a:prstGeom>
          <a:solidFill>
            <a:srgbClr val="2980B9"/>
          </a:solidFill>
          <a:ln/>
        </p:spPr>
        <p:txBody>
          <a:bodyPr/>
          <a:lstStyle/>
          <a:p>
            <a:endParaRPr lang="ja-JP" altLang="en-US"/>
          </a:p>
        </p:txBody>
      </p:sp>
      <p:sp>
        <p:nvSpPr>
          <p:cNvPr id="10" name="Text 8"/>
          <p:cNvSpPr/>
          <p:nvPr/>
        </p:nvSpPr>
        <p:spPr>
          <a:xfrm>
            <a:off x="576072" y="3529584"/>
            <a:ext cx="3383280" cy="292608"/>
          </a:xfrm>
          <a:prstGeom prst="rect">
            <a:avLst/>
          </a:prstGeom>
          <a:noFill/>
          <a:ln/>
        </p:spPr>
        <p:txBody>
          <a:bodyPr wrap="square" rtlCol="0" anchor="ctr"/>
          <a:lstStyle/>
          <a:p>
            <a:pPr marL="0" indent="0">
              <a:buNone/>
            </a:pPr>
            <a:r>
              <a:rPr lang="en-US" sz="1400" b="1" dirty="0">
                <a:solidFill>
                  <a:srgbClr val="2980B9"/>
                </a:solidFill>
                <a:latin typeface="Meiryo" pitchFamily="34" charset="0"/>
                <a:ea typeface="Meiryo" pitchFamily="34" charset="-122"/>
                <a:cs typeface="Meiryo" pitchFamily="34" charset="-120"/>
              </a:rPr>
              <a:t>人工由来</a:t>
            </a:r>
            <a:endParaRPr lang="en-US" sz="1400" dirty="0"/>
          </a:p>
        </p:txBody>
      </p:sp>
      <p:sp>
        <p:nvSpPr>
          <p:cNvPr id="11" name="Text 9"/>
          <p:cNvSpPr/>
          <p:nvPr/>
        </p:nvSpPr>
        <p:spPr>
          <a:xfrm>
            <a:off x="576072" y="3813048"/>
            <a:ext cx="3383280" cy="1810512"/>
          </a:xfrm>
          <a:prstGeom prst="rect">
            <a:avLst/>
          </a:prstGeom>
          <a:noFill/>
          <a:ln/>
        </p:spPr>
        <p:txBody>
          <a:bodyPr wrap="square" rtlCol="0" anchor="t"/>
          <a:lstStyle/>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a:t>
            </a:r>
            <a:r>
              <a:rPr lang="en-US" sz="1600" b="1" dirty="0">
                <a:solidFill>
                  <a:srgbClr val="1A5276"/>
                </a:solidFill>
                <a:latin typeface="Meiryo" pitchFamily="34" charset="0"/>
                <a:ea typeface="Meiryo" pitchFamily="34" charset="-122"/>
                <a:cs typeface="Meiryo" pitchFamily="34" charset="-120"/>
              </a:rPr>
              <a:t>PCB</a:t>
            </a:r>
            <a:r>
              <a:rPr lang="en-US" sz="1600" dirty="0">
                <a:solidFill>
                  <a:srgbClr val="2C3E50"/>
                </a:solidFill>
                <a:latin typeface="Meiryo" pitchFamily="34" charset="0"/>
                <a:ea typeface="Meiryo" pitchFamily="34" charset="-122"/>
                <a:cs typeface="Meiryo" pitchFamily="34" charset="-120"/>
              </a:rPr>
              <a:t>（変圧器絶縁油）</a:t>
            </a:r>
            <a:endParaRPr lang="en-US" sz="1600" dirty="0"/>
          </a:p>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a:t>
            </a:r>
            <a:r>
              <a:rPr lang="en-US" sz="1600" b="1" dirty="0">
                <a:solidFill>
                  <a:srgbClr val="1A5276"/>
                </a:solidFill>
                <a:latin typeface="Meiryo" pitchFamily="34" charset="0"/>
                <a:ea typeface="Meiryo" pitchFamily="34" charset="-122"/>
                <a:cs typeface="Meiryo" pitchFamily="34" charset="-120"/>
              </a:rPr>
              <a:t>DDT</a:t>
            </a:r>
            <a:r>
              <a:rPr lang="en-US" sz="1600" dirty="0">
                <a:solidFill>
                  <a:srgbClr val="2C3E50"/>
                </a:solidFill>
                <a:latin typeface="Meiryo" pitchFamily="34" charset="0"/>
                <a:ea typeface="Meiryo" pitchFamily="34" charset="-122"/>
                <a:cs typeface="Meiryo" pitchFamily="34" charset="-120"/>
              </a:rPr>
              <a:t>（殺虫剤）</a:t>
            </a:r>
            <a:endParaRPr lang="en-US" sz="1600" dirty="0"/>
          </a:p>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a:t>
            </a:r>
            <a:r>
              <a:rPr lang="en-US" sz="1600" b="1" dirty="0">
                <a:solidFill>
                  <a:srgbClr val="1A5276"/>
                </a:solidFill>
                <a:latin typeface="Meiryo" pitchFamily="34" charset="0"/>
                <a:ea typeface="Meiryo" pitchFamily="34" charset="-122"/>
                <a:cs typeface="Meiryo" pitchFamily="34" charset="-120"/>
              </a:rPr>
              <a:t>ダイオキシン</a:t>
            </a:r>
            <a:r>
              <a:rPr lang="en-US" sz="1600" dirty="0">
                <a:solidFill>
                  <a:srgbClr val="2C3E50"/>
                </a:solidFill>
                <a:latin typeface="Meiryo" pitchFamily="34" charset="0"/>
                <a:ea typeface="Meiryo" pitchFamily="34" charset="-122"/>
                <a:cs typeface="Meiryo" pitchFamily="34" charset="-120"/>
              </a:rPr>
              <a:t>（燃焼副生成物）</a:t>
            </a:r>
            <a:endParaRPr lang="en-US" sz="1600" dirty="0"/>
          </a:p>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・PFOS / PFOA（界面活性剤）</a:t>
            </a:r>
            <a:endParaRPr lang="en-US" sz="1600" dirty="0"/>
          </a:p>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・農薬・医薬品・難燃剤</a:t>
            </a:r>
            <a:endParaRPr lang="en-US" sz="1600" dirty="0"/>
          </a:p>
        </p:txBody>
      </p:sp>
      <p:sp>
        <p:nvSpPr>
          <p:cNvPr id="12" name="Text 10"/>
          <p:cNvSpPr/>
          <p:nvPr/>
        </p:nvSpPr>
        <p:spPr>
          <a:xfrm>
            <a:off x="4526280" y="1097280"/>
            <a:ext cx="7251192" cy="1097280"/>
          </a:xfrm>
          <a:prstGeom prst="rect">
            <a:avLst/>
          </a:prstGeom>
          <a:noFill/>
          <a:ln/>
        </p:spPr>
        <p:txBody>
          <a:bodyPr wrap="square" rtlCol="0" anchor="t"/>
          <a:lstStyle/>
          <a:p>
            <a:pPr marL="0" indent="0" algn="l">
              <a:lnSpc>
                <a:spcPct val="150000"/>
              </a:lnSpc>
              <a:spcAft>
                <a:spcPts val="400"/>
              </a:spcAft>
              <a:buNone/>
            </a:pPr>
            <a:r>
              <a:rPr lang="en-US" sz="2000" dirty="0">
                <a:solidFill>
                  <a:srgbClr val="2C3E50"/>
                </a:solidFill>
                <a:latin typeface="Meiryo" pitchFamily="34" charset="0"/>
                <a:ea typeface="Meiryo" pitchFamily="34" charset="-122"/>
                <a:cs typeface="Meiryo" pitchFamily="34" charset="-120"/>
              </a:rPr>
              <a:t>世界では </a:t>
            </a:r>
            <a:r>
              <a:rPr lang="en-US" sz="2000" b="1" dirty="0">
                <a:solidFill>
                  <a:srgbClr val="1A5276"/>
                </a:solidFill>
                <a:latin typeface="Meiryo" pitchFamily="34" charset="0"/>
                <a:ea typeface="Meiryo" pitchFamily="34" charset="-122"/>
                <a:cs typeface="Meiryo" pitchFamily="34" charset="-120"/>
              </a:rPr>
              <a:t>10万種以上</a:t>
            </a:r>
            <a:r>
              <a:rPr lang="en-US" sz="2000" dirty="0">
                <a:solidFill>
                  <a:srgbClr val="2C3E50"/>
                </a:solidFill>
                <a:latin typeface="Meiryo" pitchFamily="34" charset="0"/>
                <a:ea typeface="Meiryo" pitchFamily="34" charset="-122"/>
                <a:cs typeface="Meiryo" pitchFamily="34" charset="-120"/>
              </a:rPr>
              <a:t>の化学物質が商業利用されており、毎年新規物質が登録されている。</a:t>
            </a:r>
            <a:endParaRPr lang="en-US" sz="2000" dirty="0"/>
          </a:p>
        </p:txBody>
      </p:sp>
      <p:sp>
        <p:nvSpPr>
          <p:cNvPr id="13" name="Shape 11"/>
          <p:cNvSpPr/>
          <p:nvPr/>
        </p:nvSpPr>
        <p:spPr>
          <a:xfrm>
            <a:off x="4526280" y="2468880"/>
            <a:ext cx="7251192" cy="2743200"/>
          </a:xfrm>
          <a:prstGeom prst="rect">
            <a:avLst/>
          </a:prstGeom>
          <a:solidFill>
            <a:srgbClr val="FDEDEC"/>
          </a:solidFill>
          <a:ln/>
        </p:spPr>
        <p:txBody>
          <a:bodyPr/>
          <a:lstStyle/>
          <a:p>
            <a:endParaRPr lang="ja-JP" altLang="en-US"/>
          </a:p>
        </p:txBody>
      </p:sp>
      <p:sp>
        <p:nvSpPr>
          <p:cNvPr id="14" name="Shape 12"/>
          <p:cNvSpPr/>
          <p:nvPr/>
        </p:nvSpPr>
        <p:spPr>
          <a:xfrm>
            <a:off x="4526280" y="2468880"/>
            <a:ext cx="64008" cy="2743200"/>
          </a:xfrm>
          <a:prstGeom prst="rect">
            <a:avLst/>
          </a:prstGeom>
          <a:solidFill>
            <a:srgbClr val="C0392B"/>
          </a:solidFill>
          <a:ln/>
        </p:spPr>
        <p:txBody>
          <a:bodyPr/>
          <a:lstStyle/>
          <a:p>
            <a:endParaRPr lang="ja-JP" altLang="en-US"/>
          </a:p>
        </p:txBody>
      </p:sp>
      <p:sp>
        <p:nvSpPr>
          <p:cNvPr id="15" name="Text 13"/>
          <p:cNvSpPr/>
          <p:nvPr/>
        </p:nvSpPr>
        <p:spPr>
          <a:xfrm>
            <a:off x="4690872" y="2523744"/>
            <a:ext cx="6976872" cy="292608"/>
          </a:xfrm>
          <a:prstGeom prst="rect">
            <a:avLst/>
          </a:prstGeom>
          <a:noFill/>
          <a:ln/>
        </p:spPr>
        <p:txBody>
          <a:bodyPr wrap="square" rtlCol="0" anchor="ctr"/>
          <a:lstStyle/>
          <a:p>
            <a:pPr marL="0" indent="0">
              <a:buNone/>
            </a:pPr>
            <a:r>
              <a:rPr lang="en-US" sz="2000" b="1" dirty="0">
                <a:solidFill>
                  <a:srgbClr val="C0392B"/>
                </a:solidFill>
                <a:latin typeface="Meiryo" pitchFamily="34" charset="0"/>
                <a:ea typeface="Meiryo" pitchFamily="34" charset="-122"/>
                <a:cs typeface="Meiryo" pitchFamily="34" charset="-120"/>
              </a:rPr>
              <a:t>薬剤師が問われる視点</a:t>
            </a:r>
            <a:endParaRPr lang="en-US" sz="2000" dirty="0"/>
          </a:p>
        </p:txBody>
      </p:sp>
      <p:sp>
        <p:nvSpPr>
          <p:cNvPr id="16" name="Text 14"/>
          <p:cNvSpPr/>
          <p:nvPr/>
        </p:nvSpPr>
        <p:spPr>
          <a:xfrm>
            <a:off x="4690872" y="2807208"/>
            <a:ext cx="6976872" cy="2359152"/>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「この物質は自然由来か人工由来か」</a:t>
            </a:r>
            <a:endParaRPr lang="en-US" sz="2400" dirty="0"/>
          </a:p>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「自然由来でも毒性は同じ」</a:t>
            </a:r>
            <a:endParaRPr lang="en-US" sz="2400" dirty="0"/>
          </a:p>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「人工由来の蓄積性物質は規制対象」</a:t>
            </a:r>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B-1. 環境中での動き — 大気・水・土壌の自浄作用</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graphicFrame>
        <p:nvGraphicFramePr>
          <p:cNvPr id="44" name="Table 0"/>
          <p:cNvGraphicFramePr>
            <a:graphicFrameLocks noGrp="1"/>
          </p:cNvGraphicFramePr>
          <p:nvPr>
            <p:extLst>
              <p:ext uri="{D42A27DB-BD31-4B8C-83A1-F6EECF244321}">
                <p14:modId xmlns:p14="http://schemas.microsoft.com/office/powerpoint/2010/main" val="4053702204"/>
              </p:ext>
            </p:extLst>
          </p:nvPr>
        </p:nvGraphicFramePr>
        <p:xfrm>
          <a:off x="411480" y="1097280"/>
          <a:ext cx="6313170" cy="4221480"/>
        </p:xfrm>
        <a:graphic>
          <a:graphicData uri="http://schemas.openxmlformats.org/drawingml/2006/table">
            <a:tbl>
              <a:tblPr/>
              <a:tblGrid>
                <a:gridCol w="1454862">
                  <a:extLst>
                    <a:ext uri="{9D8B030D-6E8A-4147-A177-3AD203B41FA5}">
                      <a16:colId xmlns:a16="http://schemas.microsoft.com/office/drawing/2014/main" val="20000"/>
                    </a:ext>
                  </a:extLst>
                </a:gridCol>
                <a:gridCol w="4858308">
                  <a:extLst>
                    <a:ext uri="{9D8B030D-6E8A-4147-A177-3AD203B41FA5}">
                      <a16:colId xmlns:a16="http://schemas.microsoft.com/office/drawing/2014/main" val="20001"/>
                    </a:ext>
                  </a:extLst>
                </a:gridCol>
              </a:tblGrid>
              <a:tr h="868680">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圏</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2000" b="1" dirty="0">
                          <a:solidFill>
                            <a:srgbClr val="FFFFFF"/>
                          </a:solidFill>
                          <a:latin typeface="Meiryo" pitchFamily="34" charset="0"/>
                          <a:ea typeface="Meiryo" pitchFamily="34" charset="-122"/>
                          <a:cs typeface="Meiryo" pitchFamily="34" charset="-120"/>
                        </a:rPr>
                        <a:t>除去メカニズム</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868680">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大気圏</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1A5276"/>
                          </a:solidFill>
                          <a:latin typeface="Meiryo" pitchFamily="34" charset="0"/>
                          <a:ea typeface="Meiryo" pitchFamily="34" charset="-122"/>
                          <a:cs typeface="Meiryo" pitchFamily="34" charset="-120"/>
                        </a:rPr>
                        <a:t>光化学反応</a:t>
                      </a:r>
                      <a:r>
                        <a:rPr lang="en-US" sz="2000" dirty="0">
                          <a:solidFill>
                            <a:srgbClr val="2C3E50"/>
                          </a:solidFill>
                          <a:latin typeface="Meiryo" pitchFamily="34" charset="0"/>
                          <a:ea typeface="Meiryo" pitchFamily="34" charset="-122"/>
                          <a:cs typeface="Meiryo" pitchFamily="34" charset="-120"/>
                        </a:rPr>
                        <a:t>・湿性沈着・乾性沈着</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水圏</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2000" b="1" dirty="0">
                          <a:solidFill>
                            <a:srgbClr val="1A5276"/>
                          </a:solidFill>
                          <a:latin typeface="Meiryo" pitchFamily="34" charset="0"/>
                          <a:ea typeface="Meiryo" pitchFamily="34" charset="-122"/>
                          <a:cs typeface="Meiryo" pitchFamily="34" charset="-120"/>
                        </a:rPr>
                        <a:t>微生物分解</a:t>
                      </a:r>
                      <a:r>
                        <a:rPr lang="en-US" sz="2000" dirty="0">
                          <a:solidFill>
                            <a:srgbClr val="2C3E50"/>
                          </a:solidFill>
                          <a:latin typeface="Meiryo" pitchFamily="34" charset="0"/>
                          <a:ea typeface="Meiryo" pitchFamily="34" charset="-122"/>
                          <a:cs typeface="Meiryo" pitchFamily="34" charset="-120"/>
                        </a:rPr>
                        <a:t>・希釈・沈降</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868680">
                <a:tc>
                  <a:txBody>
                    <a:bodyPr/>
                    <a:lstStyle/>
                    <a:p>
                      <a:pPr marL="0" indent="0" algn="l">
                        <a:buNone/>
                      </a:pPr>
                      <a:r>
                        <a:rPr lang="en-US" sz="2000" dirty="0">
                          <a:solidFill>
                            <a:srgbClr val="2C3E50"/>
                          </a:solidFill>
                          <a:latin typeface="Meiryo" pitchFamily="34" charset="0"/>
                          <a:ea typeface="Meiryo" pitchFamily="34" charset="-122"/>
                          <a:cs typeface="Meiryo" pitchFamily="34" charset="-120"/>
                        </a:rPr>
                        <a:t>地圏</a:t>
                      </a:r>
                      <a:endParaRPr lang="en-US" sz="20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2000" b="1" dirty="0" err="1">
                          <a:solidFill>
                            <a:srgbClr val="1A5276"/>
                          </a:solidFill>
                          <a:latin typeface="Meiryo" pitchFamily="34" charset="0"/>
                          <a:ea typeface="Meiryo" pitchFamily="34" charset="-122"/>
                          <a:cs typeface="Meiryo" pitchFamily="34" charset="-120"/>
                        </a:rPr>
                        <a:t>バイオレメディエーション</a:t>
                      </a:r>
                      <a:endParaRPr lang="en-US" sz="2000" b="1" dirty="0">
                        <a:solidFill>
                          <a:srgbClr val="1A5276"/>
                        </a:solidFill>
                        <a:latin typeface="Meiryo" pitchFamily="34" charset="0"/>
                        <a:ea typeface="Meiryo" pitchFamily="34" charset="-122"/>
                        <a:cs typeface="Meiryo" pitchFamily="34" charset="-120"/>
                      </a:endParaRPr>
                    </a:p>
                    <a:p>
                      <a:pPr marL="0" indent="0" algn="l">
                        <a:buNone/>
                      </a:pPr>
                      <a:r>
                        <a:rPr lang="en-US" sz="2000" dirty="0">
                          <a:solidFill>
                            <a:srgbClr val="2C3E50"/>
                          </a:solidFill>
                          <a:latin typeface="Meiryo" pitchFamily="34" charset="0"/>
                          <a:ea typeface="Meiryo" pitchFamily="34" charset="-122"/>
                          <a:cs typeface="Meiryo" pitchFamily="34" charset="-120"/>
                        </a:rPr>
                        <a:t>（</a:t>
                      </a:r>
                      <a:r>
                        <a:rPr lang="en-US" sz="2000" dirty="0" err="1">
                          <a:solidFill>
                            <a:srgbClr val="2C3E50"/>
                          </a:solidFill>
                          <a:latin typeface="Meiryo" pitchFamily="34" charset="0"/>
                          <a:ea typeface="Meiryo" pitchFamily="34" charset="-122"/>
                          <a:cs typeface="Meiryo" pitchFamily="34" charset="-120"/>
                        </a:rPr>
                        <a:t>微生物による分解</a:t>
                      </a:r>
                      <a:r>
                        <a:rPr lang="en-US" sz="2000" dirty="0">
                          <a:solidFill>
                            <a:srgbClr val="2C3E50"/>
                          </a:solidFill>
                          <a:latin typeface="Meiryo" pitchFamily="34" charset="0"/>
                          <a:ea typeface="Meiryo" pitchFamily="34" charset="-122"/>
                          <a:cs typeface="Meiryo" pitchFamily="34" charset="-12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000" b="1" dirty="0">
                          <a:solidFill>
                            <a:srgbClr val="1A5276"/>
                          </a:solidFill>
                          <a:latin typeface="Meiryo" pitchFamily="34" charset="0"/>
                          <a:ea typeface="Meiryo" pitchFamily="34" charset="-122"/>
                          <a:cs typeface="Meiryo" charset="0"/>
                        </a:rPr>
                        <a:t>ファイトレメディエーション</a:t>
                      </a:r>
                      <a:endParaRPr lang="en-US" altLang="ja-JP" sz="2000" b="1" dirty="0">
                        <a:solidFill>
                          <a:srgbClr val="1A5276"/>
                        </a:solidFill>
                        <a:latin typeface="Meiryo" pitchFamily="34" charset="0"/>
                        <a:ea typeface="Meiryo" pitchFamily="34" charset="-122"/>
                        <a:cs typeface="Meiryo"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2000" dirty="0">
                          <a:solidFill>
                            <a:srgbClr val="2C3E50"/>
                          </a:solidFill>
                          <a:latin typeface="Meiryo" pitchFamily="34" charset="0"/>
                          <a:ea typeface="Meiryo" pitchFamily="34" charset="-122"/>
                          <a:cs typeface="Meiryo" pitchFamily="34" charset="-120"/>
                        </a:rPr>
                        <a:t>（</a:t>
                      </a:r>
                      <a:r>
                        <a:rPr lang="ja-JP" altLang="en-US" sz="2000" dirty="0">
                          <a:solidFill>
                            <a:srgbClr val="2C3E50"/>
                          </a:solidFill>
                          <a:latin typeface="Meiryo" pitchFamily="34" charset="0"/>
                          <a:ea typeface="Meiryo" pitchFamily="34" charset="-122"/>
                          <a:cs typeface="Meiryo" pitchFamily="34" charset="-120"/>
                        </a:rPr>
                        <a:t>植</a:t>
                      </a:r>
                      <a:r>
                        <a:rPr lang="en-US" altLang="ja-JP" sz="2000" dirty="0" err="1">
                          <a:solidFill>
                            <a:srgbClr val="2C3E50"/>
                          </a:solidFill>
                          <a:latin typeface="Meiryo" pitchFamily="34" charset="0"/>
                          <a:ea typeface="Meiryo" pitchFamily="34" charset="-122"/>
                          <a:cs typeface="Meiryo" pitchFamily="34" charset="-120"/>
                        </a:rPr>
                        <a:t>物による分解</a:t>
                      </a:r>
                      <a:r>
                        <a:rPr lang="en-US" altLang="ja-JP" sz="2000" dirty="0">
                          <a:solidFill>
                            <a:srgbClr val="2C3E50"/>
                          </a:solidFill>
                          <a:latin typeface="Meiryo" pitchFamily="34" charset="0"/>
                          <a:ea typeface="Meiryo" pitchFamily="34" charset="-122"/>
                          <a:cs typeface="Meiryo" pitchFamily="34" charset="-12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2000" b="1" dirty="0">
                        <a:solidFill>
                          <a:srgbClr val="1A5276"/>
                        </a:solidFill>
                        <a:latin typeface="Meiryo" pitchFamily="34" charset="0"/>
                        <a:ea typeface="Meiryo" pitchFamily="34" charset="-122"/>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411480" y="5089398"/>
            <a:ext cx="5943600" cy="1554480"/>
          </a:xfrm>
          <a:prstGeom prst="rect">
            <a:avLst/>
          </a:prstGeom>
          <a:solidFill>
            <a:srgbClr val="F8F9FA"/>
          </a:solidFill>
          <a:ln/>
        </p:spPr>
        <p:txBody>
          <a:bodyPr/>
          <a:lstStyle/>
          <a:p>
            <a:endParaRPr lang="ja-JP" altLang="en-US"/>
          </a:p>
        </p:txBody>
      </p:sp>
      <p:sp>
        <p:nvSpPr>
          <p:cNvPr id="6" name="Shape 3"/>
          <p:cNvSpPr/>
          <p:nvPr/>
        </p:nvSpPr>
        <p:spPr>
          <a:xfrm>
            <a:off x="411480" y="5089398"/>
            <a:ext cx="64008" cy="1554480"/>
          </a:xfrm>
          <a:prstGeom prst="rect">
            <a:avLst/>
          </a:prstGeom>
          <a:solidFill>
            <a:srgbClr val="BDC3C7"/>
          </a:solidFill>
          <a:ln/>
        </p:spPr>
        <p:txBody>
          <a:bodyPr/>
          <a:lstStyle/>
          <a:p>
            <a:endParaRPr lang="ja-JP" altLang="en-US"/>
          </a:p>
        </p:txBody>
      </p:sp>
      <p:sp>
        <p:nvSpPr>
          <p:cNvPr id="7" name="Text 4"/>
          <p:cNvSpPr/>
          <p:nvPr/>
        </p:nvSpPr>
        <p:spPr>
          <a:xfrm>
            <a:off x="576072" y="5144262"/>
            <a:ext cx="5669280" cy="292608"/>
          </a:xfrm>
          <a:prstGeom prst="rect">
            <a:avLst/>
          </a:prstGeom>
          <a:noFill/>
          <a:ln/>
        </p:spPr>
        <p:txBody>
          <a:bodyPr wrap="square" rtlCol="0" anchor="ctr"/>
          <a:lstStyle/>
          <a:p>
            <a:pPr marL="0" indent="0">
              <a:buNone/>
            </a:pPr>
            <a:r>
              <a:rPr lang="en-US" sz="1100" b="1" dirty="0">
                <a:solidFill>
                  <a:srgbClr val="BDC3C7"/>
                </a:solidFill>
                <a:latin typeface="Meiryo" pitchFamily="34" charset="0"/>
                <a:ea typeface="Meiryo" pitchFamily="34" charset="-122"/>
                <a:cs typeface="Meiryo" pitchFamily="34" charset="-120"/>
              </a:rPr>
              <a:t>自浄作用には限界がある</a:t>
            </a:r>
            <a:endParaRPr lang="en-US" sz="1100" dirty="0"/>
          </a:p>
        </p:txBody>
      </p:sp>
      <p:sp>
        <p:nvSpPr>
          <p:cNvPr id="8" name="Text 5"/>
          <p:cNvSpPr/>
          <p:nvPr/>
        </p:nvSpPr>
        <p:spPr>
          <a:xfrm>
            <a:off x="576072" y="5427726"/>
            <a:ext cx="5669280" cy="1170432"/>
          </a:xfrm>
          <a:prstGeom prst="rect">
            <a:avLst/>
          </a:prstGeom>
          <a:noFill/>
          <a:ln/>
        </p:spPr>
        <p:txBody>
          <a:bodyPr wrap="square" rtlCol="0" anchor="t"/>
          <a:lstStyle/>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分解されにくい物質は環境中に残留し、循環の中で濃縮していく。</a:t>
            </a:r>
            <a:endParaRPr lang="en-US" sz="1300" dirty="0"/>
          </a:p>
        </p:txBody>
      </p:sp>
      <p:pic>
        <p:nvPicPr>
          <p:cNvPr id="9" name="Image 0" descr="preencoded.png"/>
          <p:cNvPicPr>
            <a:picLocks noChangeAspect="1"/>
          </p:cNvPicPr>
          <p:nvPr/>
        </p:nvPicPr>
        <p:blipFill>
          <a:blip r:embed="rId3"/>
          <a:stretch>
            <a:fillRect/>
          </a:stretch>
        </p:blipFill>
        <p:spPr>
          <a:xfrm>
            <a:off x="7054815" y="1097280"/>
            <a:ext cx="4480122" cy="3657600"/>
          </a:xfrm>
          <a:prstGeom prst="rect">
            <a:avLst/>
          </a:prstGeom>
        </p:spPr>
      </p:pic>
      <p:sp>
        <p:nvSpPr>
          <p:cNvPr id="10" name="Text 6"/>
          <p:cNvSpPr/>
          <p:nvPr/>
        </p:nvSpPr>
        <p:spPr>
          <a:xfrm>
            <a:off x="6812280" y="4846320"/>
            <a:ext cx="4965192"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大気中を漂う粒子状物質（東シナ海上空、2004年）</a:t>
            </a:r>
            <a:endParaRPr lang="en-US" sz="1000" dirty="0"/>
          </a:p>
        </p:txBody>
      </p:sp>
      <p:sp>
        <p:nvSpPr>
          <p:cNvPr id="11" name="Text 7"/>
          <p:cNvSpPr/>
          <p:nvPr/>
        </p:nvSpPr>
        <p:spPr>
          <a:xfrm>
            <a:off x="6812280" y="5093208"/>
            <a:ext cx="4965192" cy="228600"/>
          </a:xfrm>
          <a:prstGeom prst="rect">
            <a:avLst/>
          </a:prstGeom>
          <a:noFill/>
          <a:ln/>
        </p:spPr>
        <p:txBody>
          <a:bodyPr wrap="square" rtlCol="0" anchor="ctr"/>
          <a:lstStyle/>
          <a:p>
            <a:pPr marL="0" indent="0" algn="r">
              <a:buNone/>
            </a:pPr>
            <a:r>
              <a:rPr lang="en-US" sz="800" i="1" dirty="0">
                <a:solidFill>
                  <a:srgbClr val="85929E"/>
                </a:solidFill>
                <a:latin typeface="Meiryo" pitchFamily="34" charset="0"/>
                <a:ea typeface="Meiryo" pitchFamily="34" charset="-122"/>
                <a:cs typeface="Meiryo" pitchFamily="34" charset="-120"/>
              </a:rPr>
              <a:t>出典: NASA Earth Observatory / Public Domain</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C116A-8133-BC46-134C-427D6AB89A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997523E-3009-107B-BA81-3E4FCA3F9974}"/>
              </a:ext>
            </a:extLst>
          </p:cNvPr>
          <p:cNvSpPr/>
          <p:nvPr/>
        </p:nvSpPr>
        <p:spPr>
          <a:xfrm>
            <a:off x="411480" y="320040"/>
            <a:ext cx="8647938" cy="594360"/>
          </a:xfrm>
          <a:prstGeom prst="rect">
            <a:avLst/>
          </a:prstGeom>
          <a:noFill/>
          <a:ln/>
        </p:spPr>
        <p:txBody>
          <a:bodyPr wrap="square" rtlCol="0" anchor="ctr"/>
          <a:lstStyle/>
          <a:p>
            <a:pPr marL="0" indent="0">
              <a:buNone/>
            </a:pPr>
            <a:r>
              <a:rPr lang="en-US" sz="3600" b="1" dirty="0">
                <a:solidFill>
                  <a:srgbClr val="1A5276"/>
                </a:solidFill>
                <a:latin typeface="Meiryo" pitchFamily="34" charset="0"/>
                <a:ea typeface="Meiryo" pitchFamily="34" charset="-122"/>
                <a:cs typeface="Meiryo" pitchFamily="34" charset="-120"/>
              </a:rPr>
              <a:t>本日の範囲 — 教科書VI-1章の全体構造</a:t>
            </a:r>
            <a:endParaRPr lang="en-US" sz="3600" dirty="0"/>
          </a:p>
        </p:txBody>
      </p:sp>
      <p:sp>
        <p:nvSpPr>
          <p:cNvPr id="3" name="Shape 1">
            <a:extLst>
              <a:ext uri="{FF2B5EF4-FFF2-40B4-BE49-F238E27FC236}">
                <a16:creationId xmlns:a16="http://schemas.microsoft.com/office/drawing/2014/main" id="{92A759CE-168B-7D2F-4C39-5945A3D7EAB8}"/>
              </a:ext>
            </a:extLst>
          </p:cNvPr>
          <p:cNvSpPr/>
          <p:nvPr/>
        </p:nvSpPr>
        <p:spPr>
          <a:xfrm>
            <a:off x="411480" y="950976"/>
            <a:ext cx="11365992" cy="22860"/>
          </a:xfrm>
          <a:prstGeom prst="rect">
            <a:avLst/>
          </a:prstGeom>
          <a:solidFill>
            <a:srgbClr val="2980B9"/>
          </a:solidFill>
          <a:ln/>
        </p:spPr>
        <p:txBody>
          <a:bodyPr/>
          <a:lstStyle/>
          <a:p>
            <a:endParaRPr lang="ja-JP" altLang="en-US" sz="2800"/>
          </a:p>
        </p:txBody>
      </p:sp>
      <p:sp>
        <p:nvSpPr>
          <p:cNvPr id="7" name="Text 5">
            <a:extLst>
              <a:ext uri="{FF2B5EF4-FFF2-40B4-BE49-F238E27FC236}">
                <a16:creationId xmlns:a16="http://schemas.microsoft.com/office/drawing/2014/main" id="{615B7197-61D1-7DEF-48A7-3E140D66794A}"/>
              </a:ext>
            </a:extLst>
          </p:cNvPr>
          <p:cNvSpPr/>
          <p:nvPr/>
        </p:nvSpPr>
        <p:spPr>
          <a:xfrm>
            <a:off x="411480" y="6355080"/>
            <a:ext cx="11365992" cy="274320"/>
          </a:xfrm>
          <a:prstGeom prst="rect">
            <a:avLst/>
          </a:prstGeom>
          <a:noFill/>
          <a:ln/>
        </p:spPr>
        <p:txBody>
          <a:bodyPr wrap="square" rtlCol="0" anchor="ctr"/>
          <a:lstStyle/>
          <a:p>
            <a:pPr marL="0" indent="0">
              <a:buNone/>
            </a:pPr>
            <a:r>
              <a:rPr lang="en-US" sz="1600" i="1" dirty="0">
                <a:solidFill>
                  <a:srgbClr val="5D6D7E"/>
                </a:solidFill>
                <a:latin typeface="Meiryo" pitchFamily="34" charset="0"/>
                <a:ea typeface="Meiryo" pitchFamily="34" charset="-122"/>
                <a:cs typeface="Meiryo" pitchFamily="34" charset="-120"/>
              </a:rPr>
              <a:t>★ = 重要度（学術的核心概念）／ 無印も全範囲が試験範囲</a:t>
            </a:r>
            <a:endParaRPr lang="en-US" sz="1600" dirty="0"/>
          </a:p>
        </p:txBody>
      </p:sp>
      <p:sp>
        <p:nvSpPr>
          <p:cNvPr id="8" name="Rectangle 7">
            <a:extLst>
              <a:ext uri="{FF2B5EF4-FFF2-40B4-BE49-F238E27FC236}">
                <a16:creationId xmlns:a16="http://schemas.microsoft.com/office/drawing/2014/main" id="{03E391D5-89DC-57AA-B0B2-67BDC06F6F02}"/>
              </a:ext>
            </a:extLst>
          </p:cNvPr>
          <p:cNvSpPr/>
          <p:nvPr/>
        </p:nvSpPr>
        <p:spPr>
          <a:xfrm>
            <a:off x="411480"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 name="Rectangle 8">
            <a:extLst>
              <a:ext uri="{FF2B5EF4-FFF2-40B4-BE49-F238E27FC236}">
                <a16:creationId xmlns:a16="http://schemas.microsoft.com/office/drawing/2014/main" id="{29985FDC-82C3-ED49-942F-AF03C4C85879}"/>
              </a:ext>
            </a:extLst>
          </p:cNvPr>
          <p:cNvSpPr/>
          <p:nvPr/>
        </p:nvSpPr>
        <p:spPr>
          <a:xfrm>
            <a:off x="411480" y="1234440"/>
            <a:ext cx="2718054" cy="9601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a:extLst>
              <a:ext uri="{FF2B5EF4-FFF2-40B4-BE49-F238E27FC236}">
                <a16:creationId xmlns:a16="http://schemas.microsoft.com/office/drawing/2014/main" id="{D5776F86-C89B-C40B-A2CB-1BE3E1A70861}"/>
              </a:ext>
            </a:extLst>
          </p:cNvPr>
          <p:cNvSpPr txBox="1"/>
          <p:nvPr/>
        </p:nvSpPr>
        <p:spPr>
          <a:xfrm>
            <a:off x="548640"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A</a:t>
            </a:r>
          </a:p>
        </p:txBody>
      </p:sp>
      <p:sp>
        <p:nvSpPr>
          <p:cNvPr id="11" name="TextBox 10">
            <a:extLst>
              <a:ext uri="{FF2B5EF4-FFF2-40B4-BE49-F238E27FC236}">
                <a16:creationId xmlns:a16="http://schemas.microsoft.com/office/drawing/2014/main" id="{82384C3B-21BF-4E0D-66E7-995CEEDD09A3}"/>
              </a:ext>
            </a:extLst>
          </p:cNvPr>
          <p:cNvSpPr txBox="1"/>
          <p:nvPr/>
        </p:nvSpPr>
        <p:spPr>
          <a:xfrm>
            <a:off x="1280160"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地球環境と</a:t>
            </a:r>
          </a:p>
          <a:p>
            <a:pPr algn="l"/>
            <a:r>
              <a:rPr b="1">
                <a:solidFill>
                  <a:srgbClr val="FFFFFF"/>
                </a:solidFill>
                <a:latin typeface="Yu Gothic"/>
              </a:rPr>
              <a:t>生態系の構造</a:t>
            </a:r>
          </a:p>
        </p:txBody>
      </p:sp>
      <p:sp>
        <p:nvSpPr>
          <p:cNvPr id="12" name="Rectangle 11">
            <a:extLst>
              <a:ext uri="{FF2B5EF4-FFF2-40B4-BE49-F238E27FC236}">
                <a16:creationId xmlns:a16="http://schemas.microsoft.com/office/drawing/2014/main" id="{7EBEAB57-0FD7-08B0-BF46-C10D100367FD}"/>
              </a:ext>
            </a:extLst>
          </p:cNvPr>
          <p:cNvSpPr/>
          <p:nvPr/>
        </p:nvSpPr>
        <p:spPr>
          <a:xfrm>
            <a:off x="521208"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TextBox 12">
            <a:extLst>
              <a:ext uri="{FF2B5EF4-FFF2-40B4-BE49-F238E27FC236}">
                <a16:creationId xmlns:a16="http://schemas.microsoft.com/office/drawing/2014/main" id="{89DE02C1-2C88-72C3-3D67-2CD4F6474987}"/>
              </a:ext>
            </a:extLst>
          </p:cNvPr>
          <p:cNvSpPr txBox="1"/>
          <p:nvPr/>
        </p:nvSpPr>
        <p:spPr>
          <a:xfrm>
            <a:off x="630936" y="2432304"/>
            <a:ext cx="777240" cy="276999"/>
          </a:xfrm>
          <a:prstGeom prst="rect">
            <a:avLst/>
          </a:prstGeom>
          <a:noFill/>
        </p:spPr>
        <p:txBody>
          <a:bodyPr wrap="square" lIns="0" tIns="0" rIns="0" bIns="0" anchor="t">
            <a:spAutoFit/>
          </a:bodyPr>
          <a:lstStyle/>
          <a:p>
            <a:pPr algn="l"/>
            <a:r>
              <a:rPr b="1">
                <a:solidFill>
                  <a:srgbClr val="1A5276"/>
                </a:solidFill>
                <a:latin typeface="Yu Gothic"/>
              </a:rPr>
              <a:t>A-1</a:t>
            </a:r>
          </a:p>
        </p:txBody>
      </p:sp>
      <p:sp>
        <p:nvSpPr>
          <p:cNvPr id="14" name="TextBox 13">
            <a:extLst>
              <a:ext uri="{FF2B5EF4-FFF2-40B4-BE49-F238E27FC236}">
                <a16:creationId xmlns:a16="http://schemas.microsoft.com/office/drawing/2014/main" id="{E137373D-2E79-0738-2679-D804DA2819E5}"/>
              </a:ext>
            </a:extLst>
          </p:cNvPr>
          <p:cNvSpPr txBox="1"/>
          <p:nvPr/>
        </p:nvSpPr>
        <p:spPr>
          <a:xfrm>
            <a:off x="630936" y="2724912"/>
            <a:ext cx="2443734" cy="246221"/>
          </a:xfrm>
          <a:prstGeom prst="rect">
            <a:avLst/>
          </a:prstGeom>
          <a:noFill/>
        </p:spPr>
        <p:txBody>
          <a:bodyPr wrap="square" lIns="0" tIns="0" rIns="0" bIns="0" anchor="t">
            <a:spAutoFit/>
          </a:bodyPr>
          <a:lstStyle/>
          <a:p>
            <a:pPr algn="l"/>
            <a:r>
              <a:rPr sz="1600" b="0" dirty="0" err="1">
                <a:solidFill>
                  <a:srgbClr val="2C3E50"/>
                </a:solidFill>
                <a:latin typeface="Yu Gothic"/>
              </a:rPr>
              <a:t>四圏（地・水・気・生物</a:t>
            </a:r>
            <a:r>
              <a:rPr sz="1600" b="0" dirty="0">
                <a:solidFill>
                  <a:srgbClr val="2C3E50"/>
                </a:solidFill>
                <a:latin typeface="Yu Gothic"/>
              </a:rPr>
              <a:t>）</a:t>
            </a:r>
          </a:p>
        </p:txBody>
      </p:sp>
      <p:sp>
        <p:nvSpPr>
          <p:cNvPr id="15" name="Rectangle 14">
            <a:extLst>
              <a:ext uri="{FF2B5EF4-FFF2-40B4-BE49-F238E27FC236}">
                <a16:creationId xmlns:a16="http://schemas.microsoft.com/office/drawing/2014/main" id="{B96266BA-F781-0FDF-D5EF-0F51D8905602}"/>
              </a:ext>
            </a:extLst>
          </p:cNvPr>
          <p:cNvSpPr/>
          <p:nvPr/>
        </p:nvSpPr>
        <p:spPr>
          <a:xfrm>
            <a:off x="521208"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TextBox 15">
            <a:extLst>
              <a:ext uri="{FF2B5EF4-FFF2-40B4-BE49-F238E27FC236}">
                <a16:creationId xmlns:a16="http://schemas.microsoft.com/office/drawing/2014/main" id="{A46E0CB1-783D-F3C9-CDBD-922C2487747E}"/>
              </a:ext>
            </a:extLst>
          </p:cNvPr>
          <p:cNvSpPr txBox="1"/>
          <p:nvPr/>
        </p:nvSpPr>
        <p:spPr>
          <a:xfrm>
            <a:off x="630936" y="3273552"/>
            <a:ext cx="777240" cy="276999"/>
          </a:xfrm>
          <a:prstGeom prst="rect">
            <a:avLst/>
          </a:prstGeom>
          <a:noFill/>
        </p:spPr>
        <p:txBody>
          <a:bodyPr wrap="square" lIns="0" tIns="0" rIns="0" bIns="0" anchor="t">
            <a:spAutoFit/>
          </a:bodyPr>
          <a:lstStyle/>
          <a:p>
            <a:pPr algn="l"/>
            <a:r>
              <a:rPr b="1">
                <a:solidFill>
                  <a:srgbClr val="1A5276"/>
                </a:solidFill>
                <a:latin typeface="Yu Gothic"/>
              </a:rPr>
              <a:t>A-2</a:t>
            </a:r>
          </a:p>
        </p:txBody>
      </p:sp>
      <p:sp>
        <p:nvSpPr>
          <p:cNvPr id="17" name="TextBox 16">
            <a:extLst>
              <a:ext uri="{FF2B5EF4-FFF2-40B4-BE49-F238E27FC236}">
                <a16:creationId xmlns:a16="http://schemas.microsoft.com/office/drawing/2014/main" id="{B118E6D7-3CA2-6DF7-5EE4-B77AECB562DE}"/>
              </a:ext>
            </a:extLst>
          </p:cNvPr>
          <p:cNvSpPr txBox="1"/>
          <p:nvPr/>
        </p:nvSpPr>
        <p:spPr>
          <a:xfrm>
            <a:off x="630936"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生態系の構成と機能</a:t>
            </a:r>
          </a:p>
        </p:txBody>
      </p:sp>
      <p:sp>
        <p:nvSpPr>
          <p:cNvPr id="18" name="TextBox 17">
            <a:extLst>
              <a:ext uri="{FF2B5EF4-FFF2-40B4-BE49-F238E27FC236}">
                <a16:creationId xmlns:a16="http://schemas.microsoft.com/office/drawing/2014/main" id="{EC5CF224-2755-8B79-7710-CA57F750188A}"/>
              </a:ext>
            </a:extLst>
          </p:cNvPr>
          <p:cNvSpPr txBox="1"/>
          <p:nvPr/>
        </p:nvSpPr>
        <p:spPr>
          <a:xfrm>
            <a:off x="1280160"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19" name="Rectangle 18">
            <a:extLst>
              <a:ext uri="{FF2B5EF4-FFF2-40B4-BE49-F238E27FC236}">
                <a16:creationId xmlns:a16="http://schemas.microsoft.com/office/drawing/2014/main" id="{1364F4DA-9264-404F-546C-442F16DF3EE0}"/>
              </a:ext>
            </a:extLst>
          </p:cNvPr>
          <p:cNvSpPr/>
          <p:nvPr/>
        </p:nvSpPr>
        <p:spPr>
          <a:xfrm>
            <a:off x="521208"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a:extLst>
              <a:ext uri="{FF2B5EF4-FFF2-40B4-BE49-F238E27FC236}">
                <a16:creationId xmlns:a16="http://schemas.microsoft.com/office/drawing/2014/main" id="{EDEEE6BD-34B6-0EFC-1EE4-12DA5383D8F2}"/>
              </a:ext>
            </a:extLst>
          </p:cNvPr>
          <p:cNvSpPr txBox="1"/>
          <p:nvPr/>
        </p:nvSpPr>
        <p:spPr>
          <a:xfrm>
            <a:off x="630936" y="4114800"/>
            <a:ext cx="777240" cy="276999"/>
          </a:xfrm>
          <a:prstGeom prst="rect">
            <a:avLst/>
          </a:prstGeom>
          <a:noFill/>
        </p:spPr>
        <p:txBody>
          <a:bodyPr wrap="square" lIns="0" tIns="0" rIns="0" bIns="0" anchor="t">
            <a:spAutoFit/>
          </a:bodyPr>
          <a:lstStyle/>
          <a:p>
            <a:pPr algn="l"/>
            <a:r>
              <a:rPr b="1">
                <a:solidFill>
                  <a:srgbClr val="1A5276"/>
                </a:solidFill>
                <a:latin typeface="Yu Gothic"/>
              </a:rPr>
              <a:t>A-3</a:t>
            </a:r>
          </a:p>
        </p:txBody>
      </p:sp>
      <p:sp>
        <p:nvSpPr>
          <p:cNvPr id="21" name="TextBox 20">
            <a:extLst>
              <a:ext uri="{FF2B5EF4-FFF2-40B4-BE49-F238E27FC236}">
                <a16:creationId xmlns:a16="http://schemas.microsoft.com/office/drawing/2014/main" id="{2EF105CA-3B27-50B8-CED8-1C55864735C4}"/>
              </a:ext>
            </a:extLst>
          </p:cNvPr>
          <p:cNvSpPr txBox="1"/>
          <p:nvPr/>
        </p:nvSpPr>
        <p:spPr>
          <a:xfrm>
            <a:off x="630936"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物質循環（C / N / P）</a:t>
            </a:r>
          </a:p>
        </p:txBody>
      </p:sp>
      <p:sp>
        <p:nvSpPr>
          <p:cNvPr id="22" name="Rectangle 21">
            <a:extLst>
              <a:ext uri="{FF2B5EF4-FFF2-40B4-BE49-F238E27FC236}">
                <a16:creationId xmlns:a16="http://schemas.microsoft.com/office/drawing/2014/main" id="{D99BD29A-63C7-E6F8-108A-D540EFC3B8C2}"/>
              </a:ext>
            </a:extLst>
          </p:cNvPr>
          <p:cNvSpPr/>
          <p:nvPr/>
        </p:nvSpPr>
        <p:spPr>
          <a:xfrm>
            <a:off x="3294126"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Rectangle 22">
            <a:extLst>
              <a:ext uri="{FF2B5EF4-FFF2-40B4-BE49-F238E27FC236}">
                <a16:creationId xmlns:a16="http://schemas.microsoft.com/office/drawing/2014/main" id="{ECBF8565-7265-8C88-CF5C-BE1A3B497E35}"/>
              </a:ext>
            </a:extLst>
          </p:cNvPr>
          <p:cNvSpPr/>
          <p:nvPr/>
        </p:nvSpPr>
        <p:spPr>
          <a:xfrm>
            <a:off x="3294126" y="1234440"/>
            <a:ext cx="2718054" cy="96012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4" name="TextBox 23">
            <a:extLst>
              <a:ext uri="{FF2B5EF4-FFF2-40B4-BE49-F238E27FC236}">
                <a16:creationId xmlns:a16="http://schemas.microsoft.com/office/drawing/2014/main" id="{38E2EED0-917B-950C-8143-D543670F6A32}"/>
              </a:ext>
            </a:extLst>
          </p:cNvPr>
          <p:cNvSpPr txBox="1"/>
          <p:nvPr/>
        </p:nvSpPr>
        <p:spPr>
          <a:xfrm>
            <a:off x="3431286"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B</a:t>
            </a:r>
          </a:p>
        </p:txBody>
      </p:sp>
      <p:sp>
        <p:nvSpPr>
          <p:cNvPr id="25" name="TextBox 24">
            <a:extLst>
              <a:ext uri="{FF2B5EF4-FFF2-40B4-BE49-F238E27FC236}">
                <a16:creationId xmlns:a16="http://schemas.microsoft.com/office/drawing/2014/main" id="{A81CF94F-C41D-1921-B4A7-20CF695C951B}"/>
              </a:ext>
            </a:extLst>
          </p:cNvPr>
          <p:cNvSpPr txBox="1"/>
          <p:nvPr/>
        </p:nvSpPr>
        <p:spPr>
          <a:xfrm>
            <a:off x="4162806" y="1437501"/>
            <a:ext cx="1757934" cy="553998"/>
          </a:xfrm>
          <a:prstGeom prst="rect">
            <a:avLst/>
          </a:prstGeom>
          <a:noFill/>
        </p:spPr>
        <p:txBody>
          <a:bodyPr wrap="square" lIns="0" tIns="0" rIns="0" bIns="0" anchor="ctr">
            <a:spAutoFit/>
          </a:bodyPr>
          <a:lstStyle/>
          <a:p>
            <a:pPr algn="l"/>
            <a:r>
              <a:rPr b="1">
                <a:solidFill>
                  <a:srgbClr val="FFFFFF"/>
                </a:solidFill>
                <a:latin typeface="Yu Gothic"/>
              </a:rPr>
              <a:t>化学物質の</a:t>
            </a:r>
          </a:p>
          <a:p>
            <a:pPr algn="l"/>
            <a:r>
              <a:rPr b="1">
                <a:solidFill>
                  <a:srgbClr val="FFFFFF"/>
                </a:solidFill>
                <a:latin typeface="Yu Gothic"/>
              </a:rPr>
              <a:t>環境内動態</a:t>
            </a:r>
          </a:p>
        </p:txBody>
      </p:sp>
      <p:sp>
        <p:nvSpPr>
          <p:cNvPr id="26" name="Rectangle 25">
            <a:extLst>
              <a:ext uri="{FF2B5EF4-FFF2-40B4-BE49-F238E27FC236}">
                <a16:creationId xmlns:a16="http://schemas.microsoft.com/office/drawing/2014/main" id="{A611CA0C-9154-940F-72E8-A15BAA1DCB12}"/>
              </a:ext>
            </a:extLst>
          </p:cNvPr>
          <p:cNvSpPr/>
          <p:nvPr/>
        </p:nvSpPr>
        <p:spPr>
          <a:xfrm>
            <a:off x="3403854"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a:extLst>
              <a:ext uri="{FF2B5EF4-FFF2-40B4-BE49-F238E27FC236}">
                <a16:creationId xmlns:a16="http://schemas.microsoft.com/office/drawing/2014/main" id="{3B48F791-30A8-D4E1-EDA7-A716084E1104}"/>
              </a:ext>
            </a:extLst>
          </p:cNvPr>
          <p:cNvSpPr txBox="1"/>
          <p:nvPr/>
        </p:nvSpPr>
        <p:spPr>
          <a:xfrm>
            <a:off x="3513582" y="2432304"/>
            <a:ext cx="777240" cy="276999"/>
          </a:xfrm>
          <a:prstGeom prst="rect">
            <a:avLst/>
          </a:prstGeom>
          <a:noFill/>
        </p:spPr>
        <p:txBody>
          <a:bodyPr wrap="square" lIns="0" tIns="0" rIns="0" bIns="0" anchor="t">
            <a:spAutoFit/>
          </a:bodyPr>
          <a:lstStyle/>
          <a:p>
            <a:pPr algn="l"/>
            <a:r>
              <a:rPr b="1">
                <a:solidFill>
                  <a:srgbClr val="2980B9"/>
                </a:solidFill>
                <a:latin typeface="Yu Gothic"/>
              </a:rPr>
              <a:t>B-1</a:t>
            </a:r>
          </a:p>
        </p:txBody>
      </p:sp>
      <p:sp>
        <p:nvSpPr>
          <p:cNvPr id="28" name="TextBox 27">
            <a:extLst>
              <a:ext uri="{FF2B5EF4-FFF2-40B4-BE49-F238E27FC236}">
                <a16:creationId xmlns:a16="http://schemas.microsoft.com/office/drawing/2014/main" id="{5CFB5A84-8167-B36B-05F3-BEA74E481781}"/>
              </a:ext>
            </a:extLst>
          </p:cNvPr>
          <p:cNvSpPr txBox="1"/>
          <p:nvPr/>
        </p:nvSpPr>
        <p:spPr>
          <a:xfrm>
            <a:off x="3513582"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環境中の化学物質</a:t>
            </a:r>
          </a:p>
        </p:txBody>
      </p:sp>
      <p:sp>
        <p:nvSpPr>
          <p:cNvPr id="29" name="Rectangle 28">
            <a:extLst>
              <a:ext uri="{FF2B5EF4-FFF2-40B4-BE49-F238E27FC236}">
                <a16:creationId xmlns:a16="http://schemas.microsoft.com/office/drawing/2014/main" id="{AA59FDD7-EDD9-23C6-CD4F-87E1E073B72F}"/>
              </a:ext>
            </a:extLst>
          </p:cNvPr>
          <p:cNvSpPr/>
          <p:nvPr/>
        </p:nvSpPr>
        <p:spPr>
          <a:xfrm>
            <a:off x="3403854"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a:extLst>
              <a:ext uri="{FF2B5EF4-FFF2-40B4-BE49-F238E27FC236}">
                <a16:creationId xmlns:a16="http://schemas.microsoft.com/office/drawing/2014/main" id="{72C2AEFA-AFF2-A101-50DE-67CB86BCA8B5}"/>
              </a:ext>
            </a:extLst>
          </p:cNvPr>
          <p:cNvSpPr txBox="1"/>
          <p:nvPr/>
        </p:nvSpPr>
        <p:spPr>
          <a:xfrm>
            <a:off x="3513582" y="3273552"/>
            <a:ext cx="777240" cy="276999"/>
          </a:xfrm>
          <a:prstGeom prst="rect">
            <a:avLst/>
          </a:prstGeom>
          <a:noFill/>
        </p:spPr>
        <p:txBody>
          <a:bodyPr wrap="square" lIns="0" tIns="0" rIns="0" bIns="0" anchor="t">
            <a:spAutoFit/>
          </a:bodyPr>
          <a:lstStyle/>
          <a:p>
            <a:pPr algn="l"/>
            <a:r>
              <a:rPr b="1">
                <a:solidFill>
                  <a:srgbClr val="2980B9"/>
                </a:solidFill>
                <a:latin typeface="Yu Gothic"/>
              </a:rPr>
              <a:t>B-2</a:t>
            </a:r>
          </a:p>
        </p:txBody>
      </p:sp>
      <p:sp>
        <p:nvSpPr>
          <p:cNvPr id="31" name="TextBox 30">
            <a:extLst>
              <a:ext uri="{FF2B5EF4-FFF2-40B4-BE49-F238E27FC236}">
                <a16:creationId xmlns:a16="http://schemas.microsoft.com/office/drawing/2014/main" id="{FF72763E-7D72-9714-146E-1B3F5B4C8192}"/>
              </a:ext>
            </a:extLst>
          </p:cNvPr>
          <p:cNvSpPr txBox="1"/>
          <p:nvPr/>
        </p:nvSpPr>
        <p:spPr>
          <a:xfrm>
            <a:off x="3513582"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生物濃縮</a:t>
            </a:r>
          </a:p>
        </p:txBody>
      </p:sp>
      <p:sp>
        <p:nvSpPr>
          <p:cNvPr id="32" name="TextBox 31">
            <a:extLst>
              <a:ext uri="{FF2B5EF4-FFF2-40B4-BE49-F238E27FC236}">
                <a16:creationId xmlns:a16="http://schemas.microsoft.com/office/drawing/2014/main" id="{4B1E718B-45D0-AD5D-8AA7-975858B39FA2}"/>
              </a:ext>
            </a:extLst>
          </p:cNvPr>
          <p:cNvSpPr txBox="1"/>
          <p:nvPr/>
        </p:nvSpPr>
        <p:spPr>
          <a:xfrm>
            <a:off x="4162806"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3" name="Rectangle 32">
            <a:extLst>
              <a:ext uri="{FF2B5EF4-FFF2-40B4-BE49-F238E27FC236}">
                <a16:creationId xmlns:a16="http://schemas.microsoft.com/office/drawing/2014/main" id="{1AFC7ABE-4DCF-20FB-1DEE-0829A61DC09A}"/>
              </a:ext>
            </a:extLst>
          </p:cNvPr>
          <p:cNvSpPr/>
          <p:nvPr/>
        </p:nvSpPr>
        <p:spPr>
          <a:xfrm>
            <a:off x="3403854"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TextBox 33">
            <a:extLst>
              <a:ext uri="{FF2B5EF4-FFF2-40B4-BE49-F238E27FC236}">
                <a16:creationId xmlns:a16="http://schemas.microsoft.com/office/drawing/2014/main" id="{6CEA8EB1-E8E6-025F-F59B-67C970093EDF}"/>
              </a:ext>
            </a:extLst>
          </p:cNvPr>
          <p:cNvSpPr txBox="1"/>
          <p:nvPr/>
        </p:nvSpPr>
        <p:spPr>
          <a:xfrm>
            <a:off x="3513582" y="4114800"/>
            <a:ext cx="777240" cy="276999"/>
          </a:xfrm>
          <a:prstGeom prst="rect">
            <a:avLst/>
          </a:prstGeom>
          <a:noFill/>
        </p:spPr>
        <p:txBody>
          <a:bodyPr wrap="square" lIns="0" tIns="0" rIns="0" bIns="0" anchor="t">
            <a:spAutoFit/>
          </a:bodyPr>
          <a:lstStyle/>
          <a:p>
            <a:pPr algn="l"/>
            <a:r>
              <a:rPr b="1">
                <a:solidFill>
                  <a:srgbClr val="2980B9"/>
                </a:solidFill>
                <a:latin typeface="Yu Gothic"/>
              </a:rPr>
              <a:t>B-3</a:t>
            </a:r>
          </a:p>
        </p:txBody>
      </p:sp>
      <p:sp>
        <p:nvSpPr>
          <p:cNvPr id="35" name="TextBox 34">
            <a:extLst>
              <a:ext uri="{FF2B5EF4-FFF2-40B4-BE49-F238E27FC236}">
                <a16:creationId xmlns:a16="http://schemas.microsoft.com/office/drawing/2014/main" id="{0E236582-3012-DB40-8BC2-8550B6B40AC4}"/>
              </a:ext>
            </a:extLst>
          </p:cNvPr>
          <p:cNvSpPr txBox="1"/>
          <p:nvPr/>
        </p:nvSpPr>
        <p:spPr>
          <a:xfrm>
            <a:off x="3513582"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POPsと化審法</a:t>
            </a:r>
          </a:p>
        </p:txBody>
      </p:sp>
      <p:sp>
        <p:nvSpPr>
          <p:cNvPr id="36" name="TextBox 35">
            <a:extLst>
              <a:ext uri="{FF2B5EF4-FFF2-40B4-BE49-F238E27FC236}">
                <a16:creationId xmlns:a16="http://schemas.microsoft.com/office/drawing/2014/main" id="{5A923239-EB48-A976-12FE-128395298688}"/>
              </a:ext>
            </a:extLst>
          </p:cNvPr>
          <p:cNvSpPr txBox="1"/>
          <p:nvPr/>
        </p:nvSpPr>
        <p:spPr>
          <a:xfrm>
            <a:off x="4162806" y="4096512"/>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7" name="Rectangle 36">
            <a:extLst>
              <a:ext uri="{FF2B5EF4-FFF2-40B4-BE49-F238E27FC236}">
                <a16:creationId xmlns:a16="http://schemas.microsoft.com/office/drawing/2014/main" id="{606ECDD3-6652-AC1D-1992-66B6E6EDFC4C}"/>
              </a:ext>
            </a:extLst>
          </p:cNvPr>
          <p:cNvSpPr/>
          <p:nvPr/>
        </p:nvSpPr>
        <p:spPr>
          <a:xfrm>
            <a:off x="6176772" y="1234440"/>
            <a:ext cx="2718054" cy="4892040"/>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8" name="Rectangle 37">
            <a:extLst>
              <a:ext uri="{FF2B5EF4-FFF2-40B4-BE49-F238E27FC236}">
                <a16:creationId xmlns:a16="http://schemas.microsoft.com/office/drawing/2014/main" id="{C8359F73-E1FD-A6FF-B2DA-D7BDEFFE1066}"/>
              </a:ext>
            </a:extLst>
          </p:cNvPr>
          <p:cNvSpPr/>
          <p:nvPr/>
        </p:nvSpPr>
        <p:spPr>
          <a:xfrm>
            <a:off x="6176772" y="1234440"/>
            <a:ext cx="2718054" cy="96012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a:extLst>
              <a:ext uri="{FF2B5EF4-FFF2-40B4-BE49-F238E27FC236}">
                <a16:creationId xmlns:a16="http://schemas.microsoft.com/office/drawing/2014/main" id="{39B338FA-F1F8-68CD-9B62-FBD5910561D4}"/>
              </a:ext>
            </a:extLst>
          </p:cNvPr>
          <p:cNvSpPr txBox="1"/>
          <p:nvPr/>
        </p:nvSpPr>
        <p:spPr>
          <a:xfrm>
            <a:off x="6313932"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C</a:t>
            </a:r>
          </a:p>
        </p:txBody>
      </p:sp>
      <p:sp>
        <p:nvSpPr>
          <p:cNvPr id="40" name="TextBox 39">
            <a:extLst>
              <a:ext uri="{FF2B5EF4-FFF2-40B4-BE49-F238E27FC236}">
                <a16:creationId xmlns:a16="http://schemas.microsoft.com/office/drawing/2014/main" id="{61D03504-D96B-0DFC-75D2-9F0DF2EF959C}"/>
              </a:ext>
            </a:extLst>
          </p:cNvPr>
          <p:cNvSpPr txBox="1"/>
          <p:nvPr/>
        </p:nvSpPr>
        <p:spPr>
          <a:xfrm>
            <a:off x="7045452"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地球環境問題と</a:t>
            </a:r>
          </a:p>
          <a:p>
            <a:pPr algn="l"/>
            <a:r>
              <a:rPr b="1">
                <a:solidFill>
                  <a:srgbClr val="FFFFFF"/>
                </a:solidFill>
                <a:latin typeface="Yu Gothic"/>
              </a:rPr>
              <a:t>国際的取り組み</a:t>
            </a:r>
          </a:p>
        </p:txBody>
      </p:sp>
      <p:sp>
        <p:nvSpPr>
          <p:cNvPr id="41" name="Rectangle 40">
            <a:extLst>
              <a:ext uri="{FF2B5EF4-FFF2-40B4-BE49-F238E27FC236}">
                <a16:creationId xmlns:a16="http://schemas.microsoft.com/office/drawing/2014/main" id="{2126AB49-0B7C-13E0-544F-692C1B8D1980}"/>
              </a:ext>
            </a:extLst>
          </p:cNvPr>
          <p:cNvSpPr/>
          <p:nvPr/>
        </p:nvSpPr>
        <p:spPr>
          <a:xfrm>
            <a:off x="6286500" y="2359152"/>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2" name="TextBox 41">
            <a:extLst>
              <a:ext uri="{FF2B5EF4-FFF2-40B4-BE49-F238E27FC236}">
                <a16:creationId xmlns:a16="http://schemas.microsoft.com/office/drawing/2014/main" id="{558D8DD5-6B30-DBBC-E238-AAA8C69D229E}"/>
              </a:ext>
            </a:extLst>
          </p:cNvPr>
          <p:cNvSpPr txBox="1"/>
          <p:nvPr/>
        </p:nvSpPr>
        <p:spPr>
          <a:xfrm>
            <a:off x="6396228" y="2432304"/>
            <a:ext cx="777240" cy="276999"/>
          </a:xfrm>
          <a:prstGeom prst="rect">
            <a:avLst/>
          </a:prstGeom>
          <a:noFill/>
        </p:spPr>
        <p:txBody>
          <a:bodyPr wrap="square" lIns="0" tIns="0" rIns="0" bIns="0" anchor="t">
            <a:spAutoFit/>
          </a:bodyPr>
          <a:lstStyle/>
          <a:p>
            <a:pPr algn="l"/>
            <a:r>
              <a:rPr b="1">
                <a:solidFill>
                  <a:srgbClr val="E67E22"/>
                </a:solidFill>
                <a:latin typeface="Yu Gothic"/>
              </a:rPr>
              <a:t>C-1</a:t>
            </a:r>
          </a:p>
        </p:txBody>
      </p:sp>
      <p:sp>
        <p:nvSpPr>
          <p:cNvPr id="43" name="TextBox 42">
            <a:extLst>
              <a:ext uri="{FF2B5EF4-FFF2-40B4-BE49-F238E27FC236}">
                <a16:creationId xmlns:a16="http://schemas.microsoft.com/office/drawing/2014/main" id="{609C7051-BA29-CD44-0E4C-903BAA302ABA}"/>
              </a:ext>
            </a:extLst>
          </p:cNvPr>
          <p:cNvSpPr txBox="1"/>
          <p:nvPr/>
        </p:nvSpPr>
        <p:spPr>
          <a:xfrm>
            <a:off x="6396228"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オゾン層破壊</a:t>
            </a:r>
          </a:p>
        </p:txBody>
      </p:sp>
      <p:sp>
        <p:nvSpPr>
          <p:cNvPr id="44" name="TextBox 43">
            <a:extLst>
              <a:ext uri="{FF2B5EF4-FFF2-40B4-BE49-F238E27FC236}">
                <a16:creationId xmlns:a16="http://schemas.microsoft.com/office/drawing/2014/main" id="{219A1DF1-FB50-62E2-ED35-D5E1E9821FDA}"/>
              </a:ext>
            </a:extLst>
          </p:cNvPr>
          <p:cNvSpPr txBox="1"/>
          <p:nvPr/>
        </p:nvSpPr>
        <p:spPr>
          <a:xfrm>
            <a:off x="7045452"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5" name="Rectangle 44">
            <a:extLst>
              <a:ext uri="{FF2B5EF4-FFF2-40B4-BE49-F238E27FC236}">
                <a16:creationId xmlns:a16="http://schemas.microsoft.com/office/drawing/2014/main" id="{B2260BF2-246F-11E3-B1E0-913AADEA63AA}"/>
              </a:ext>
            </a:extLst>
          </p:cNvPr>
          <p:cNvSpPr/>
          <p:nvPr/>
        </p:nvSpPr>
        <p:spPr>
          <a:xfrm>
            <a:off x="6286500" y="3079699"/>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6" name="TextBox 45">
            <a:extLst>
              <a:ext uri="{FF2B5EF4-FFF2-40B4-BE49-F238E27FC236}">
                <a16:creationId xmlns:a16="http://schemas.microsoft.com/office/drawing/2014/main" id="{ACAF437A-DCF2-6A03-FC9A-511F3A937D53}"/>
              </a:ext>
            </a:extLst>
          </p:cNvPr>
          <p:cNvSpPr txBox="1"/>
          <p:nvPr/>
        </p:nvSpPr>
        <p:spPr>
          <a:xfrm>
            <a:off x="6396228" y="3152851"/>
            <a:ext cx="777240" cy="276999"/>
          </a:xfrm>
          <a:prstGeom prst="rect">
            <a:avLst/>
          </a:prstGeom>
          <a:noFill/>
        </p:spPr>
        <p:txBody>
          <a:bodyPr wrap="square" lIns="0" tIns="0" rIns="0" bIns="0" anchor="t">
            <a:spAutoFit/>
          </a:bodyPr>
          <a:lstStyle/>
          <a:p>
            <a:pPr algn="l"/>
            <a:r>
              <a:rPr b="1">
                <a:solidFill>
                  <a:srgbClr val="E67E22"/>
                </a:solidFill>
                <a:latin typeface="Yu Gothic"/>
              </a:rPr>
              <a:t>C-2</a:t>
            </a:r>
          </a:p>
        </p:txBody>
      </p:sp>
      <p:sp>
        <p:nvSpPr>
          <p:cNvPr id="47" name="TextBox 46">
            <a:extLst>
              <a:ext uri="{FF2B5EF4-FFF2-40B4-BE49-F238E27FC236}">
                <a16:creationId xmlns:a16="http://schemas.microsoft.com/office/drawing/2014/main" id="{594DF1A5-0F1B-6CEB-9437-271FBEA0563F}"/>
              </a:ext>
            </a:extLst>
          </p:cNvPr>
          <p:cNvSpPr txBox="1"/>
          <p:nvPr/>
        </p:nvSpPr>
        <p:spPr>
          <a:xfrm>
            <a:off x="6396228" y="3445459"/>
            <a:ext cx="2279142" cy="246221"/>
          </a:xfrm>
          <a:prstGeom prst="rect">
            <a:avLst/>
          </a:prstGeom>
          <a:noFill/>
        </p:spPr>
        <p:txBody>
          <a:bodyPr wrap="square" lIns="0" tIns="0" rIns="0" bIns="0" anchor="t">
            <a:spAutoFit/>
          </a:bodyPr>
          <a:lstStyle/>
          <a:p>
            <a:pPr algn="l"/>
            <a:r>
              <a:rPr sz="1600" b="0">
                <a:solidFill>
                  <a:srgbClr val="2C3E50"/>
                </a:solidFill>
                <a:latin typeface="Yu Gothic"/>
              </a:rPr>
              <a:t>地球温暖化</a:t>
            </a:r>
          </a:p>
        </p:txBody>
      </p:sp>
      <p:sp>
        <p:nvSpPr>
          <p:cNvPr id="48" name="TextBox 47">
            <a:extLst>
              <a:ext uri="{FF2B5EF4-FFF2-40B4-BE49-F238E27FC236}">
                <a16:creationId xmlns:a16="http://schemas.microsoft.com/office/drawing/2014/main" id="{149E265C-C408-67A2-109A-3F3861A0A569}"/>
              </a:ext>
            </a:extLst>
          </p:cNvPr>
          <p:cNvSpPr txBox="1"/>
          <p:nvPr/>
        </p:nvSpPr>
        <p:spPr>
          <a:xfrm>
            <a:off x="7045452" y="3134563"/>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9" name="Rectangle 48">
            <a:extLst>
              <a:ext uri="{FF2B5EF4-FFF2-40B4-BE49-F238E27FC236}">
                <a16:creationId xmlns:a16="http://schemas.microsoft.com/office/drawing/2014/main" id="{488B8076-5F3C-EC89-E8FD-65AC605E0875}"/>
              </a:ext>
            </a:extLst>
          </p:cNvPr>
          <p:cNvSpPr/>
          <p:nvPr/>
        </p:nvSpPr>
        <p:spPr>
          <a:xfrm>
            <a:off x="6286500" y="3800246"/>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0" name="TextBox 49">
            <a:extLst>
              <a:ext uri="{FF2B5EF4-FFF2-40B4-BE49-F238E27FC236}">
                <a16:creationId xmlns:a16="http://schemas.microsoft.com/office/drawing/2014/main" id="{0B8A669B-D464-194F-C5E2-B70C7652873A}"/>
              </a:ext>
            </a:extLst>
          </p:cNvPr>
          <p:cNvSpPr txBox="1"/>
          <p:nvPr/>
        </p:nvSpPr>
        <p:spPr>
          <a:xfrm>
            <a:off x="6396228" y="3873398"/>
            <a:ext cx="777240" cy="276999"/>
          </a:xfrm>
          <a:prstGeom prst="rect">
            <a:avLst/>
          </a:prstGeom>
          <a:noFill/>
        </p:spPr>
        <p:txBody>
          <a:bodyPr wrap="square" lIns="0" tIns="0" rIns="0" bIns="0" anchor="t">
            <a:spAutoFit/>
          </a:bodyPr>
          <a:lstStyle/>
          <a:p>
            <a:pPr algn="l"/>
            <a:r>
              <a:rPr b="1">
                <a:solidFill>
                  <a:srgbClr val="E67E22"/>
                </a:solidFill>
                <a:latin typeface="Yu Gothic"/>
              </a:rPr>
              <a:t>C-3</a:t>
            </a:r>
          </a:p>
        </p:txBody>
      </p:sp>
      <p:sp>
        <p:nvSpPr>
          <p:cNvPr id="51" name="TextBox 50">
            <a:extLst>
              <a:ext uri="{FF2B5EF4-FFF2-40B4-BE49-F238E27FC236}">
                <a16:creationId xmlns:a16="http://schemas.microsoft.com/office/drawing/2014/main" id="{99BCEA02-E71E-75F1-36D7-77424B1F9C13}"/>
              </a:ext>
            </a:extLst>
          </p:cNvPr>
          <p:cNvSpPr txBox="1"/>
          <p:nvPr/>
        </p:nvSpPr>
        <p:spPr>
          <a:xfrm>
            <a:off x="6396228" y="4166006"/>
            <a:ext cx="2279142" cy="246221"/>
          </a:xfrm>
          <a:prstGeom prst="rect">
            <a:avLst/>
          </a:prstGeom>
          <a:noFill/>
        </p:spPr>
        <p:txBody>
          <a:bodyPr wrap="square" lIns="0" tIns="0" rIns="0" bIns="0" anchor="t">
            <a:spAutoFit/>
          </a:bodyPr>
          <a:lstStyle/>
          <a:p>
            <a:pPr algn="l"/>
            <a:r>
              <a:rPr sz="1600" b="0">
                <a:solidFill>
                  <a:srgbClr val="2C3E50"/>
                </a:solidFill>
                <a:latin typeface="Yu Gothic"/>
              </a:rPr>
              <a:t>酸性雨</a:t>
            </a:r>
          </a:p>
        </p:txBody>
      </p:sp>
      <p:sp>
        <p:nvSpPr>
          <p:cNvPr id="52" name="TextBox 51">
            <a:extLst>
              <a:ext uri="{FF2B5EF4-FFF2-40B4-BE49-F238E27FC236}">
                <a16:creationId xmlns:a16="http://schemas.microsoft.com/office/drawing/2014/main" id="{D209F66A-0E52-17DE-47A0-A0B0A3401DF2}"/>
              </a:ext>
            </a:extLst>
          </p:cNvPr>
          <p:cNvSpPr txBox="1"/>
          <p:nvPr/>
        </p:nvSpPr>
        <p:spPr>
          <a:xfrm>
            <a:off x="7045452" y="3855110"/>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53" name="Rectangle 52">
            <a:extLst>
              <a:ext uri="{FF2B5EF4-FFF2-40B4-BE49-F238E27FC236}">
                <a16:creationId xmlns:a16="http://schemas.microsoft.com/office/drawing/2014/main" id="{AC6687F3-3DF4-9504-2213-171B124E05D7}"/>
              </a:ext>
            </a:extLst>
          </p:cNvPr>
          <p:cNvSpPr/>
          <p:nvPr/>
        </p:nvSpPr>
        <p:spPr>
          <a:xfrm>
            <a:off x="6286500" y="4520793"/>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4" name="TextBox 53">
            <a:extLst>
              <a:ext uri="{FF2B5EF4-FFF2-40B4-BE49-F238E27FC236}">
                <a16:creationId xmlns:a16="http://schemas.microsoft.com/office/drawing/2014/main" id="{65A41C28-BC42-D52A-B4ED-56DC0774821C}"/>
              </a:ext>
            </a:extLst>
          </p:cNvPr>
          <p:cNvSpPr txBox="1"/>
          <p:nvPr/>
        </p:nvSpPr>
        <p:spPr>
          <a:xfrm>
            <a:off x="6396228" y="4593945"/>
            <a:ext cx="777240" cy="276999"/>
          </a:xfrm>
          <a:prstGeom prst="rect">
            <a:avLst/>
          </a:prstGeom>
          <a:noFill/>
        </p:spPr>
        <p:txBody>
          <a:bodyPr wrap="square" lIns="0" tIns="0" rIns="0" bIns="0" anchor="t">
            <a:spAutoFit/>
          </a:bodyPr>
          <a:lstStyle/>
          <a:p>
            <a:pPr algn="l"/>
            <a:r>
              <a:rPr b="1">
                <a:solidFill>
                  <a:srgbClr val="E67E22"/>
                </a:solidFill>
                <a:latin typeface="Yu Gothic"/>
              </a:rPr>
              <a:t>C-4</a:t>
            </a:r>
          </a:p>
        </p:txBody>
      </p:sp>
      <p:sp>
        <p:nvSpPr>
          <p:cNvPr id="55" name="TextBox 54">
            <a:extLst>
              <a:ext uri="{FF2B5EF4-FFF2-40B4-BE49-F238E27FC236}">
                <a16:creationId xmlns:a16="http://schemas.microsoft.com/office/drawing/2014/main" id="{3B4DD0B4-6A48-D17B-25C0-21E7D2749C90}"/>
              </a:ext>
            </a:extLst>
          </p:cNvPr>
          <p:cNvSpPr txBox="1"/>
          <p:nvPr/>
        </p:nvSpPr>
        <p:spPr>
          <a:xfrm>
            <a:off x="6396228" y="4886553"/>
            <a:ext cx="2279142" cy="246221"/>
          </a:xfrm>
          <a:prstGeom prst="rect">
            <a:avLst/>
          </a:prstGeom>
          <a:noFill/>
        </p:spPr>
        <p:txBody>
          <a:bodyPr wrap="square" lIns="0" tIns="0" rIns="0" bIns="0" anchor="t">
            <a:spAutoFit/>
          </a:bodyPr>
          <a:lstStyle/>
          <a:p>
            <a:pPr algn="l"/>
            <a:r>
              <a:rPr sz="1600" b="0">
                <a:solidFill>
                  <a:srgbClr val="2C3E50"/>
                </a:solidFill>
                <a:latin typeface="Yu Gothic"/>
              </a:rPr>
              <a:t>海洋汚染・生物多様性</a:t>
            </a:r>
          </a:p>
        </p:txBody>
      </p:sp>
      <p:sp>
        <p:nvSpPr>
          <p:cNvPr id="56" name="Rectangle 55">
            <a:extLst>
              <a:ext uri="{FF2B5EF4-FFF2-40B4-BE49-F238E27FC236}">
                <a16:creationId xmlns:a16="http://schemas.microsoft.com/office/drawing/2014/main" id="{780FEF15-9C5F-2187-37C8-310FBCD7003F}"/>
              </a:ext>
            </a:extLst>
          </p:cNvPr>
          <p:cNvSpPr/>
          <p:nvPr/>
        </p:nvSpPr>
        <p:spPr>
          <a:xfrm>
            <a:off x="6286500" y="5241340"/>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a:extLst>
              <a:ext uri="{FF2B5EF4-FFF2-40B4-BE49-F238E27FC236}">
                <a16:creationId xmlns:a16="http://schemas.microsoft.com/office/drawing/2014/main" id="{EB28DFA4-FEA1-2052-B4F1-C522D813C9C9}"/>
              </a:ext>
            </a:extLst>
          </p:cNvPr>
          <p:cNvSpPr txBox="1"/>
          <p:nvPr/>
        </p:nvSpPr>
        <p:spPr>
          <a:xfrm>
            <a:off x="6396228" y="5314492"/>
            <a:ext cx="777240" cy="276999"/>
          </a:xfrm>
          <a:prstGeom prst="rect">
            <a:avLst/>
          </a:prstGeom>
          <a:noFill/>
        </p:spPr>
        <p:txBody>
          <a:bodyPr wrap="square" lIns="0" tIns="0" rIns="0" bIns="0" anchor="t">
            <a:spAutoFit/>
          </a:bodyPr>
          <a:lstStyle/>
          <a:p>
            <a:pPr algn="l"/>
            <a:r>
              <a:rPr b="1">
                <a:solidFill>
                  <a:srgbClr val="E67E22"/>
                </a:solidFill>
                <a:latin typeface="Yu Gothic"/>
              </a:rPr>
              <a:t>C-5</a:t>
            </a:r>
          </a:p>
        </p:txBody>
      </p:sp>
      <p:sp>
        <p:nvSpPr>
          <p:cNvPr id="58" name="TextBox 57">
            <a:extLst>
              <a:ext uri="{FF2B5EF4-FFF2-40B4-BE49-F238E27FC236}">
                <a16:creationId xmlns:a16="http://schemas.microsoft.com/office/drawing/2014/main" id="{0FA311C1-CD05-5428-A764-50B8C220511D}"/>
              </a:ext>
            </a:extLst>
          </p:cNvPr>
          <p:cNvSpPr txBox="1"/>
          <p:nvPr/>
        </p:nvSpPr>
        <p:spPr>
          <a:xfrm>
            <a:off x="6396228" y="5607100"/>
            <a:ext cx="2279142" cy="246221"/>
          </a:xfrm>
          <a:prstGeom prst="rect">
            <a:avLst/>
          </a:prstGeom>
          <a:noFill/>
        </p:spPr>
        <p:txBody>
          <a:bodyPr wrap="square" lIns="0" tIns="0" rIns="0" bIns="0" anchor="t">
            <a:spAutoFit/>
          </a:bodyPr>
          <a:lstStyle/>
          <a:p>
            <a:pPr algn="l"/>
            <a:r>
              <a:rPr sz="1600" b="0">
                <a:solidFill>
                  <a:srgbClr val="2C3E50"/>
                </a:solidFill>
                <a:latin typeface="Yu Gothic"/>
              </a:rPr>
              <a:t>公害から環境法へ</a:t>
            </a:r>
          </a:p>
        </p:txBody>
      </p:sp>
      <p:sp>
        <p:nvSpPr>
          <p:cNvPr id="59" name="Rectangle 58">
            <a:extLst>
              <a:ext uri="{FF2B5EF4-FFF2-40B4-BE49-F238E27FC236}">
                <a16:creationId xmlns:a16="http://schemas.microsoft.com/office/drawing/2014/main" id="{838BAA7F-BEB7-C251-D9E8-A5193B925ECA}"/>
              </a:ext>
            </a:extLst>
          </p:cNvPr>
          <p:cNvSpPr/>
          <p:nvPr/>
        </p:nvSpPr>
        <p:spPr>
          <a:xfrm>
            <a:off x="9059418" y="1234440"/>
            <a:ext cx="2718054" cy="4892040"/>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0" name="Rectangle 59">
            <a:extLst>
              <a:ext uri="{FF2B5EF4-FFF2-40B4-BE49-F238E27FC236}">
                <a16:creationId xmlns:a16="http://schemas.microsoft.com/office/drawing/2014/main" id="{E3AF2FBB-1EE2-211B-E37F-47EFBEE644B0}"/>
              </a:ext>
            </a:extLst>
          </p:cNvPr>
          <p:cNvSpPr/>
          <p:nvPr/>
        </p:nvSpPr>
        <p:spPr>
          <a:xfrm>
            <a:off x="9059418" y="1234440"/>
            <a:ext cx="2718054" cy="960120"/>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a:extLst>
              <a:ext uri="{FF2B5EF4-FFF2-40B4-BE49-F238E27FC236}">
                <a16:creationId xmlns:a16="http://schemas.microsoft.com/office/drawing/2014/main" id="{ACABCEC8-11F1-F19F-CD52-479728EE2A77}"/>
              </a:ext>
            </a:extLst>
          </p:cNvPr>
          <p:cNvSpPr txBox="1"/>
          <p:nvPr/>
        </p:nvSpPr>
        <p:spPr>
          <a:xfrm>
            <a:off x="9196578"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D</a:t>
            </a:r>
          </a:p>
        </p:txBody>
      </p:sp>
      <p:sp>
        <p:nvSpPr>
          <p:cNvPr id="62" name="TextBox 61">
            <a:extLst>
              <a:ext uri="{FF2B5EF4-FFF2-40B4-BE49-F238E27FC236}">
                <a16:creationId xmlns:a16="http://schemas.microsoft.com/office/drawing/2014/main" id="{8812A039-34FC-03FE-C40D-DF992165D49C}"/>
              </a:ext>
            </a:extLst>
          </p:cNvPr>
          <p:cNvSpPr txBox="1"/>
          <p:nvPr/>
        </p:nvSpPr>
        <p:spPr>
          <a:xfrm>
            <a:off x="9928098" y="1299001"/>
            <a:ext cx="1757934" cy="830997"/>
          </a:xfrm>
          <a:prstGeom prst="rect">
            <a:avLst/>
          </a:prstGeom>
          <a:noFill/>
        </p:spPr>
        <p:txBody>
          <a:bodyPr wrap="square" lIns="0" tIns="0" rIns="0" bIns="0" anchor="ctr">
            <a:spAutoFit/>
          </a:bodyPr>
          <a:lstStyle/>
          <a:p>
            <a:pPr algn="l"/>
            <a:r>
              <a:rPr b="1">
                <a:solidFill>
                  <a:srgbClr val="FFFFFF"/>
                </a:solidFill>
                <a:latin typeface="Yu Gothic"/>
              </a:rPr>
              <a:t>環境リスク評価と</a:t>
            </a:r>
          </a:p>
          <a:p>
            <a:pPr algn="l"/>
            <a:r>
              <a:rPr b="1">
                <a:solidFill>
                  <a:srgbClr val="FFFFFF"/>
                </a:solidFill>
                <a:latin typeface="Yu Gothic"/>
              </a:rPr>
              <a:t>リスコミ</a:t>
            </a:r>
          </a:p>
        </p:txBody>
      </p:sp>
      <p:sp>
        <p:nvSpPr>
          <p:cNvPr id="63" name="Rectangle 62">
            <a:extLst>
              <a:ext uri="{FF2B5EF4-FFF2-40B4-BE49-F238E27FC236}">
                <a16:creationId xmlns:a16="http://schemas.microsoft.com/office/drawing/2014/main" id="{7055E349-181F-6863-06B3-3687B3E4C779}"/>
              </a:ext>
            </a:extLst>
          </p:cNvPr>
          <p:cNvSpPr/>
          <p:nvPr/>
        </p:nvSpPr>
        <p:spPr>
          <a:xfrm>
            <a:off x="9169146"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4" name="TextBox 63">
            <a:extLst>
              <a:ext uri="{FF2B5EF4-FFF2-40B4-BE49-F238E27FC236}">
                <a16:creationId xmlns:a16="http://schemas.microsoft.com/office/drawing/2014/main" id="{8AF84D25-E77F-0478-177A-D59532EBF770}"/>
              </a:ext>
            </a:extLst>
          </p:cNvPr>
          <p:cNvSpPr txBox="1"/>
          <p:nvPr/>
        </p:nvSpPr>
        <p:spPr>
          <a:xfrm>
            <a:off x="9278874" y="2432304"/>
            <a:ext cx="777240" cy="276999"/>
          </a:xfrm>
          <a:prstGeom prst="rect">
            <a:avLst/>
          </a:prstGeom>
          <a:noFill/>
        </p:spPr>
        <p:txBody>
          <a:bodyPr wrap="square" lIns="0" tIns="0" rIns="0" bIns="0" anchor="t">
            <a:spAutoFit/>
          </a:bodyPr>
          <a:lstStyle/>
          <a:p>
            <a:pPr algn="l"/>
            <a:r>
              <a:rPr b="1">
                <a:solidFill>
                  <a:srgbClr val="8E44AD"/>
                </a:solidFill>
                <a:latin typeface="Yu Gothic"/>
              </a:rPr>
              <a:t>D-1</a:t>
            </a:r>
          </a:p>
        </p:txBody>
      </p:sp>
      <p:sp>
        <p:nvSpPr>
          <p:cNvPr id="65" name="TextBox 64">
            <a:extLst>
              <a:ext uri="{FF2B5EF4-FFF2-40B4-BE49-F238E27FC236}">
                <a16:creationId xmlns:a16="http://schemas.microsoft.com/office/drawing/2014/main" id="{87EBA830-E4E9-5FDF-F0D9-D7BCF12045F8}"/>
              </a:ext>
            </a:extLst>
          </p:cNvPr>
          <p:cNvSpPr txBox="1"/>
          <p:nvPr/>
        </p:nvSpPr>
        <p:spPr>
          <a:xfrm>
            <a:off x="9278874"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リスク評価の基本</a:t>
            </a:r>
          </a:p>
        </p:txBody>
      </p:sp>
      <p:sp>
        <p:nvSpPr>
          <p:cNvPr id="66" name="TextBox 65">
            <a:extLst>
              <a:ext uri="{FF2B5EF4-FFF2-40B4-BE49-F238E27FC236}">
                <a16:creationId xmlns:a16="http://schemas.microsoft.com/office/drawing/2014/main" id="{83FE302E-E50B-9F33-EF2C-56EB1149E246}"/>
              </a:ext>
            </a:extLst>
          </p:cNvPr>
          <p:cNvSpPr txBox="1"/>
          <p:nvPr/>
        </p:nvSpPr>
        <p:spPr>
          <a:xfrm>
            <a:off x="9928098"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67" name="Rectangle 66">
            <a:extLst>
              <a:ext uri="{FF2B5EF4-FFF2-40B4-BE49-F238E27FC236}">
                <a16:creationId xmlns:a16="http://schemas.microsoft.com/office/drawing/2014/main" id="{A86137E6-7ABE-2F00-3452-0593902B65D8}"/>
              </a:ext>
            </a:extLst>
          </p:cNvPr>
          <p:cNvSpPr/>
          <p:nvPr/>
        </p:nvSpPr>
        <p:spPr>
          <a:xfrm>
            <a:off x="9169146"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8" name="TextBox 67">
            <a:extLst>
              <a:ext uri="{FF2B5EF4-FFF2-40B4-BE49-F238E27FC236}">
                <a16:creationId xmlns:a16="http://schemas.microsoft.com/office/drawing/2014/main" id="{2B59326C-25E6-9197-DA79-5A5669BC2316}"/>
              </a:ext>
            </a:extLst>
          </p:cNvPr>
          <p:cNvSpPr txBox="1"/>
          <p:nvPr/>
        </p:nvSpPr>
        <p:spPr>
          <a:xfrm>
            <a:off x="9278874" y="3273552"/>
            <a:ext cx="777240" cy="276999"/>
          </a:xfrm>
          <a:prstGeom prst="rect">
            <a:avLst/>
          </a:prstGeom>
          <a:noFill/>
        </p:spPr>
        <p:txBody>
          <a:bodyPr wrap="square" lIns="0" tIns="0" rIns="0" bIns="0" anchor="t">
            <a:spAutoFit/>
          </a:bodyPr>
          <a:lstStyle/>
          <a:p>
            <a:pPr algn="l"/>
            <a:r>
              <a:rPr b="1">
                <a:solidFill>
                  <a:srgbClr val="8E44AD"/>
                </a:solidFill>
                <a:latin typeface="Yu Gothic"/>
              </a:rPr>
              <a:t>D-2</a:t>
            </a:r>
          </a:p>
        </p:txBody>
      </p:sp>
      <p:sp>
        <p:nvSpPr>
          <p:cNvPr id="69" name="TextBox 68">
            <a:extLst>
              <a:ext uri="{FF2B5EF4-FFF2-40B4-BE49-F238E27FC236}">
                <a16:creationId xmlns:a16="http://schemas.microsoft.com/office/drawing/2014/main" id="{A7BA3EF8-4C53-1337-1401-237AE46351C2}"/>
              </a:ext>
            </a:extLst>
          </p:cNvPr>
          <p:cNvSpPr txBox="1"/>
          <p:nvPr/>
        </p:nvSpPr>
        <p:spPr>
          <a:xfrm>
            <a:off x="9278874"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ADI / VSD / ARfD</a:t>
            </a:r>
          </a:p>
        </p:txBody>
      </p:sp>
      <p:sp>
        <p:nvSpPr>
          <p:cNvPr id="70" name="TextBox 69">
            <a:extLst>
              <a:ext uri="{FF2B5EF4-FFF2-40B4-BE49-F238E27FC236}">
                <a16:creationId xmlns:a16="http://schemas.microsoft.com/office/drawing/2014/main" id="{BB94AABA-4DC4-CD9E-C484-6D2959E4F621}"/>
              </a:ext>
            </a:extLst>
          </p:cNvPr>
          <p:cNvSpPr txBox="1"/>
          <p:nvPr/>
        </p:nvSpPr>
        <p:spPr>
          <a:xfrm>
            <a:off x="9928098"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71" name="Rectangle 70">
            <a:extLst>
              <a:ext uri="{FF2B5EF4-FFF2-40B4-BE49-F238E27FC236}">
                <a16:creationId xmlns:a16="http://schemas.microsoft.com/office/drawing/2014/main" id="{985BB782-B670-C56C-5D37-90D7044C03E4}"/>
              </a:ext>
            </a:extLst>
          </p:cNvPr>
          <p:cNvSpPr/>
          <p:nvPr/>
        </p:nvSpPr>
        <p:spPr>
          <a:xfrm>
            <a:off x="9169146"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2" name="TextBox 71">
            <a:extLst>
              <a:ext uri="{FF2B5EF4-FFF2-40B4-BE49-F238E27FC236}">
                <a16:creationId xmlns:a16="http://schemas.microsoft.com/office/drawing/2014/main" id="{875C4E63-916D-9B30-AC67-9F572AD02870}"/>
              </a:ext>
            </a:extLst>
          </p:cNvPr>
          <p:cNvSpPr txBox="1"/>
          <p:nvPr/>
        </p:nvSpPr>
        <p:spPr>
          <a:xfrm>
            <a:off x="9278874" y="4114800"/>
            <a:ext cx="777240" cy="276999"/>
          </a:xfrm>
          <a:prstGeom prst="rect">
            <a:avLst/>
          </a:prstGeom>
          <a:noFill/>
        </p:spPr>
        <p:txBody>
          <a:bodyPr wrap="square" lIns="0" tIns="0" rIns="0" bIns="0" anchor="t">
            <a:spAutoFit/>
          </a:bodyPr>
          <a:lstStyle/>
          <a:p>
            <a:pPr algn="l"/>
            <a:r>
              <a:rPr b="1">
                <a:solidFill>
                  <a:srgbClr val="8E44AD"/>
                </a:solidFill>
                <a:latin typeface="Yu Gothic"/>
              </a:rPr>
              <a:t>D-3</a:t>
            </a:r>
          </a:p>
        </p:txBody>
      </p:sp>
      <p:sp>
        <p:nvSpPr>
          <p:cNvPr id="73" name="TextBox 72">
            <a:extLst>
              <a:ext uri="{FF2B5EF4-FFF2-40B4-BE49-F238E27FC236}">
                <a16:creationId xmlns:a16="http://schemas.microsoft.com/office/drawing/2014/main" id="{ACC4669F-3E6A-A0FD-D3E6-BDA09F62C9E9}"/>
              </a:ext>
            </a:extLst>
          </p:cNvPr>
          <p:cNvSpPr txBox="1"/>
          <p:nvPr/>
        </p:nvSpPr>
        <p:spPr>
          <a:xfrm>
            <a:off x="9278874" y="4407408"/>
            <a:ext cx="2628900" cy="279400"/>
          </a:xfrm>
          <a:prstGeom prst="rect">
            <a:avLst/>
          </a:prstGeom>
          <a:noFill/>
        </p:spPr>
        <p:txBody>
          <a:bodyPr wrap="square" lIns="0" tIns="0" rIns="0" bIns="0" anchor="t">
            <a:spAutoFit/>
          </a:bodyPr>
          <a:lstStyle/>
          <a:p>
            <a:pPr algn="l"/>
            <a:r>
              <a:rPr sz="1600" b="0" dirty="0" err="1">
                <a:solidFill>
                  <a:srgbClr val="2C3E50"/>
                </a:solidFill>
                <a:latin typeface="Yu Gothic"/>
              </a:rPr>
              <a:t>リスクコミュニケーション</a:t>
            </a:r>
            <a:endParaRPr sz="1600" b="0" dirty="0">
              <a:solidFill>
                <a:srgbClr val="2C3E50"/>
              </a:solidFill>
              <a:latin typeface="Yu Gothic"/>
            </a:endParaRPr>
          </a:p>
        </p:txBody>
      </p:sp>
    </p:spTree>
    <p:extLst>
      <p:ext uri="{BB962C8B-B14F-4D97-AF65-F5344CB8AC3E}">
        <p14:creationId xmlns:p14="http://schemas.microsoft.com/office/powerpoint/2010/main" val="22545632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B-1. 水銀のメチル化 — 水俣病の原因</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11479" y="1143001"/>
            <a:ext cx="6556121" cy="3458979"/>
          </a:xfrm>
          <a:prstGeom prst="rect">
            <a:avLst/>
          </a:prstGeom>
        </p:spPr>
      </p:pic>
      <p:sp>
        <p:nvSpPr>
          <p:cNvPr id="6" name="Text 3"/>
          <p:cNvSpPr/>
          <p:nvPr/>
        </p:nvSpPr>
        <p:spPr>
          <a:xfrm>
            <a:off x="475488" y="950976"/>
            <a:ext cx="5422392" cy="457200"/>
          </a:xfrm>
          <a:prstGeom prst="rect">
            <a:avLst/>
          </a:prstGeom>
          <a:noFill/>
          <a:ln/>
        </p:spPr>
        <p:txBody>
          <a:bodyPr wrap="square" rtlCol="0" anchor="t"/>
          <a:lstStyle/>
          <a:p>
            <a:pPr marL="0" indent="0" algn="l">
              <a:lnSpc>
                <a:spcPct val="130000"/>
              </a:lnSpc>
              <a:spcAft>
                <a:spcPts val="400"/>
              </a:spcAft>
              <a:buNone/>
            </a:pPr>
            <a:r>
              <a:rPr lang="en-US" sz="1300" b="1" dirty="0">
                <a:solidFill>
                  <a:srgbClr val="1A5276"/>
                </a:solidFill>
                <a:latin typeface="Meiryo" pitchFamily="34" charset="0"/>
                <a:ea typeface="Meiryo" pitchFamily="34" charset="-122"/>
                <a:cs typeface="Meiryo" pitchFamily="34" charset="-120"/>
              </a:rPr>
              <a:t>無機水銀（Hg²⁺）→ メチル水銀（CH₃Hg⁺）</a:t>
            </a:r>
            <a:endParaRPr lang="en-US" sz="1300" dirty="0"/>
          </a:p>
        </p:txBody>
      </p:sp>
      <p:sp>
        <p:nvSpPr>
          <p:cNvPr id="7" name="Text 4"/>
          <p:cNvSpPr/>
          <p:nvPr/>
        </p:nvSpPr>
        <p:spPr>
          <a:xfrm>
            <a:off x="6888480" y="1219200"/>
            <a:ext cx="4670653" cy="2011680"/>
          </a:xfrm>
          <a:prstGeom prst="rect">
            <a:avLst/>
          </a:prstGeom>
          <a:noFill/>
          <a:ln/>
        </p:spPr>
        <p:txBody>
          <a:bodyPr wrap="square" rtlCol="0" anchor="t"/>
          <a:lstStyle/>
          <a:p>
            <a:pPr marL="0" indent="0" algn="l">
              <a:lnSpc>
                <a:spcPct val="135000"/>
              </a:lnSpc>
              <a:spcAft>
                <a:spcPts val="600"/>
              </a:spcAft>
              <a:buNone/>
            </a:pPr>
            <a:r>
              <a:rPr lang="en-US" sz="1400" dirty="0">
                <a:solidFill>
                  <a:srgbClr val="2C3E50"/>
                </a:solidFill>
                <a:latin typeface="Meiryo" pitchFamily="34" charset="0"/>
                <a:ea typeface="Meiryo" pitchFamily="34" charset="-122"/>
                <a:cs typeface="Meiryo" pitchFamily="34" charset="-120"/>
              </a:rPr>
              <a:t>▸</a:t>
            </a:r>
            <a:r>
              <a:rPr lang="ja-JP" altLang="en-US" sz="1400" dirty="0">
                <a:solidFill>
                  <a:srgbClr val="2C3E50"/>
                </a:solidFill>
                <a:latin typeface="Meiryo" pitchFamily="34" charset="0"/>
                <a:ea typeface="Meiryo" pitchFamily="34" charset="-122"/>
                <a:cs typeface="Meiryo" pitchFamily="34" charset="-120"/>
              </a:rPr>
              <a:t>水底の嫌気性微生物（メタン菌や硫酸還元菌など）が、メチルコバラミンを介して無機水銀にメチル基を転移させる</a:t>
            </a:r>
            <a:endParaRPr lang="en-US" sz="1400" dirty="0"/>
          </a:p>
          <a:p>
            <a:pPr marL="0" indent="0" algn="l">
              <a:lnSpc>
                <a:spcPct val="135000"/>
              </a:lnSpc>
              <a:spcAft>
                <a:spcPts val="600"/>
              </a:spcAft>
              <a:buNone/>
            </a:pPr>
            <a:r>
              <a:rPr lang="en-US" sz="1400" dirty="0">
                <a:solidFill>
                  <a:srgbClr val="2C3E50"/>
                </a:solidFill>
                <a:latin typeface="Meiryo" pitchFamily="34" charset="0"/>
                <a:ea typeface="Meiryo" pitchFamily="34" charset="-122"/>
                <a:cs typeface="Meiryo" pitchFamily="34" charset="-120"/>
              </a:rPr>
              <a:t>▸ メチル水銀は</a:t>
            </a:r>
            <a:r>
              <a:rPr lang="en-US" sz="1400" b="1" dirty="0">
                <a:solidFill>
                  <a:srgbClr val="C0392B"/>
                </a:solidFill>
                <a:latin typeface="Meiryo" pitchFamily="34" charset="0"/>
                <a:ea typeface="Meiryo" pitchFamily="34" charset="-122"/>
                <a:cs typeface="Meiryo" pitchFamily="34" charset="-120"/>
              </a:rPr>
              <a:t>脂溶性</a:t>
            </a:r>
            <a:r>
              <a:rPr lang="en-US" sz="1400" dirty="0">
                <a:solidFill>
                  <a:srgbClr val="2C3E50"/>
                </a:solidFill>
                <a:latin typeface="Meiryo" pitchFamily="34" charset="0"/>
                <a:ea typeface="Meiryo" pitchFamily="34" charset="-122"/>
                <a:cs typeface="Meiryo" pitchFamily="34" charset="-120"/>
              </a:rPr>
              <a:t>で、神経毒性が極めて高い</a:t>
            </a:r>
            <a:endParaRPr lang="en-US" sz="1400" dirty="0"/>
          </a:p>
          <a:p>
            <a:pPr marL="0" indent="0" algn="l">
              <a:lnSpc>
                <a:spcPct val="135000"/>
              </a:lnSpc>
              <a:spcAft>
                <a:spcPts val="600"/>
              </a:spcAft>
              <a:buNone/>
            </a:pPr>
            <a:r>
              <a:rPr lang="en-US" sz="1400" dirty="0">
                <a:solidFill>
                  <a:srgbClr val="2C3E50"/>
                </a:solidFill>
                <a:latin typeface="Meiryo" pitchFamily="34" charset="0"/>
                <a:ea typeface="Meiryo" pitchFamily="34" charset="-122"/>
                <a:cs typeface="Meiryo" pitchFamily="34" charset="-120"/>
              </a:rPr>
              <a:t>▸ 生物濃縮しやすい</a:t>
            </a:r>
            <a:endParaRPr lang="en-US" sz="1400" dirty="0"/>
          </a:p>
        </p:txBody>
      </p:sp>
      <p:sp>
        <p:nvSpPr>
          <p:cNvPr id="8" name="Shape 5"/>
          <p:cNvSpPr/>
          <p:nvPr/>
        </p:nvSpPr>
        <p:spPr>
          <a:xfrm>
            <a:off x="6355080" y="4709160"/>
            <a:ext cx="5422392" cy="1828800"/>
          </a:xfrm>
          <a:prstGeom prst="rect">
            <a:avLst/>
          </a:prstGeom>
          <a:solidFill>
            <a:srgbClr val="FDEDEC"/>
          </a:solidFill>
          <a:ln/>
        </p:spPr>
        <p:txBody>
          <a:bodyPr/>
          <a:lstStyle/>
          <a:p>
            <a:endParaRPr lang="ja-JP" altLang="en-US"/>
          </a:p>
        </p:txBody>
      </p:sp>
      <p:sp>
        <p:nvSpPr>
          <p:cNvPr id="9" name="Shape 6"/>
          <p:cNvSpPr/>
          <p:nvPr/>
        </p:nvSpPr>
        <p:spPr>
          <a:xfrm>
            <a:off x="6355080" y="4709160"/>
            <a:ext cx="64008" cy="1828800"/>
          </a:xfrm>
          <a:prstGeom prst="rect">
            <a:avLst/>
          </a:prstGeom>
          <a:solidFill>
            <a:srgbClr val="C0392B"/>
          </a:solidFill>
          <a:ln/>
        </p:spPr>
        <p:txBody>
          <a:bodyPr/>
          <a:lstStyle/>
          <a:p>
            <a:endParaRPr lang="ja-JP" altLang="en-US" sz="3200"/>
          </a:p>
        </p:txBody>
      </p:sp>
      <p:sp>
        <p:nvSpPr>
          <p:cNvPr id="10" name="Text 7"/>
          <p:cNvSpPr/>
          <p:nvPr/>
        </p:nvSpPr>
        <p:spPr>
          <a:xfrm>
            <a:off x="6519672" y="4764024"/>
            <a:ext cx="5148072" cy="292608"/>
          </a:xfrm>
          <a:prstGeom prst="rect">
            <a:avLst/>
          </a:prstGeom>
          <a:noFill/>
          <a:ln/>
        </p:spPr>
        <p:txBody>
          <a:bodyPr wrap="square" rtlCol="0" anchor="ctr"/>
          <a:lstStyle/>
          <a:p>
            <a:pPr marL="0" indent="0">
              <a:buNone/>
            </a:pPr>
            <a:r>
              <a:rPr lang="en-US" b="1" dirty="0">
                <a:solidFill>
                  <a:srgbClr val="C0392B"/>
                </a:solidFill>
                <a:latin typeface="Meiryo" pitchFamily="34" charset="0"/>
                <a:ea typeface="Meiryo" pitchFamily="34" charset="-122"/>
                <a:cs typeface="Meiryo" pitchFamily="34" charset="-120"/>
              </a:rPr>
              <a:t>水俣病（1956〜）</a:t>
            </a:r>
            <a:endParaRPr lang="en-US" dirty="0"/>
          </a:p>
        </p:txBody>
      </p:sp>
      <p:sp>
        <p:nvSpPr>
          <p:cNvPr id="11" name="Text 8"/>
          <p:cNvSpPr/>
          <p:nvPr/>
        </p:nvSpPr>
        <p:spPr>
          <a:xfrm>
            <a:off x="6519672" y="5047488"/>
            <a:ext cx="5148072" cy="144475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熊本県水俣湾に排出された無機水銀がメチル化 → 魚介類で濃縮 → 住民の神経障害。日本の四大公害の一つ。</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B-2. </a:t>
            </a:r>
            <a:r>
              <a:rPr lang="en-US" sz="2600" b="1" dirty="0" err="1">
                <a:solidFill>
                  <a:srgbClr val="1A5276"/>
                </a:solidFill>
                <a:latin typeface="Meiryo" pitchFamily="34" charset="0"/>
                <a:ea typeface="Meiryo" pitchFamily="34" charset="-122"/>
                <a:cs typeface="Meiryo" pitchFamily="34" charset="-120"/>
              </a:rPr>
              <a:t>生物濃縮（bioaccumulation</a:t>
            </a:r>
            <a:r>
              <a:rPr lang="en-US" sz="2600" b="1" dirty="0">
                <a:solidFill>
                  <a:srgbClr val="1A5276"/>
                </a:solidFill>
                <a:latin typeface="Meiryo" pitchFamily="34" charset="0"/>
                <a:ea typeface="Meiryo" pitchFamily="34" charset="-122"/>
                <a:cs typeface="Meiryo" pitchFamily="34" charset="-120"/>
              </a:rPr>
              <a:t>）</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sp>
        <p:nvSpPr>
          <p:cNvPr id="5" name="Text 3"/>
          <p:cNvSpPr/>
          <p:nvPr/>
        </p:nvSpPr>
        <p:spPr>
          <a:xfrm>
            <a:off x="411480" y="1097280"/>
            <a:ext cx="11365992" cy="365760"/>
          </a:xfrm>
          <a:prstGeom prst="rect">
            <a:avLst/>
          </a:prstGeom>
          <a:noFill/>
          <a:ln/>
        </p:spPr>
        <p:txBody>
          <a:bodyPr wrap="square" rtlCol="0" anchor="t"/>
          <a:lstStyle/>
          <a:p>
            <a:pPr marL="0" indent="0" algn="l">
              <a:lnSpc>
                <a:spcPct val="130000"/>
              </a:lnSpc>
              <a:spcAft>
                <a:spcPts val="400"/>
              </a:spcAft>
              <a:buNone/>
            </a:pPr>
            <a:r>
              <a:rPr lang="en-US" sz="2000" b="1" dirty="0">
                <a:solidFill>
                  <a:srgbClr val="1A5276"/>
                </a:solidFill>
                <a:latin typeface="Meiryo" pitchFamily="34" charset="0"/>
                <a:ea typeface="Meiryo" pitchFamily="34" charset="-122"/>
                <a:cs typeface="Meiryo" pitchFamily="34" charset="-120"/>
              </a:rPr>
              <a:t>生体内濃度 が 環境中濃度 を上回って蓄積する現象</a:t>
            </a:r>
            <a:endParaRPr lang="en-US" sz="2000" dirty="0"/>
          </a:p>
        </p:txBody>
      </p:sp>
      <p:sp>
        <p:nvSpPr>
          <p:cNvPr id="6" name="Shape 4"/>
          <p:cNvSpPr/>
          <p:nvPr/>
        </p:nvSpPr>
        <p:spPr>
          <a:xfrm>
            <a:off x="411480" y="1645920"/>
            <a:ext cx="5545836" cy="1645920"/>
          </a:xfrm>
          <a:prstGeom prst="rect">
            <a:avLst/>
          </a:prstGeom>
          <a:solidFill>
            <a:srgbClr val="EAF2F8"/>
          </a:solidFill>
          <a:ln/>
        </p:spPr>
        <p:txBody>
          <a:bodyPr/>
          <a:lstStyle/>
          <a:p>
            <a:endParaRPr lang="ja-JP" altLang="en-US" sz="3200"/>
          </a:p>
        </p:txBody>
      </p:sp>
      <p:sp>
        <p:nvSpPr>
          <p:cNvPr id="7" name="Shape 5"/>
          <p:cNvSpPr/>
          <p:nvPr/>
        </p:nvSpPr>
        <p:spPr>
          <a:xfrm>
            <a:off x="411480" y="1645920"/>
            <a:ext cx="64008" cy="1645920"/>
          </a:xfrm>
          <a:prstGeom prst="rect">
            <a:avLst/>
          </a:prstGeom>
          <a:solidFill>
            <a:srgbClr val="2980B9"/>
          </a:solidFill>
          <a:ln/>
        </p:spPr>
        <p:txBody>
          <a:bodyPr/>
          <a:lstStyle/>
          <a:p>
            <a:endParaRPr lang="ja-JP" altLang="en-US" sz="3200"/>
          </a:p>
        </p:txBody>
      </p:sp>
      <p:sp>
        <p:nvSpPr>
          <p:cNvPr id="8" name="Text 6"/>
          <p:cNvSpPr/>
          <p:nvPr/>
        </p:nvSpPr>
        <p:spPr>
          <a:xfrm>
            <a:off x="576072" y="1700784"/>
            <a:ext cx="5271516" cy="292608"/>
          </a:xfrm>
          <a:prstGeom prst="rect">
            <a:avLst/>
          </a:prstGeom>
          <a:noFill/>
          <a:ln/>
        </p:spPr>
        <p:txBody>
          <a:bodyPr wrap="square" rtlCol="0" anchor="ctr"/>
          <a:lstStyle/>
          <a:p>
            <a:pPr marL="0" indent="0">
              <a:buNone/>
            </a:pPr>
            <a:r>
              <a:rPr lang="en-US" b="1" dirty="0">
                <a:solidFill>
                  <a:srgbClr val="2980B9"/>
                </a:solidFill>
                <a:latin typeface="Meiryo" pitchFamily="34" charset="0"/>
                <a:ea typeface="Meiryo" pitchFamily="34" charset="-122"/>
                <a:cs typeface="Meiryo" pitchFamily="34" charset="-120"/>
              </a:rPr>
              <a:t>直接濃縮（bioconcentration）</a:t>
            </a:r>
            <a:endParaRPr lang="en-US" dirty="0"/>
          </a:p>
        </p:txBody>
      </p:sp>
      <p:sp>
        <p:nvSpPr>
          <p:cNvPr id="9" name="Text 7"/>
          <p:cNvSpPr/>
          <p:nvPr/>
        </p:nvSpPr>
        <p:spPr>
          <a:xfrm>
            <a:off x="576072" y="1984248"/>
            <a:ext cx="5271516" cy="1261872"/>
          </a:xfrm>
          <a:prstGeom prst="rect">
            <a:avLst/>
          </a:prstGeom>
          <a:noFill/>
          <a:ln/>
        </p:spPr>
        <p:txBody>
          <a:bodyPr wrap="square" rtlCol="0" anchor="t"/>
          <a:lstStyle/>
          <a:p>
            <a:pPr marL="0" indent="0" algn="l">
              <a:lnSpc>
                <a:spcPct val="130000"/>
              </a:lnSpc>
              <a:spcAft>
                <a:spcPts val="400"/>
              </a:spcAft>
              <a:buNone/>
            </a:pPr>
            <a:r>
              <a:rPr lang="en-US" sz="2000" dirty="0" err="1">
                <a:solidFill>
                  <a:srgbClr val="2C3E50"/>
                </a:solidFill>
                <a:latin typeface="Meiryo" pitchFamily="34" charset="0"/>
                <a:ea typeface="Meiryo" pitchFamily="34" charset="-122"/>
                <a:cs typeface="Meiryo" pitchFamily="34" charset="-120"/>
              </a:rPr>
              <a:t>魚のえらや皮膚を通じて、</a:t>
            </a:r>
            <a:r>
              <a:rPr lang="en-US" sz="2000" b="1" dirty="0" err="1">
                <a:solidFill>
                  <a:srgbClr val="1A5276"/>
                </a:solidFill>
                <a:latin typeface="Meiryo" pitchFamily="34" charset="0"/>
                <a:ea typeface="Meiryo" pitchFamily="34" charset="-122"/>
                <a:cs typeface="Meiryo" pitchFamily="34" charset="-120"/>
              </a:rPr>
              <a:t>水・大気</a:t>
            </a:r>
            <a:r>
              <a:rPr lang="ja-JP" altLang="en-US" sz="2000" b="1" dirty="0">
                <a:solidFill>
                  <a:srgbClr val="1A5276"/>
                </a:solidFill>
                <a:latin typeface="Meiryo" pitchFamily="34" charset="0"/>
                <a:ea typeface="Meiryo" pitchFamily="34" charset="-122"/>
                <a:cs typeface="Meiryo" pitchFamily="34" charset="-120"/>
              </a:rPr>
              <a:t>などの環境媒体</a:t>
            </a:r>
            <a:r>
              <a:rPr lang="en-US" sz="2000" b="1" dirty="0" err="1">
                <a:solidFill>
                  <a:srgbClr val="1A5276"/>
                </a:solidFill>
                <a:latin typeface="Meiryo" pitchFamily="34" charset="0"/>
                <a:ea typeface="Meiryo" pitchFamily="34" charset="-122"/>
                <a:cs typeface="Meiryo" pitchFamily="34" charset="-120"/>
              </a:rPr>
              <a:t>から直接</a:t>
            </a:r>
            <a:r>
              <a:rPr lang="en-US" sz="2000" dirty="0" err="1">
                <a:solidFill>
                  <a:srgbClr val="2C3E50"/>
                </a:solidFill>
                <a:latin typeface="Meiryo" pitchFamily="34" charset="0"/>
                <a:ea typeface="Meiryo" pitchFamily="34" charset="-122"/>
                <a:cs typeface="Meiryo" pitchFamily="34" charset="-120"/>
              </a:rPr>
              <a:t>体内へ取り込まれる</a:t>
            </a:r>
            <a:endParaRPr lang="en-US" sz="2000" dirty="0"/>
          </a:p>
        </p:txBody>
      </p:sp>
      <p:sp>
        <p:nvSpPr>
          <p:cNvPr id="10" name="Shape 8"/>
          <p:cNvSpPr/>
          <p:nvPr/>
        </p:nvSpPr>
        <p:spPr>
          <a:xfrm>
            <a:off x="6231636" y="1645920"/>
            <a:ext cx="5545836" cy="1645920"/>
          </a:xfrm>
          <a:prstGeom prst="rect">
            <a:avLst/>
          </a:prstGeom>
          <a:solidFill>
            <a:srgbClr val="EAF2F8"/>
          </a:solidFill>
          <a:ln/>
        </p:spPr>
        <p:txBody>
          <a:bodyPr/>
          <a:lstStyle/>
          <a:p>
            <a:endParaRPr lang="ja-JP" altLang="en-US" sz="3200"/>
          </a:p>
        </p:txBody>
      </p:sp>
      <p:sp>
        <p:nvSpPr>
          <p:cNvPr id="11" name="Shape 9"/>
          <p:cNvSpPr/>
          <p:nvPr/>
        </p:nvSpPr>
        <p:spPr>
          <a:xfrm>
            <a:off x="6231636" y="1645920"/>
            <a:ext cx="64008" cy="1645920"/>
          </a:xfrm>
          <a:prstGeom prst="rect">
            <a:avLst/>
          </a:prstGeom>
          <a:solidFill>
            <a:srgbClr val="2980B9"/>
          </a:solidFill>
          <a:ln/>
        </p:spPr>
        <p:txBody>
          <a:bodyPr/>
          <a:lstStyle/>
          <a:p>
            <a:endParaRPr lang="ja-JP" altLang="en-US" sz="3200"/>
          </a:p>
        </p:txBody>
      </p:sp>
      <p:sp>
        <p:nvSpPr>
          <p:cNvPr id="12" name="Text 10"/>
          <p:cNvSpPr/>
          <p:nvPr/>
        </p:nvSpPr>
        <p:spPr>
          <a:xfrm>
            <a:off x="6396228" y="1700784"/>
            <a:ext cx="5271516" cy="292608"/>
          </a:xfrm>
          <a:prstGeom prst="rect">
            <a:avLst/>
          </a:prstGeom>
          <a:noFill/>
          <a:ln/>
        </p:spPr>
        <p:txBody>
          <a:bodyPr wrap="square" rtlCol="0" anchor="ctr"/>
          <a:lstStyle/>
          <a:p>
            <a:pPr marL="0" indent="0">
              <a:buNone/>
            </a:pPr>
            <a:r>
              <a:rPr lang="en-US" b="1" dirty="0">
                <a:solidFill>
                  <a:srgbClr val="2980B9"/>
                </a:solidFill>
                <a:latin typeface="Meiryo" pitchFamily="34" charset="0"/>
                <a:ea typeface="Meiryo" pitchFamily="34" charset="-122"/>
                <a:cs typeface="Meiryo" pitchFamily="34" charset="-120"/>
              </a:rPr>
              <a:t>間接濃縮（biomagnification）</a:t>
            </a:r>
            <a:endParaRPr lang="en-US" dirty="0"/>
          </a:p>
        </p:txBody>
      </p:sp>
      <p:sp>
        <p:nvSpPr>
          <p:cNvPr id="13" name="Text 11"/>
          <p:cNvSpPr/>
          <p:nvPr/>
        </p:nvSpPr>
        <p:spPr>
          <a:xfrm>
            <a:off x="6396228" y="1984248"/>
            <a:ext cx="5271516" cy="1261872"/>
          </a:xfrm>
          <a:prstGeom prst="rect">
            <a:avLst/>
          </a:prstGeom>
          <a:noFill/>
          <a:ln/>
        </p:spPr>
        <p:txBody>
          <a:bodyPr wrap="square" rtlCol="0" anchor="t"/>
          <a:lstStyle/>
          <a:p>
            <a:pPr marL="0" indent="0" algn="l">
              <a:lnSpc>
                <a:spcPct val="130000"/>
              </a:lnSpc>
              <a:spcAft>
                <a:spcPts val="400"/>
              </a:spcAft>
              <a:buNone/>
            </a:pPr>
            <a:r>
              <a:rPr lang="en-US" sz="2000" b="1" dirty="0">
                <a:solidFill>
                  <a:srgbClr val="1A5276"/>
                </a:solidFill>
                <a:latin typeface="Meiryo" pitchFamily="34" charset="0"/>
                <a:ea typeface="Meiryo" pitchFamily="34" charset="-122"/>
                <a:cs typeface="Meiryo" pitchFamily="34" charset="-120"/>
              </a:rPr>
              <a:t>食物連鎖を通じて</a:t>
            </a:r>
            <a:r>
              <a:rPr lang="en-US" sz="2000" dirty="0">
                <a:solidFill>
                  <a:srgbClr val="2C3E50"/>
                </a:solidFill>
                <a:latin typeface="Meiryo" pitchFamily="34" charset="0"/>
                <a:ea typeface="Meiryo" pitchFamily="34" charset="-122"/>
                <a:cs typeface="Meiryo" pitchFamily="34" charset="-120"/>
              </a:rPr>
              <a:t>高次消費者ほど高濃度になる</a:t>
            </a:r>
            <a:endParaRPr lang="en-US" sz="2000" dirty="0"/>
          </a:p>
        </p:txBody>
      </p:sp>
      <p:sp>
        <p:nvSpPr>
          <p:cNvPr id="14" name="Shape 12"/>
          <p:cNvSpPr/>
          <p:nvPr/>
        </p:nvSpPr>
        <p:spPr>
          <a:xfrm>
            <a:off x="411480" y="3566160"/>
            <a:ext cx="11365992" cy="1828800"/>
          </a:xfrm>
          <a:prstGeom prst="rect">
            <a:avLst/>
          </a:prstGeom>
          <a:solidFill>
            <a:srgbClr val="FDEDEC"/>
          </a:solidFill>
          <a:ln/>
        </p:spPr>
        <p:txBody>
          <a:bodyPr/>
          <a:lstStyle/>
          <a:p>
            <a:endParaRPr lang="ja-JP" altLang="en-US" sz="3200"/>
          </a:p>
        </p:txBody>
      </p:sp>
      <p:sp>
        <p:nvSpPr>
          <p:cNvPr id="15" name="Shape 13"/>
          <p:cNvSpPr/>
          <p:nvPr/>
        </p:nvSpPr>
        <p:spPr>
          <a:xfrm>
            <a:off x="411480" y="3566160"/>
            <a:ext cx="64008" cy="1828800"/>
          </a:xfrm>
          <a:prstGeom prst="rect">
            <a:avLst/>
          </a:prstGeom>
          <a:solidFill>
            <a:srgbClr val="C0392B"/>
          </a:solidFill>
          <a:ln/>
        </p:spPr>
        <p:txBody>
          <a:bodyPr/>
          <a:lstStyle/>
          <a:p>
            <a:endParaRPr lang="ja-JP" altLang="en-US" sz="3200"/>
          </a:p>
        </p:txBody>
      </p:sp>
      <p:sp>
        <p:nvSpPr>
          <p:cNvPr id="16" name="Text 14"/>
          <p:cNvSpPr/>
          <p:nvPr/>
        </p:nvSpPr>
        <p:spPr>
          <a:xfrm>
            <a:off x="576072" y="3621024"/>
            <a:ext cx="11091672" cy="292608"/>
          </a:xfrm>
          <a:prstGeom prst="rect">
            <a:avLst/>
          </a:prstGeom>
          <a:noFill/>
          <a:ln/>
        </p:spPr>
        <p:txBody>
          <a:bodyPr wrap="square" rtlCol="0" anchor="ctr"/>
          <a:lstStyle/>
          <a:p>
            <a:pPr marL="0" indent="0">
              <a:buNone/>
            </a:pPr>
            <a:r>
              <a:rPr lang="en-US" b="1" dirty="0">
                <a:solidFill>
                  <a:srgbClr val="C0392B"/>
                </a:solidFill>
                <a:latin typeface="Meiryo" pitchFamily="34" charset="0"/>
                <a:ea typeface="Meiryo" pitchFamily="34" charset="-122"/>
                <a:cs typeface="Meiryo" pitchFamily="34" charset="-120"/>
              </a:rPr>
              <a:t>起こりやすい物質の特徴</a:t>
            </a:r>
            <a:endParaRPr lang="en-US" dirty="0"/>
          </a:p>
        </p:txBody>
      </p:sp>
      <p:sp>
        <p:nvSpPr>
          <p:cNvPr id="17" name="Text 15"/>
          <p:cNvSpPr/>
          <p:nvPr/>
        </p:nvSpPr>
        <p:spPr>
          <a:xfrm>
            <a:off x="576072" y="3904488"/>
            <a:ext cx="11091672" cy="144475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a:t>
            </a:r>
            <a:r>
              <a:rPr lang="en-US" sz="2000" b="1" dirty="0">
                <a:solidFill>
                  <a:srgbClr val="1A5276"/>
                </a:solidFill>
                <a:latin typeface="Meiryo" pitchFamily="34" charset="0"/>
                <a:ea typeface="Meiryo" pitchFamily="34" charset="-122"/>
                <a:cs typeface="Meiryo" pitchFamily="34" charset="-120"/>
              </a:rPr>
              <a:t>脂溶性</a:t>
            </a:r>
            <a:r>
              <a:rPr lang="en-US" sz="2000" dirty="0">
                <a:solidFill>
                  <a:srgbClr val="2C3E50"/>
                </a:solidFill>
                <a:latin typeface="Meiryo" pitchFamily="34" charset="0"/>
                <a:ea typeface="Meiryo" pitchFamily="34" charset="-122"/>
                <a:cs typeface="Meiryo" pitchFamily="34" charset="-120"/>
              </a:rPr>
              <a:t>が高い（</a:t>
            </a:r>
            <a:r>
              <a:rPr lang="en-US" altLang="ja-JP" sz="2000" dirty="0">
                <a:solidFill>
                  <a:srgbClr val="2C3E50"/>
                </a:solidFill>
                <a:latin typeface="Meiryo" pitchFamily="34" charset="0"/>
                <a:ea typeface="Meiryo" pitchFamily="34" charset="-122"/>
                <a:cs typeface="Meiryo" pitchFamily="34" charset="-120"/>
              </a:rPr>
              <a:t>1-</a:t>
            </a:r>
            <a:r>
              <a:rPr lang="ja-JP" altLang="en-US" sz="2000" dirty="0">
                <a:solidFill>
                  <a:srgbClr val="2C3E50"/>
                </a:solidFill>
                <a:latin typeface="Meiryo" pitchFamily="34" charset="0"/>
                <a:ea typeface="Meiryo" pitchFamily="34" charset="-122"/>
                <a:cs typeface="Meiryo" pitchFamily="34" charset="-120"/>
              </a:rPr>
              <a:t>オクタノール</a:t>
            </a:r>
            <a:r>
              <a:rPr lang="en-US" altLang="ja-JP" sz="2000" dirty="0">
                <a:solidFill>
                  <a:srgbClr val="2C3E50"/>
                </a:solidFill>
                <a:latin typeface="Meiryo" pitchFamily="34" charset="0"/>
                <a:ea typeface="Meiryo" pitchFamily="34" charset="-122"/>
                <a:cs typeface="Meiryo" pitchFamily="34" charset="-120"/>
              </a:rPr>
              <a:t>/</a:t>
            </a:r>
            <a:r>
              <a:rPr lang="ja-JP" altLang="en-US" sz="2000" dirty="0">
                <a:solidFill>
                  <a:srgbClr val="2C3E50"/>
                </a:solidFill>
                <a:latin typeface="Meiryo" pitchFamily="34" charset="0"/>
                <a:ea typeface="Meiryo" pitchFamily="34" charset="-122"/>
                <a:cs typeface="Meiryo" pitchFamily="34" charset="-120"/>
              </a:rPr>
              <a:t>水分配係数（</a:t>
            </a:r>
            <a:r>
              <a:rPr lang="en-US" sz="2000" dirty="0">
                <a:solidFill>
                  <a:srgbClr val="2C3E50"/>
                </a:solidFill>
                <a:latin typeface="Meiryo" pitchFamily="34" charset="0"/>
                <a:ea typeface="Meiryo" pitchFamily="34" charset="-122"/>
                <a:cs typeface="Meiryo" pitchFamily="34" charset="-120"/>
              </a:rPr>
              <a:t>log P</a:t>
            </a:r>
            <a:r>
              <a:rPr lang="en-US" sz="2000" baseline="-25000" dirty="0">
                <a:solidFill>
                  <a:srgbClr val="2C3E50"/>
                </a:solidFill>
                <a:latin typeface="Meiryo" pitchFamily="34" charset="0"/>
                <a:ea typeface="Meiryo" pitchFamily="34" charset="-122"/>
                <a:cs typeface="Meiryo" pitchFamily="34" charset="-120"/>
              </a:rPr>
              <a:t>o</a:t>
            </a:r>
            <a:r>
              <a:rPr lang="en-US" altLang="ja-JP" sz="2000" baseline="-25000" dirty="0">
                <a:solidFill>
                  <a:srgbClr val="2C3E50"/>
                </a:solidFill>
                <a:latin typeface="Meiryo" pitchFamily="34" charset="0"/>
                <a:ea typeface="Meiryo" pitchFamily="34" charset="-122"/>
                <a:cs typeface="Meiryo" pitchFamily="34" charset="-120"/>
              </a:rPr>
              <a:t>/</a:t>
            </a:r>
            <a:r>
              <a:rPr lang="en-US" sz="2000" baseline="-25000" dirty="0">
                <a:solidFill>
                  <a:srgbClr val="2C3E50"/>
                </a:solidFill>
                <a:latin typeface="Meiryo" pitchFamily="34" charset="0"/>
                <a:ea typeface="Meiryo" pitchFamily="34" charset="-122"/>
                <a:cs typeface="Meiryo" pitchFamily="34" charset="-120"/>
              </a:rPr>
              <a:t>w</a:t>
            </a:r>
            <a:r>
              <a:rPr lang="ja-JP" altLang="en-US" sz="2000" dirty="0">
                <a:solidFill>
                  <a:srgbClr val="2C3E50"/>
                </a:solidFill>
                <a:latin typeface="Meiryo" pitchFamily="34" charset="0"/>
                <a:ea typeface="Meiryo" pitchFamily="34" charset="-122"/>
                <a:cs typeface="Meiryo" pitchFamily="34" charset="-120"/>
              </a:rPr>
              <a:t>）</a:t>
            </a:r>
            <a:r>
              <a:rPr lang="en-US" sz="2000" dirty="0">
                <a:solidFill>
                  <a:srgbClr val="2C3E50"/>
                </a:solidFill>
                <a:latin typeface="Meiryo" pitchFamily="34" charset="0"/>
                <a:ea typeface="Meiryo" pitchFamily="34" charset="-122"/>
                <a:cs typeface="Meiryo" pitchFamily="34" charset="-120"/>
              </a:rPr>
              <a:t> </a:t>
            </a:r>
            <a:r>
              <a:rPr lang="en-US" sz="2000" dirty="0" err="1">
                <a:solidFill>
                  <a:srgbClr val="2C3E50"/>
                </a:solidFill>
                <a:latin typeface="Meiryo" pitchFamily="34" charset="0"/>
                <a:ea typeface="Meiryo" pitchFamily="34" charset="-122"/>
                <a:cs typeface="Meiryo" pitchFamily="34" charset="-120"/>
              </a:rPr>
              <a:t>が大きい</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a:t>
            </a:r>
            <a:r>
              <a:rPr lang="en-US" sz="2000" b="1" dirty="0">
                <a:solidFill>
                  <a:srgbClr val="1A5276"/>
                </a:solidFill>
                <a:latin typeface="Meiryo" pitchFamily="34" charset="0"/>
                <a:ea typeface="Meiryo" pitchFamily="34" charset="-122"/>
                <a:cs typeface="Meiryo" pitchFamily="34" charset="-120"/>
              </a:rPr>
              <a:t>代謝されにくい</a:t>
            </a:r>
            <a:r>
              <a:rPr lang="en-US" sz="2000" dirty="0">
                <a:solidFill>
                  <a:srgbClr val="2C3E50"/>
                </a:solidFill>
                <a:latin typeface="Meiryo" pitchFamily="34" charset="0"/>
                <a:ea typeface="Meiryo" pitchFamily="34" charset="-122"/>
                <a:cs typeface="Meiryo" pitchFamily="34" charset="-120"/>
              </a:rPr>
              <a:t>（難分解性）</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・体内排泄が遅い</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B-2. BCF（生物濃縮係数）</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225206" y="973836"/>
            <a:ext cx="4626543" cy="5772319"/>
          </a:xfrm>
          <a:prstGeom prst="rect">
            <a:avLst/>
          </a:prstGeom>
        </p:spPr>
      </p:pic>
      <p:sp>
        <p:nvSpPr>
          <p:cNvPr id="7" name="Shape 4"/>
          <p:cNvSpPr/>
          <p:nvPr/>
        </p:nvSpPr>
        <p:spPr>
          <a:xfrm>
            <a:off x="5323332" y="1230630"/>
            <a:ext cx="6336792" cy="1371600"/>
          </a:xfrm>
          <a:prstGeom prst="rect">
            <a:avLst/>
          </a:prstGeom>
          <a:solidFill>
            <a:srgbClr val="EAF2F8"/>
          </a:solidFill>
          <a:ln/>
        </p:spPr>
        <p:txBody>
          <a:bodyPr/>
          <a:lstStyle/>
          <a:p>
            <a:endParaRPr lang="ja-JP" altLang="en-US" sz="2800"/>
          </a:p>
        </p:txBody>
      </p:sp>
      <p:sp>
        <p:nvSpPr>
          <p:cNvPr id="8" name="Shape 5"/>
          <p:cNvSpPr/>
          <p:nvPr/>
        </p:nvSpPr>
        <p:spPr>
          <a:xfrm>
            <a:off x="5323332" y="1230630"/>
            <a:ext cx="64008" cy="1371600"/>
          </a:xfrm>
          <a:prstGeom prst="rect">
            <a:avLst/>
          </a:prstGeom>
          <a:solidFill>
            <a:srgbClr val="2980B9"/>
          </a:solidFill>
          <a:ln/>
        </p:spPr>
        <p:txBody>
          <a:bodyPr/>
          <a:lstStyle/>
          <a:p>
            <a:endParaRPr lang="ja-JP" altLang="en-US" sz="2800"/>
          </a:p>
        </p:txBody>
      </p:sp>
      <p:sp>
        <p:nvSpPr>
          <p:cNvPr id="9" name="Text 6"/>
          <p:cNvSpPr/>
          <p:nvPr/>
        </p:nvSpPr>
        <p:spPr>
          <a:xfrm>
            <a:off x="5487924" y="1285494"/>
            <a:ext cx="6062472" cy="292608"/>
          </a:xfrm>
          <a:prstGeom prst="rect">
            <a:avLst/>
          </a:prstGeom>
          <a:noFill/>
          <a:ln/>
        </p:spPr>
        <p:txBody>
          <a:bodyPr wrap="square" rtlCol="0" anchor="ctr"/>
          <a:lstStyle/>
          <a:p>
            <a:pPr marL="0" indent="0">
              <a:buNone/>
            </a:pPr>
            <a:r>
              <a:rPr lang="en-US" sz="1600" b="1" dirty="0">
                <a:solidFill>
                  <a:srgbClr val="2980B9"/>
                </a:solidFill>
                <a:latin typeface="Meiryo" pitchFamily="34" charset="0"/>
                <a:ea typeface="Meiryo" pitchFamily="34" charset="-122"/>
                <a:cs typeface="Meiryo" pitchFamily="34" charset="-120"/>
              </a:rPr>
              <a:t>BCF (</a:t>
            </a:r>
            <a:r>
              <a:rPr lang="en-US" sz="1600" b="1" dirty="0">
                <a:solidFill>
                  <a:srgbClr val="C00000"/>
                </a:solidFill>
                <a:latin typeface="Meiryo" pitchFamily="34" charset="0"/>
                <a:ea typeface="Meiryo" pitchFamily="34" charset="-122"/>
                <a:cs typeface="Meiryo" pitchFamily="34" charset="-120"/>
              </a:rPr>
              <a:t>B</a:t>
            </a:r>
            <a:r>
              <a:rPr lang="en-US" sz="1600" b="1" dirty="0">
                <a:solidFill>
                  <a:srgbClr val="2980B9"/>
                </a:solidFill>
                <a:latin typeface="Meiryo" pitchFamily="34" charset="0"/>
                <a:ea typeface="Meiryo" pitchFamily="34" charset="-122"/>
                <a:cs typeface="Meiryo" pitchFamily="34" charset="-120"/>
              </a:rPr>
              <a:t>io</a:t>
            </a:r>
            <a:r>
              <a:rPr lang="en-US" sz="1600" b="1" dirty="0">
                <a:solidFill>
                  <a:srgbClr val="C00000"/>
                </a:solidFill>
                <a:latin typeface="Meiryo" pitchFamily="34" charset="0"/>
                <a:ea typeface="Meiryo" pitchFamily="34" charset="-122"/>
                <a:cs typeface="Meiryo" pitchFamily="34" charset="-120"/>
              </a:rPr>
              <a:t>c</a:t>
            </a:r>
            <a:r>
              <a:rPr lang="en-US" sz="1600" b="1" dirty="0">
                <a:solidFill>
                  <a:srgbClr val="2980B9"/>
                </a:solidFill>
                <a:latin typeface="Meiryo" pitchFamily="34" charset="0"/>
                <a:ea typeface="Meiryo" pitchFamily="34" charset="-122"/>
                <a:cs typeface="Meiryo" pitchFamily="34" charset="-120"/>
              </a:rPr>
              <a:t>oncentration </a:t>
            </a:r>
            <a:r>
              <a:rPr lang="en-US" sz="1600" b="1" dirty="0">
                <a:solidFill>
                  <a:srgbClr val="C00000"/>
                </a:solidFill>
                <a:latin typeface="Meiryo" pitchFamily="34" charset="0"/>
                <a:ea typeface="Meiryo" pitchFamily="34" charset="-122"/>
                <a:cs typeface="Meiryo" pitchFamily="34" charset="-120"/>
              </a:rPr>
              <a:t>F</a:t>
            </a:r>
            <a:r>
              <a:rPr lang="en-US" sz="1600" b="1" dirty="0">
                <a:solidFill>
                  <a:srgbClr val="2980B9"/>
                </a:solidFill>
                <a:latin typeface="Meiryo" pitchFamily="34" charset="0"/>
                <a:ea typeface="Meiryo" pitchFamily="34" charset="-122"/>
                <a:cs typeface="Meiryo" pitchFamily="34" charset="-120"/>
              </a:rPr>
              <a:t>actor)</a:t>
            </a:r>
            <a:endParaRPr lang="en-US" sz="1600" dirty="0"/>
          </a:p>
        </p:txBody>
      </p:sp>
      <p:sp>
        <p:nvSpPr>
          <p:cNvPr id="10" name="Text 7"/>
          <p:cNvSpPr/>
          <p:nvPr/>
        </p:nvSpPr>
        <p:spPr>
          <a:xfrm>
            <a:off x="5487924" y="1568958"/>
            <a:ext cx="6062472" cy="98755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BCF = </a:t>
            </a:r>
            <a:r>
              <a:rPr lang="en-US" b="1" dirty="0">
                <a:solidFill>
                  <a:srgbClr val="1A5276"/>
                </a:solidFill>
                <a:latin typeface="Meiryo" pitchFamily="34" charset="0"/>
                <a:ea typeface="Meiryo" pitchFamily="34" charset="-122"/>
                <a:cs typeface="Meiryo" pitchFamily="34" charset="-120"/>
              </a:rPr>
              <a:t>生体内濃度</a:t>
            </a:r>
            <a:r>
              <a:rPr lang="en-US" dirty="0">
                <a:solidFill>
                  <a:srgbClr val="2C3E50"/>
                </a:solidFill>
                <a:latin typeface="Meiryo" pitchFamily="34" charset="0"/>
                <a:ea typeface="Meiryo" pitchFamily="34" charset="-122"/>
                <a:cs typeface="Meiryo" pitchFamily="34" charset="-120"/>
              </a:rPr>
              <a:t> ÷ </a:t>
            </a:r>
            <a:r>
              <a:rPr lang="en-US" b="1" dirty="0">
                <a:solidFill>
                  <a:srgbClr val="1A5276"/>
                </a:solidFill>
                <a:latin typeface="Meiryo" pitchFamily="34" charset="0"/>
                <a:ea typeface="Meiryo" pitchFamily="34" charset="-122"/>
                <a:cs typeface="Meiryo" pitchFamily="34" charset="-120"/>
              </a:rPr>
              <a:t>環境中濃度</a:t>
            </a:r>
            <a:endParaRPr lang="en-US" dirty="0"/>
          </a:p>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（単位は揃える。水中濃度は比重1.0で重量比へ換算）</a:t>
            </a:r>
            <a:endParaRPr lang="en-US" dirty="0"/>
          </a:p>
        </p:txBody>
      </p:sp>
      <p:sp>
        <p:nvSpPr>
          <p:cNvPr id="11" name="Text 8"/>
          <p:cNvSpPr/>
          <p:nvPr/>
        </p:nvSpPr>
        <p:spPr>
          <a:xfrm>
            <a:off x="5855208" y="5111462"/>
            <a:ext cx="6336792" cy="2286000"/>
          </a:xfrm>
          <a:prstGeom prst="rect">
            <a:avLst/>
          </a:prstGeom>
          <a:noFill/>
          <a:ln/>
        </p:spPr>
        <p:txBody>
          <a:bodyPr wrap="square" rtlCol="0" anchor="t"/>
          <a:lstStyle/>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BCF が大きい = 生物濃縮されやすい物質</a:t>
            </a:r>
            <a:endParaRPr lang="en-US" sz="2000" dirty="0"/>
          </a:p>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化審法では BCF が判定基準のひとつ</a:t>
            </a:r>
            <a:endParaRPr lang="en-US" sz="2000" dirty="0"/>
          </a:p>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判定試験には</a:t>
            </a:r>
            <a:r>
              <a:rPr lang="en-US" sz="2000" b="1" dirty="0">
                <a:solidFill>
                  <a:srgbClr val="1A5276"/>
                </a:solidFill>
                <a:latin typeface="Meiryo" pitchFamily="34" charset="0"/>
                <a:ea typeface="Meiryo" pitchFamily="34" charset="-122"/>
                <a:cs typeface="Meiryo" pitchFamily="34" charset="-120"/>
              </a:rPr>
              <a:t>コイ</a:t>
            </a:r>
            <a:r>
              <a:rPr lang="en-US" sz="2000" dirty="0">
                <a:solidFill>
                  <a:srgbClr val="2C3E50"/>
                </a:solidFill>
                <a:latin typeface="Meiryo" pitchFamily="34" charset="0"/>
                <a:ea typeface="Meiryo" pitchFamily="34" charset="-122"/>
                <a:cs typeface="Meiryo" pitchFamily="34" charset="-120"/>
              </a:rPr>
              <a:t>が用いられる</a:t>
            </a:r>
            <a:endParaRPr lang="en-US" sz="2000" dirty="0"/>
          </a:p>
        </p:txBody>
      </p:sp>
      <p:pic>
        <p:nvPicPr>
          <p:cNvPr id="12" name="図 11" descr="The image shows a person holding a phone.&#10;&#10;AI 生成コンテンツは誤りを含む可能性があります。">
            <a:extLst>
              <a:ext uri="{FF2B5EF4-FFF2-40B4-BE49-F238E27FC236}">
                <a16:creationId xmlns:a16="http://schemas.microsoft.com/office/drawing/2014/main" id="{3B93A248-3AF4-8B3E-E576-8351F185C78B}"/>
              </a:ext>
            </a:extLst>
          </p:cNvPr>
          <p:cNvPicPr>
            <a:picLocks noChangeAspect="1"/>
          </p:cNvPicPr>
          <p:nvPr/>
        </p:nvPicPr>
        <p:blipFill>
          <a:blip r:embed="rId4"/>
          <a:stretch>
            <a:fillRect/>
          </a:stretch>
        </p:blipFill>
        <p:spPr>
          <a:xfrm>
            <a:off x="5117389" y="3096514"/>
            <a:ext cx="2201823" cy="990820"/>
          </a:xfrm>
          <a:prstGeom prst="rect">
            <a:avLst/>
          </a:prstGeom>
        </p:spPr>
      </p:pic>
      <p:sp>
        <p:nvSpPr>
          <p:cNvPr id="13" name="テキスト ボックス 12">
            <a:extLst>
              <a:ext uri="{FF2B5EF4-FFF2-40B4-BE49-F238E27FC236}">
                <a16:creationId xmlns:a16="http://schemas.microsoft.com/office/drawing/2014/main" id="{F8CC9826-3DBB-3F5D-1ED7-309A7801D69F}"/>
              </a:ext>
            </a:extLst>
          </p:cNvPr>
          <p:cNvSpPr txBox="1"/>
          <p:nvPr/>
        </p:nvSpPr>
        <p:spPr>
          <a:xfrm>
            <a:off x="5355336" y="4087334"/>
            <a:ext cx="2369439" cy="276999"/>
          </a:xfrm>
          <a:prstGeom prst="rect">
            <a:avLst/>
          </a:prstGeom>
          <a:noFill/>
        </p:spPr>
        <p:txBody>
          <a:bodyPr wrap="square" rtlCol="0">
            <a:spAutoFit/>
          </a:bodyPr>
          <a:lstStyle/>
          <a:p>
            <a:r>
              <a:rPr kumimoji="1" lang="ja-JP" altLang="en-US" sz="1200" dirty="0"/>
              <a:t>ポリ塩化ビフェニル</a:t>
            </a:r>
          </a:p>
        </p:txBody>
      </p:sp>
      <p:pic>
        <p:nvPicPr>
          <p:cNvPr id="14" name="図 13" descr="Chemical structure of DDT">
            <a:extLst>
              <a:ext uri="{FF2B5EF4-FFF2-40B4-BE49-F238E27FC236}">
                <a16:creationId xmlns:a16="http://schemas.microsoft.com/office/drawing/2014/main" id="{C014A05E-9E26-0B7C-E05D-1E93D9D193EE}"/>
              </a:ext>
            </a:extLst>
          </p:cNvPr>
          <p:cNvPicPr>
            <a:picLocks noChangeAspect="1"/>
          </p:cNvPicPr>
          <p:nvPr/>
        </p:nvPicPr>
        <p:blipFill>
          <a:blip r:embed="rId5"/>
          <a:stretch>
            <a:fillRect/>
          </a:stretch>
        </p:blipFill>
        <p:spPr>
          <a:xfrm>
            <a:off x="7614245" y="2831173"/>
            <a:ext cx="1982730" cy="1143168"/>
          </a:xfrm>
          <a:prstGeom prst="rect">
            <a:avLst/>
          </a:prstGeom>
        </p:spPr>
      </p:pic>
      <p:sp>
        <p:nvSpPr>
          <p:cNvPr id="16" name="テキスト ボックス 15">
            <a:extLst>
              <a:ext uri="{FF2B5EF4-FFF2-40B4-BE49-F238E27FC236}">
                <a16:creationId xmlns:a16="http://schemas.microsoft.com/office/drawing/2014/main" id="{132A213A-E4F5-CFD8-F2B2-C24238623F0C}"/>
              </a:ext>
            </a:extLst>
          </p:cNvPr>
          <p:cNvSpPr txBox="1"/>
          <p:nvPr/>
        </p:nvSpPr>
        <p:spPr>
          <a:xfrm>
            <a:off x="8278534" y="4323879"/>
            <a:ext cx="879348" cy="369332"/>
          </a:xfrm>
          <a:prstGeom prst="rect">
            <a:avLst/>
          </a:prstGeom>
          <a:noFill/>
        </p:spPr>
        <p:txBody>
          <a:bodyPr wrap="square">
            <a:spAutoFit/>
          </a:bodyPr>
          <a:lstStyle/>
          <a:p>
            <a:r>
              <a:rPr lang="en-US" altLang="ja-JP" b="1" i="0" dirty="0">
                <a:solidFill>
                  <a:srgbClr val="202122"/>
                </a:solidFill>
                <a:effectLst/>
                <a:latin typeface="Arial" panose="020B0604020202020204" pitchFamily="34" charset="0"/>
              </a:rPr>
              <a:t>DDT</a:t>
            </a:r>
            <a:endParaRPr lang="ja-JP" altLang="en-US" dirty="0"/>
          </a:p>
        </p:txBody>
      </p:sp>
      <p:sp>
        <p:nvSpPr>
          <p:cNvPr id="18" name="テキスト ボックス 17">
            <a:extLst>
              <a:ext uri="{FF2B5EF4-FFF2-40B4-BE49-F238E27FC236}">
                <a16:creationId xmlns:a16="http://schemas.microsoft.com/office/drawing/2014/main" id="{F47B3A01-1175-E1E6-82E2-03BDB8CE3FFC}"/>
              </a:ext>
            </a:extLst>
          </p:cNvPr>
          <p:cNvSpPr txBox="1"/>
          <p:nvPr/>
        </p:nvSpPr>
        <p:spPr>
          <a:xfrm>
            <a:off x="7458812" y="4071026"/>
            <a:ext cx="2591372" cy="261610"/>
          </a:xfrm>
          <a:prstGeom prst="rect">
            <a:avLst/>
          </a:prstGeom>
          <a:noFill/>
        </p:spPr>
        <p:txBody>
          <a:bodyPr wrap="square">
            <a:spAutoFit/>
          </a:bodyPr>
          <a:lstStyle/>
          <a:p>
            <a:r>
              <a:rPr lang="ja-JP" altLang="en-US" sz="1050" b="0" i="0" dirty="0">
                <a:solidFill>
                  <a:srgbClr val="202122"/>
                </a:solidFill>
                <a:effectLst/>
                <a:latin typeface="Arial" panose="020B0604020202020204" pitchFamily="34" charset="0"/>
              </a:rPr>
              <a:t>ジクロロジフェニルトリクロロエタン</a:t>
            </a:r>
            <a:endParaRPr lang="ja-JP" altLang="en-US" sz="1050" dirty="0"/>
          </a:p>
        </p:txBody>
      </p:sp>
      <p:sp>
        <p:nvSpPr>
          <p:cNvPr id="19" name="テキスト ボックス 18">
            <a:extLst>
              <a:ext uri="{FF2B5EF4-FFF2-40B4-BE49-F238E27FC236}">
                <a16:creationId xmlns:a16="http://schemas.microsoft.com/office/drawing/2014/main" id="{F8ADE690-DFAF-C419-0BB1-500D789A0F3C}"/>
              </a:ext>
            </a:extLst>
          </p:cNvPr>
          <p:cNvSpPr txBox="1"/>
          <p:nvPr/>
        </p:nvSpPr>
        <p:spPr>
          <a:xfrm>
            <a:off x="5804990" y="4309856"/>
            <a:ext cx="879348" cy="369332"/>
          </a:xfrm>
          <a:prstGeom prst="rect">
            <a:avLst/>
          </a:prstGeom>
          <a:noFill/>
        </p:spPr>
        <p:txBody>
          <a:bodyPr wrap="square">
            <a:spAutoFit/>
          </a:bodyPr>
          <a:lstStyle/>
          <a:p>
            <a:r>
              <a:rPr lang="en-US" altLang="ja-JP" b="1" i="0" dirty="0">
                <a:solidFill>
                  <a:srgbClr val="202122"/>
                </a:solidFill>
                <a:effectLst/>
                <a:latin typeface="Arial" panose="020B0604020202020204" pitchFamily="34" charset="0"/>
              </a:rPr>
              <a:t>PCB</a:t>
            </a:r>
            <a:endParaRPr lang="ja-JP" altLang="en-US" dirty="0"/>
          </a:p>
        </p:txBody>
      </p:sp>
      <p:pic>
        <p:nvPicPr>
          <p:cNvPr id="20" name="図 19" descr="Skeletal formula of hexachlorobenzene">
            <a:extLst>
              <a:ext uri="{FF2B5EF4-FFF2-40B4-BE49-F238E27FC236}">
                <a16:creationId xmlns:a16="http://schemas.microsoft.com/office/drawing/2014/main" id="{F7253AAE-01D4-C4A1-9469-C9B5B0823604}"/>
              </a:ext>
            </a:extLst>
          </p:cNvPr>
          <p:cNvPicPr>
            <a:picLocks noChangeAspect="1"/>
          </p:cNvPicPr>
          <p:nvPr/>
        </p:nvPicPr>
        <p:blipFill>
          <a:blip r:embed="rId6"/>
          <a:stretch>
            <a:fillRect/>
          </a:stretch>
        </p:blipFill>
        <p:spPr>
          <a:xfrm>
            <a:off x="10251372" y="2944343"/>
            <a:ext cx="995768" cy="1029998"/>
          </a:xfrm>
          <a:prstGeom prst="rect">
            <a:avLst/>
          </a:prstGeom>
        </p:spPr>
      </p:pic>
      <p:sp>
        <p:nvSpPr>
          <p:cNvPr id="21" name="テキスト ボックス 20">
            <a:extLst>
              <a:ext uri="{FF2B5EF4-FFF2-40B4-BE49-F238E27FC236}">
                <a16:creationId xmlns:a16="http://schemas.microsoft.com/office/drawing/2014/main" id="{CD15D818-A1AE-C5A3-5D63-370AF4268A8B}"/>
              </a:ext>
            </a:extLst>
          </p:cNvPr>
          <p:cNvSpPr txBox="1"/>
          <p:nvPr/>
        </p:nvSpPr>
        <p:spPr>
          <a:xfrm>
            <a:off x="10430232" y="4316454"/>
            <a:ext cx="879348" cy="369332"/>
          </a:xfrm>
          <a:prstGeom prst="rect">
            <a:avLst/>
          </a:prstGeom>
          <a:noFill/>
        </p:spPr>
        <p:txBody>
          <a:bodyPr wrap="square">
            <a:spAutoFit/>
          </a:bodyPr>
          <a:lstStyle/>
          <a:p>
            <a:r>
              <a:rPr lang="en-US" altLang="ja-JP" b="1" i="0" dirty="0">
                <a:solidFill>
                  <a:srgbClr val="202122"/>
                </a:solidFill>
                <a:effectLst/>
                <a:latin typeface="Arial" panose="020B0604020202020204" pitchFamily="34" charset="0"/>
              </a:rPr>
              <a:t>HCB</a:t>
            </a:r>
            <a:endParaRPr lang="ja-JP" altLang="en-US" dirty="0"/>
          </a:p>
        </p:txBody>
      </p:sp>
      <p:sp>
        <p:nvSpPr>
          <p:cNvPr id="22" name="テキスト ボックス 21">
            <a:extLst>
              <a:ext uri="{FF2B5EF4-FFF2-40B4-BE49-F238E27FC236}">
                <a16:creationId xmlns:a16="http://schemas.microsoft.com/office/drawing/2014/main" id="{DBAF80FC-000B-798C-EA17-74600B7407BC}"/>
              </a:ext>
            </a:extLst>
          </p:cNvPr>
          <p:cNvSpPr txBox="1"/>
          <p:nvPr/>
        </p:nvSpPr>
        <p:spPr>
          <a:xfrm>
            <a:off x="10103109" y="4054844"/>
            <a:ext cx="2591372" cy="261610"/>
          </a:xfrm>
          <a:prstGeom prst="rect">
            <a:avLst/>
          </a:prstGeom>
          <a:noFill/>
        </p:spPr>
        <p:txBody>
          <a:bodyPr wrap="square">
            <a:spAutoFit/>
          </a:bodyPr>
          <a:lstStyle/>
          <a:p>
            <a:r>
              <a:rPr lang="ja-JP" altLang="en-US" sz="1050" b="0" i="0" dirty="0">
                <a:solidFill>
                  <a:srgbClr val="202122"/>
                </a:solidFill>
                <a:effectLst/>
                <a:latin typeface="Arial" panose="020B0604020202020204" pitchFamily="34" charset="0"/>
              </a:rPr>
              <a:t>ヘキサクロロベンゼン</a:t>
            </a:r>
            <a:endParaRPr lang="ja-JP" alt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B-2. log P</a:t>
            </a:r>
            <a:r>
              <a:rPr lang="en-US" sz="2600" b="1" baseline="-25000" dirty="0">
                <a:solidFill>
                  <a:srgbClr val="1A5276"/>
                </a:solidFill>
                <a:latin typeface="Meiryo" pitchFamily="34" charset="0"/>
                <a:ea typeface="Meiryo" pitchFamily="34" charset="-122"/>
                <a:cs typeface="Meiryo" pitchFamily="34" charset="-120"/>
              </a:rPr>
              <a:t>o</a:t>
            </a:r>
            <a:r>
              <a:rPr lang="en-US" altLang="ja-JP" sz="2600" b="1" baseline="-25000" dirty="0">
                <a:solidFill>
                  <a:srgbClr val="1A5276"/>
                </a:solidFill>
                <a:latin typeface="Meiryo" pitchFamily="34" charset="0"/>
                <a:ea typeface="Meiryo" pitchFamily="34" charset="-122"/>
                <a:cs typeface="Meiryo" pitchFamily="34" charset="-120"/>
              </a:rPr>
              <a:t>/</a:t>
            </a:r>
            <a:r>
              <a:rPr lang="en-US" sz="2600" b="1" baseline="-25000" dirty="0">
                <a:solidFill>
                  <a:srgbClr val="1A5276"/>
                </a:solidFill>
                <a:latin typeface="Meiryo" pitchFamily="34" charset="0"/>
                <a:ea typeface="Meiryo" pitchFamily="34" charset="-122"/>
                <a:cs typeface="Meiryo" pitchFamily="34" charset="-120"/>
              </a:rPr>
              <a:t>w</a:t>
            </a:r>
            <a:r>
              <a:rPr lang="en-US" sz="2600" b="1" dirty="0">
                <a:solidFill>
                  <a:srgbClr val="1A5276"/>
                </a:solidFill>
                <a:latin typeface="Meiryo" pitchFamily="34" charset="0"/>
                <a:ea typeface="Meiryo" pitchFamily="34" charset="-122"/>
                <a:cs typeface="Meiryo" pitchFamily="34" charset="-120"/>
              </a:rPr>
              <a:t> と BCF の関係</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270630" y="973836"/>
            <a:ext cx="4888892" cy="5564124"/>
          </a:xfrm>
          <a:prstGeom prst="rect">
            <a:avLst/>
          </a:prstGeom>
        </p:spPr>
      </p:pic>
      <p:sp>
        <p:nvSpPr>
          <p:cNvPr id="7" name="Text 4"/>
          <p:cNvSpPr/>
          <p:nvPr/>
        </p:nvSpPr>
        <p:spPr>
          <a:xfrm>
            <a:off x="5411223" y="1092708"/>
            <a:ext cx="6510147" cy="914400"/>
          </a:xfrm>
          <a:prstGeom prst="rect">
            <a:avLst/>
          </a:prstGeom>
          <a:noFill/>
          <a:ln/>
        </p:spPr>
        <p:txBody>
          <a:bodyPr wrap="square" rtlCol="0" anchor="t"/>
          <a:lstStyle/>
          <a:p>
            <a:pPr marL="0" indent="0" algn="l">
              <a:lnSpc>
                <a:spcPct val="150000"/>
              </a:lnSpc>
              <a:spcAft>
                <a:spcPts val="400"/>
              </a:spcAft>
              <a:buNone/>
            </a:pPr>
            <a:r>
              <a:rPr lang="en-US" b="1" dirty="0">
                <a:solidFill>
                  <a:srgbClr val="1A5276"/>
                </a:solidFill>
                <a:latin typeface="Meiryo" pitchFamily="34" charset="0"/>
                <a:ea typeface="Meiryo" pitchFamily="34" charset="-122"/>
                <a:cs typeface="Meiryo" pitchFamily="34" charset="-120"/>
              </a:rPr>
              <a:t>P</a:t>
            </a:r>
            <a:r>
              <a:rPr lang="en-US" b="1" baseline="-25000" dirty="0">
                <a:solidFill>
                  <a:srgbClr val="1A5276"/>
                </a:solidFill>
                <a:latin typeface="Meiryo" pitchFamily="34" charset="0"/>
                <a:ea typeface="Meiryo" pitchFamily="34" charset="-122"/>
                <a:cs typeface="Meiryo" pitchFamily="34" charset="-120"/>
              </a:rPr>
              <a:t>o</a:t>
            </a:r>
            <a:r>
              <a:rPr lang="en-US" altLang="ja-JP" b="1" baseline="-25000" dirty="0">
                <a:solidFill>
                  <a:srgbClr val="1A5276"/>
                </a:solidFill>
                <a:latin typeface="Meiryo" pitchFamily="34" charset="0"/>
                <a:ea typeface="Meiryo" pitchFamily="34" charset="-122"/>
                <a:cs typeface="Meiryo" pitchFamily="34" charset="-120"/>
              </a:rPr>
              <a:t>/</a:t>
            </a:r>
            <a:r>
              <a:rPr lang="en-US" b="1" baseline="-25000" dirty="0">
                <a:solidFill>
                  <a:srgbClr val="1A5276"/>
                </a:solidFill>
                <a:latin typeface="Meiryo" pitchFamily="34" charset="0"/>
                <a:ea typeface="Meiryo" pitchFamily="34" charset="-122"/>
                <a:cs typeface="Meiryo" pitchFamily="34" charset="-120"/>
              </a:rPr>
              <a:t>w</a:t>
            </a:r>
            <a:r>
              <a:rPr lang="en-US" dirty="0">
                <a:solidFill>
                  <a:srgbClr val="2C3E50"/>
                </a:solidFill>
                <a:latin typeface="Meiryo" pitchFamily="34" charset="0"/>
                <a:ea typeface="Meiryo" pitchFamily="34" charset="-122"/>
                <a:cs typeface="Meiryo" pitchFamily="34" charset="-120"/>
              </a:rPr>
              <a:t>: 1-オクタノール／水分配係数 = 物質の</a:t>
            </a:r>
            <a:r>
              <a:rPr lang="en-US" b="1" dirty="0">
                <a:solidFill>
                  <a:srgbClr val="1A5276"/>
                </a:solidFill>
                <a:latin typeface="Meiryo" pitchFamily="34" charset="0"/>
                <a:ea typeface="Meiryo" pitchFamily="34" charset="-122"/>
                <a:cs typeface="Meiryo" pitchFamily="34" charset="-120"/>
              </a:rPr>
              <a:t>脂溶性</a:t>
            </a:r>
            <a:r>
              <a:rPr lang="en-US" dirty="0">
                <a:solidFill>
                  <a:srgbClr val="2C3E50"/>
                </a:solidFill>
                <a:latin typeface="Meiryo" pitchFamily="34" charset="0"/>
                <a:ea typeface="Meiryo" pitchFamily="34" charset="-122"/>
                <a:cs typeface="Meiryo" pitchFamily="34" charset="-120"/>
              </a:rPr>
              <a:t>の尺度</a:t>
            </a:r>
            <a:endParaRPr lang="en-US" dirty="0"/>
          </a:p>
        </p:txBody>
      </p:sp>
      <p:sp>
        <p:nvSpPr>
          <p:cNvPr id="8" name="Shape 5"/>
          <p:cNvSpPr/>
          <p:nvPr/>
        </p:nvSpPr>
        <p:spPr>
          <a:xfrm>
            <a:off x="5545455" y="1824228"/>
            <a:ext cx="5422392" cy="914400"/>
          </a:xfrm>
          <a:prstGeom prst="rect">
            <a:avLst/>
          </a:prstGeom>
          <a:solidFill>
            <a:srgbClr val="EAF2F8"/>
          </a:solidFill>
          <a:ln/>
        </p:spPr>
        <p:txBody>
          <a:bodyPr/>
          <a:lstStyle/>
          <a:p>
            <a:endParaRPr lang="ja-JP" altLang="en-US" sz="3200"/>
          </a:p>
        </p:txBody>
      </p:sp>
      <p:sp>
        <p:nvSpPr>
          <p:cNvPr id="9" name="Shape 6"/>
          <p:cNvSpPr/>
          <p:nvPr/>
        </p:nvSpPr>
        <p:spPr>
          <a:xfrm>
            <a:off x="5545455" y="1824228"/>
            <a:ext cx="64008" cy="914400"/>
          </a:xfrm>
          <a:prstGeom prst="rect">
            <a:avLst/>
          </a:prstGeom>
          <a:solidFill>
            <a:srgbClr val="2980B9"/>
          </a:solidFill>
          <a:ln/>
        </p:spPr>
        <p:txBody>
          <a:bodyPr/>
          <a:lstStyle/>
          <a:p>
            <a:endParaRPr lang="ja-JP" altLang="en-US" sz="3200"/>
          </a:p>
        </p:txBody>
      </p:sp>
      <p:sp>
        <p:nvSpPr>
          <p:cNvPr id="10" name="Text 7"/>
          <p:cNvSpPr/>
          <p:nvPr/>
        </p:nvSpPr>
        <p:spPr>
          <a:xfrm>
            <a:off x="5710047" y="1879092"/>
            <a:ext cx="5148072" cy="292608"/>
          </a:xfrm>
          <a:prstGeom prst="rect">
            <a:avLst/>
          </a:prstGeom>
          <a:noFill/>
          <a:ln/>
        </p:spPr>
        <p:txBody>
          <a:bodyPr wrap="square" rtlCol="0" anchor="ctr"/>
          <a:lstStyle/>
          <a:p>
            <a:pPr marL="0" indent="0">
              <a:buNone/>
            </a:pPr>
            <a:r>
              <a:rPr lang="en-US" b="1" dirty="0">
                <a:solidFill>
                  <a:srgbClr val="2980B9"/>
                </a:solidFill>
                <a:latin typeface="Meiryo" pitchFamily="34" charset="0"/>
                <a:ea typeface="Meiryo" pitchFamily="34" charset="-122"/>
                <a:cs typeface="Meiryo" pitchFamily="34" charset="-120"/>
              </a:rPr>
              <a:t>経験式</a:t>
            </a:r>
            <a:endParaRPr lang="en-US" dirty="0"/>
          </a:p>
        </p:txBody>
      </p:sp>
      <p:sp>
        <p:nvSpPr>
          <p:cNvPr id="11" name="Text 8"/>
          <p:cNvSpPr/>
          <p:nvPr/>
        </p:nvSpPr>
        <p:spPr>
          <a:xfrm>
            <a:off x="5710047" y="2162556"/>
            <a:ext cx="5148072" cy="530352"/>
          </a:xfrm>
          <a:prstGeom prst="rect">
            <a:avLst/>
          </a:prstGeom>
          <a:noFill/>
          <a:ln/>
        </p:spPr>
        <p:txBody>
          <a:bodyPr wrap="square" rtlCol="0" anchor="t"/>
          <a:lstStyle/>
          <a:p>
            <a:pPr marL="0" indent="0" algn="l">
              <a:lnSpc>
                <a:spcPct val="130000"/>
              </a:lnSpc>
              <a:spcAft>
                <a:spcPts val="400"/>
              </a:spcAft>
              <a:buNone/>
            </a:pPr>
            <a:r>
              <a:rPr lang="en-US" sz="2000" b="1" dirty="0">
                <a:solidFill>
                  <a:srgbClr val="1A5276"/>
                </a:solidFill>
                <a:latin typeface="Meiryo" pitchFamily="34" charset="0"/>
                <a:ea typeface="Meiryo" pitchFamily="34" charset="-122"/>
                <a:cs typeface="Meiryo" pitchFamily="34" charset="-120"/>
              </a:rPr>
              <a:t>log BCF = 1.69 × log P</a:t>
            </a:r>
            <a:r>
              <a:rPr lang="en-US" sz="2000" b="1" baseline="-25000" dirty="0">
                <a:solidFill>
                  <a:srgbClr val="1A5276"/>
                </a:solidFill>
                <a:latin typeface="Meiryo" pitchFamily="34" charset="0"/>
                <a:ea typeface="Meiryo" pitchFamily="34" charset="-122"/>
                <a:cs typeface="Meiryo" pitchFamily="34" charset="-120"/>
              </a:rPr>
              <a:t>o/w</a:t>
            </a:r>
            <a:r>
              <a:rPr lang="en-US" sz="2000" b="1" dirty="0">
                <a:solidFill>
                  <a:srgbClr val="1A5276"/>
                </a:solidFill>
                <a:latin typeface="Meiryo" pitchFamily="34" charset="0"/>
                <a:ea typeface="Meiryo" pitchFamily="34" charset="-122"/>
                <a:cs typeface="Meiryo" pitchFamily="34" charset="-120"/>
              </a:rPr>
              <a:t> − 3.54</a:t>
            </a:r>
            <a:endParaRPr lang="en-US" sz="2000" dirty="0"/>
          </a:p>
        </p:txBody>
      </p:sp>
      <p:sp>
        <p:nvSpPr>
          <p:cNvPr id="12" name="Text 9"/>
          <p:cNvSpPr/>
          <p:nvPr/>
        </p:nvSpPr>
        <p:spPr>
          <a:xfrm>
            <a:off x="5545455" y="2862072"/>
            <a:ext cx="5734812" cy="1371600"/>
          </a:xfrm>
          <a:prstGeom prst="rect">
            <a:avLst/>
          </a:prstGeom>
          <a:noFill/>
          <a:ln/>
        </p:spPr>
        <p:txBody>
          <a:bodyPr wrap="square" rtlCol="0" anchor="t"/>
          <a:lstStyle/>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a:t>
            </a:r>
            <a:r>
              <a:rPr lang="ja-JP" altLang="en-US" sz="2000" dirty="0">
                <a:solidFill>
                  <a:srgbClr val="2C3E50"/>
                </a:solidFill>
                <a:latin typeface="Meiryo" pitchFamily="34" charset="0"/>
                <a:ea typeface="Meiryo" pitchFamily="34" charset="-122"/>
                <a:cs typeface="Meiryo" pitchFamily="34" charset="-120"/>
              </a:rPr>
              <a:t>数字自体はモツゴにかぎられるのでいみはあまりないが、</a:t>
            </a:r>
            <a:r>
              <a:rPr lang="en-US" sz="2000" dirty="0">
                <a:solidFill>
                  <a:srgbClr val="2C3E50"/>
                </a:solidFill>
                <a:latin typeface="Meiryo" pitchFamily="34" charset="0"/>
                <a:ea typeface="Meiryo" pitchFamily="34" charset="-122"/>
                <a:cs typeface="Meiryo" pitchFamily="34" charset="-120"/>
              </a:rPr>
              <a:t>log P</a:t>
            </a:r>
            <a:r>
              <a:rPr lang="en-US" sz="2000" baseline="-25000" dirty="0">
                <a:solidFill>
                  <a:srgbClr val="2C3E50"/>
                </a:solidFill>
                <a:latin typeface="Meiryo" pitchFamily="34" charset="0"/>
                <a:ea typeface="Meiryo" pitchFamily="34" charset="-122"/>
                <a:cs typeface="Meiryo" pitchFamily="34" charset="-120"/>
              </a:rPr>
              <a:t>o</a:t>
            </a:r>
            <a:r>
              <a:rPr lang="en-US" altLang="ja-JP" sz="2000" baseline="-25000" dirty="0">
                <a:solidFill>
                  <a:srgbClr val="2C3E50"/>
                </a:solidFill>
                <a:latin typeface="Meiryo" pitchFamily="34" charset="0"/>
                <a:ea typeface="Meiryo" pitchFamily="34" charset="-122"/>
                <a:cs typeface="Meiryo" pitchFamily="34" charset="-120"/>
              </a:rPr>
              <a:t>/</a:t>
            </a:r>
            <a:r>
              <a:rPr lang="en-US" sz="2000" baseline="-25000" dirty="0">
                <a:solidFill>
                  <a:srgbClr val="2C3E50"/>
                </a:solidFill>
                <a:latin typeface="Meiryo" pitchFamily="34" charset="0"/>
                <a:ea typeface="Meiryo" pitchFamily="34" charset="-122"/>
                <a:cs typeface="Meiryo" pitchFamily="34" charset="-120"/>
              </a:rPr>
              <a:t>w</a:t>
            </a:r>
            <a:r>
              <a:rPr lang="en-US" sz="2000" dirty="0">
                <a:solidFill>
                  <a:srgbClr val="2C3E50"/>
                </a:solidFill>
                <a:latin typeface="Meiryo" pitchFamily="34" charset="0"/>
                <a:ea typeface="Meiryo" pitchFamily="34" charset="-122"/>
                <a:cs typeface="Meiryo" pitchFamily="34" charset="-120"/>
              </a:rPr>
              <a:t> ↑ → BCF ↑</a:t>
            </a:r>
            <a:r>
              <a:rPr lang="ja-JP" altLang="en-US" sz="2000" dirty="0">
                <a:solidFill>
                  <a:srgbClr val="2C3E50"/>
                </a:solidFill>
                <a:latin typeface="Meiryo" pitchFamily="34" charset="0"/>
                <a:ea typeface="Meiryo" pitchFamily="34" charset="-122"/>
                <a:cs typeface="Meiryo" pitchFamily="34" charset="-120"/>
              </a:rPr>
              <a:t>対応することだけは理解しておくこと。</a:t>
            </a:r>
            <a:endParaRPr lang="en-US" sz="2000" dirty="0"/>
          </a:p>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化審法: </a:t>
            </a:r>
            <a:r>
              <a:rPr lang="en-US" sz="2000" b="1" dirty="0">
                <a:solidFill>
                  <a:srgbClr val="1A5276"/>
                </a:solidFill>
                <a:latin typeface="Meiryo" pitchFamily="34" charset="0"/>
                <a:ea typeface="Meiryo" pitchFamily="34" charset="-122"/>
                <a:cs typeface="Meiryo" pitchFamily="34" charset="-120"/>
              </a:rPr>
              <a:t>log P</a:t>
            </a:r>
            <a:r>
              <a:rPr lang="en-US" sz="2000" b="1" baseline="-25000" dirty="0">
                <a:solidFill>
                  <a:srgbClr val="1A5276"/>
                </a:solidFill>
                <a:latin typeface="Meiryo" pitchFamily="34" charset="0"/>
                <a:ea typeface="Meiryo" pitchFamily="34" charset="-122"/>
                <a:cs typeface="Meiryo" pitchFamily="34" charset="-120"/>
              </a:rPr>
              <a:t>o</a:t>
            </a:r>
            <a:r>
              <a:rPr lang="en-US" altLang="ja-JP" sz="2000" b="1" baseline="-25000" dirty="0">
                <a:solidFill>
                  <a:srgbClr val="1A5276"/>
                </a:solidFill>
                <a:latin typeface="Meiryo" pitchFamily="34" charset="0"/>
                <a:ea typeface="Meiryo" pitchFamily="34" charset="-122"/>
                <a:cs typeface="Meiryo" pitchFamily="34" charset="-120"/>
              </a:rPr>
              <a:t>/</a:t>
            </a:r>
            <a:r>
              <a:rPr lang="en-US" sz="2000" b="1" baseline="-25000" dirty="0">
                <a:solidFill>
                  <a:srgbClr val="1A5276"/>
                </a:solidFill>
                <a:latin typeface="Meiryo" pitchFamily="34" charset="0"/>
                <a:ea typeface="Meiryo" pitchFamily="34" charset="-122"/>
                <a:cs typeface="Meiryo" pitchFamily="34" charset="-120"/>
              </a:rPr>
              <a:t>w</a:t>
            </a:r>
            <a:r>
              <a:rPr lang="en-US" sz="2000" b="1" dirty="0">
                <a:solidFill>
                  <a:srgbClr val="1A5276"/>
                </a:solidFill>
                <a:latin typeface="Meiryo" pitchFamily="34" charset="0"/>
                <a:ea typeface="Meiryo" pitchFamily="34" charset="-122"/>
                <a:cs typeface="Meiryo" pitchFamily="34" charset="-120"/>
              </a:rPr>
              <a:t> ≥ 3.5</a:t>
            </a:r>
            <a:r>
              <a:rPr lang="en-US" sz="2000" dirty="0">
                <a:solidFill>
                  <a:srgbClr val="2C3E50"/>
                </a:solidFill>
                <a:latin typeface="Meiryo" pitchFamily="34" charset="0"/>
                <a:ea typeface="Meiryo" pitchFamily="34" charset="-122"/>
                <a:cs typeface="Meiryo" pitchFamily="34" charset="-120"/>
              </a:rPr>
              <a:t> なら蓄積性試験対象</a:t>
            </a:r>
            <a:endParaRPr lang="en-US" sz="2000" dirty="0"/>
          </a:p>
        </p:txBody>
      </p:sp>
      <p:sp>
        <p:nvSpPr>
          <p:cNvPr id="13" name="Rectangle 12"/>
          <p:cNvSpPr/>
          <p:nvPr/>
        </p:nvSpPr>
        <p:spPr>
          <a:xfrm>
            <a:off x="6042660" y="4800600"/>
            <a:ext cx="5734812" cy="1417320"/>
          </a:xfrm>
          <a:prstGeom prst="rect">
            <a:avLst/>
          </a:prstGeom>
          <a:solidFill>
            <a:srgbClr val="F4ECF7"/>
          </a:solidFill>
          <a:ln w="15875">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TextBox 13"/>
          <p:cNvSpPr txBox="1"/>
          <p:nvPr/>
        </p:nvSpPr>
        <p:spPr>
          <a:xfrm>
            <a:off x="6210300" y="4892040"/>
            <a:ext cx="5093207" cy="276999"/>
          </a:xfrm>
          <a:prstGeom prst="rect">
            <a:avLst/>
          </a:prstGeom>
          <a:noFill/>
        </p:spPr>
        <p:txBody>
          <a:bodyPr wrap="square" lIns="0" tIns="0" rIns="0" bIns="0" anchor="t">
            <a:spAutoFit/>
          </a:bodyPr>
          <a:lstStyle/>
          <a:p>
            <a:pPr algn="l"/>
            <a:r>
              <a:rPr b="1" dirty="0">
                <a:solidFill>
                  <a:srgbClr val="8E44AD"/>
                </a:solidFill>
                <a:latin typeface="Yu Gothic"/>
              </a:rPr>
              <a:t>🎯 </a:t>
            </a:r>
            <a:r>
              <a:rPr b="1" dirty="0" err="1">
                <a:solidFill>
                  <a:srgbClr val="8E44AD"/>
                </a:solidFill>
                <a:latin typeface="Yu Gothic"/>
              </a:rPr>
              <a:t>化審法の高濃縮性判定</a:t>
            </a:r>
            <a:endParaRPr b="1" dirty="0">
              <a:solidFill>
                <a:srgbClr val="8E44AD"/>
              </a:solidFill>
              <a:latin typeface="Yu Gothic"/>
            </a:endParaRPr>
          </a:p>
        </p:txBody>
      </p:sp>
      <p:sp>
        <p:nvSpPr>
          <p:cNvPr id="15" name="TextBox 14"/>
          <p:cNvSpPr txBox="1"/>
          <p:nvPr/>
        </p:nvSpPr>
        <p:spPr>
          <a:xfrm>
            <a:off x="6210300" y="5221224"/>
            <a:ext cx="5402579" cy="276999"/>
          </a:xfrm>
          <a:prstGeom prst="rect">
            <a:avLst/>
          </a:prstGeom>
          <a:noFill/>
        </p:spPr>
        <p:txBody>
          <a:bodyPr wrap="square" lIns="0" tIns="0" rIns="0" bIns="0" anchor="t">
            <a:spAutoFit/>
          </a:bodyPr>
          <a:lstStyle/>
          <a:p>
            <a:pPr algn="l"/>
            <a:r>
              <a:rPr b="1" dirty="0" err="1">
                <a:solidFill>
                  <a:srgbClr val="C0392B"/>
                </a:solidFill>
                <a:latin typeface="Yu Gothic"/>
              </a:rPr>
              <a:t>濃縮度試験で</a:t>
            </a:r>
            <a:r>
              <a:rPr b="1" dirty="0">
                <a:solidFill>
                  <a:srgbClr val="C0392B"/>
                </a:solidFill>
                <a:latin typeface="Yu Gothic"/>
              </a:rPr>
              <a:t> BCF ≥ 5,000 → 「</a:t>
            </a:r>
            <a:r>
              <a:rPr b="1" dirty="0" err="1">
                <a:solidFill>
                  <a:srgbClr val="C0392B"/>
                </a:solidFill>
                <a:latin typeface="Yu Gothic"/>
              </a:rPr>
              <a:t>高濃縮性」と判定</a:t>
            </a:r>
            <a:endParaRPr b="1" dirty="0">
              <a:solidFill>
                <a:srgbClr val="C0392B"/>
              </a:solidFill>
              <a:latin typeface="Yu Gothic"/>
            </a:endParaRPr>
          </a:p>
        </p:txBody>
      </p:sp>
      <p:sp>
        <p:nvSpPr>
          <p:cNvPr id="16" name="TextBox 15"/>
          <p:cNvSpPr txBox="1"/>
          <p:nvPr/>
        </p:nvSpPr>
        <p:spPr>
          <a:xfrm>
            <a:off x="6581013" y="5675971"/>
            <a:ext cx="5093207" cy="430887"/>
          </a:xfrm>
          <a:prstGeom prst="rect">
            <a:avLst/>
          </a:prstGeom>
          <a:noFill/>
        </p:spPr>
        <p:txBody>
          <a:bodyPr wrap="square" lIns="0" tIns="0" rIns="0" bIns="0" anchor="t">
            <a:spAutoFit/>
          </a:bodyPr>
          <a:lstStyle/>
          <a:p>
            <a:pPr algn="l"/>
            <a:r>
              <a:rPr sz="1400" b="0" dirty="0" err="1">
                <a:solidFill>
                  <a:srgbClr val="5D6D7E"/>
                </a:solidFill>
                <a:latin typeface="Yu Gothic"/>
              </a:rPr>
              <a:t>高蓄積性は第一種特定化学物質・監視化学物質の要件</a:t>
            </a:r>
            <a:r>
              <a:rPr sz="1400" b="0" dirty="0">
                <a:solidFill>
                  <a:srgbClr val="5D6D7E"/>
                </a:solidFill>
                <a:latin typeface="Yu Gothic"/>
              </a:rPr>
              <a:t>。</a:t>
            </a:r>
          </a:p>
          <a:p>
            <a:pPr algn="l"/>
            <a:r>
              <a:rPr sz="1400" b="0" dirty="0">
                <a:solidFill>
                  <a:srgbClr val="5D6D7E"/>
                </a:solidFill>
                <a:latin typeface="Yu Gothic"/>
              </a:rPr>
              <a:t>log P</a:t>
            </a:r>
            <a:r>
              <a:rPr sz="1400" b="0" baseline="-25000" dirty="0">
                <a:solidFill>
                  <a:srgbClr val="5D6D7E"/>
                </a:solidFill>
                <a:latin typeface="Yu Gothic"/>
              </a:rPr>
              <a:t>o</a:t>
            </a:r>
            <a:r>
              <a:rPr lang="en-US" altLang="ja-JP" sz="1400" b="0" baseline="-25000" dirty="0">
                <a:solidFill>
                  <a:srgbClr val="5D6D7E"/>
                </a:solidFill>
                <a:latin typeface="Yu Gothic"/>
              </a:rPr>
              <a:t>/</a:t>
            </a:r>
            <a:r>
              <a:rPr sz="1400" b="0" baseline="-25000" dirty="0">
                <a:solidFill>
                  <a:srgbClr val="5D6D7E"/>
                </a:solidFill>
                <a:latin typeface="Yu Gothic"/>
              </a:rPr>
              <a:t>w</a:t>
            </a:r>
            <a:r>
              <a:rPr sz="1400" b="0" dirty="0">
                <a:solidFill>
                  <a:srgbClr val="5D6D7E"/>
                </a:solidFill>
                <a:latin typeface="Yu Gothic"/>
              </a:rPr>
              <a:t> ≥ 3.5 </a:t>
            </a:r>
            <a:r>
              <a:rPr sz="1400" b="0" dirty="0" err="1">
                <a:solidFill>
                  <a:srgbClr val="5D6D7E"/>
                </a:solidFill>
                <a:latin typeface="Yu Gothic"/>
              </a:rPr>
              <a:t>はその前段の蓄積性試験の対象基準</a:t>
            </a:r>
            <a:r>
              <a:rPr sz="1400" b="0" dirty="0">
                <a:solidFill>
                  <a:srgbClr val="5D6D7E"/>
                </a:solidFill>
                <a:latin typeface="Yu Gothic"/>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B-2. 演習 — BCFを計算してみよう</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Shape 2"/>
          <p:cNvSpPr/>
          <p:nvPr/>
        </p:nvSpPr>
        <p:spPr>
          <a:xfrm>
            <a:off x="411480" y="1097280"/>
            <a:ext cx="11365992" cy="1371600"/>
          </a:xfrm>
          <a:prstGeom prst="rect">
            <a:avLst/>
          </a:prstGeom>
          <a:solidFill>
            <a:srgbClr val="F8F9FA"/>
          </a:solidFill>
          <a:ln/>
        </p:spPr>
        <p:txBody>
          <a:bodyPr/>
          <a:lstStyle/>
          <a:p>
            <a:endParaRPr lang="ja-JP" altLang="en-US"/>
          </a:p>
        </p:txBody>
      </p:sp>
      <p:sp>
        <p:nvSpPr>
          <p:cNvPr id="5" name="Shape 3"/>
          <p:cNvSpPr/>
          <p:nvPr/>
        </p:nvSpPr>
        <p:spPr>
          <a:xfrm>
            <a:off x="411480" y="1097280"/>
            <a:ext cx="64008" cy="1371600"/>
          </a:xfrm>
          <a:prstGeom prst="rect">
            <a:avLst/>
          </a:prstGeom>
          <a:solidFill>
            <a:srgbClr val="BDC3C7"/>
          </a:solidFill>
          <a:ln/>
        </p:spPr>
        <p:txBody>
          <a:bodyPr/>
          <a:lstStyle/>
          <a:p>
            <a:endParaRPr lang="ja-JP" altLang="en-US"/>
          </a:p>
        </p:txBody>
      </p:sp>
      <p:sp>
        <p:nvSpPr>
          <p:cNvPr id="6" name="Text 4"/>
          <p:cNvSpPr/>
          <p:nvPr/>
        </p:nvSpPr>
        <p:spPr>
          <a:xfrm>
            <a:off x="576072" y="1152144"/>
            <a:ext cx="11091672" cy="292608"/>
          </a:xfrm>
          <a:prstGeom prst="rect">
            <a:avLst/>
          </a:prstGeom>
          <a:noFill/>
          <a:ln/>
        </p:spPr>
        <p:txBody>
          <a:bodyPr wrap="square" rtlCol="0" anchor="ctr"/>
          <a:lstStyle/>
          <a:p>
            <a:pPr marL="0" indent="0">
              <a:buNone/>
            </a:pPr>
            <a:r>
              <a:rPr lang="en-US" sz="1100" b="1" dirty="0">
                <a:solidFill>
                  <a:srgbClr val="BDC3C7"/>
                </a:solidFill>
                <a:latin typeface="Meiryo" pitchFamily="34" charset="0"/>
                <a:ea typeface="Meiryo" pitchFamily="34" charset="-122"/>
                <a:cs typeface="Meiryo" pitchFamily="34" charset="-120"/>
              </a:rPr>
              <a:t>設問</a:t>
            </a:r>
            <a:endParaRPr lang="en-US" sz="1100" dirty="0"/>
          </a:p>
        </p:txBody>
      </p:sp>
      <p:sp>
        <p:nvSpPr>
          <p:cNvPr id="7" name="Text 5"/>
          <p:cNvSpPr/>
          <p:nvPr/>
        </p:nvSpPr>
        <p:spPr>
          <a:xfrm>
            <a:off x="576072" y="1435608"/>
            <a:ext cx="11091672" cy="98755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湖水中の物質X 濃度が </a:t>
            </a:r>
            <a:r>
              <a:rPr lang="en-US" sz="2000" b="1" dirty="0">
                <a:solidFill>
                  <a:srgbClr val="1A5276"/>
                </a:solidFill>
                <a:latin typeface="Meiryo" pitchFamily="34" charset="0"/>
                <a:ea typeface="Meiryo" pitchFamily="34" charset="-122"/>
                <a:cs typeface="Meiryo" pitchFamily="34" charset="-120"/>
              </a:rPr>
              <a:t>5×10⁻⁸ g/mL</a:t>
            </a:r>
            <a:r>
              <a:rPr lang="en-US" sz="2000" dirty="0">
                <a:solidFill>
                  <a:srgbClr val="2C3E50"/>
                </a:solidFill>
                <a:latin typeface="Meiryo" pitchFamily="34" charset="0"/>
                <a:ea typeface="Meiryo" pitchFamily="34" charset="-122"/>
                <a:cs typeface="Meiryo" pitchFamily="34" charset="-120"/>
              </a:rPr>
              <a:t>。この湖の魚体内（脂質）中濃度は </a:t>
            </a:r>
            <a:r>
              <a:rPr lang="en-US" sz="2000" b="1" dirty="0">
                <a:solidFill>
                  <a:srgbClr val="1A5276"/>
                </a:solidFill>
                <a:latin typeface="Meiryo" pitchFamily="34" charset="0"/>
                <a:ea typeface="Meiryo" pitchFamily="34" charset="-122"/>
                <a:cs typeface="Meiryo" pitchFamily="34" charset="-120"/>
              </a:rPr>
              <a:t>1×10⁻³ g/g</a:t>
            </a:r>
            <a:r>
              <a:rPr lang="en-US" sz="2000" dirty="0">
                <a:solidFill>
                  <a:srgbClr val="2C3E50"/>
                </a:solidFill>
                <a:latin typeface="Meiryo" pitchFamily="34" charset="0"/>
                <a:ea typeface="Meiryo" pitchFamily="34" charset="-122"/>
                <a:cs typeface="Meiryo" pitchFamily="34" charset="-120"/>
              </a:rPr>
              <a:t>。</a:t>
            </a:r>
          </a:p>
          <a:p>
            <a:pPr marL="0" indent="0" algn="l">
              <a:lnSpc>
                <a:spcPct val="130000"/>
              </a:lnSpc>
              <a:spcAft>
                <a:spcPts val="400"/>
              </a:spcAft>
              <a:buNone/>
            </a:pPr>
            <a:r>
              <a:rPr lang="en-US" sz="2000" dirty="0" err="1">
                <a:solidFill>
                  <a:srgbClr val="2C3E50"/>
                </a:solidFill>
                <a:latin typeface="Meiryo" pitchFamily="34" charset="0"/>
                <a:ea typeface="Meiryo" pitchFamily="34" charset="-122"/>
                <a:cs typeface="Meiryo" pitchFamily="34" charset="-120"/>
              </a:rPr>
              <a:t>BCFを求めよ</a:t>
            </a:r>
            <a:r>
              <a:rPr lang="en-US" sz="2000" dirty="0">
                <a:solidFill>
                  <a:srgbClr val="2C3E50"/>
                </a:solidFill>
                <a:latin typeface="Meiryo" pitchFamily="34" charset="0"/>
                <a:ea typeface="Meiryo" pitchFamily="34" charset="-122"/>
                <a:cs typeface="Meiryo" pitchFamily="34" charset="-120"/>
              </a:rPr>
              <a:t>。</a:t>
            </a:r>
            <a:endParaRPr lang="en-US" sz="2000" dirty="0"/>
          </a:p>
        </p:txBody>
      </p:sp>
      <p:sp>
        <p:nvSpPr>
          <p:cNvPr id="8" name="Text 6"/>
          <p:cNvSpPr/>
          <p:nvPr/>
        </p:nvSpPr>
        <p:spPr>
          <a:xfrm>
            <a:off x="296042" y="2743200"/>
            <a:ext cx="6017208" cy="365760"/>
          </a:xfrm>
          <a:prstGeom prst="rect">
            <a:avLst/>
          </a:prstGeom>
          <a:noFill/>
          <a:ln/>
        </p:spPr>
        <p:txBody>
          <a:bodyPr wrap="square" rtlCol="0" anchor="ctr"/>
          <a:lstStyle/>
          <a:p>
            <a:pPr marL="0" indent="0">
              <a:buNone/>
            </a:pPr>
            <a:r>
              <a:rPr lang="en-US" sz="2400" b="1" dirty="0">
                <a:solidFill>
                  <a:srgbClr val="1A5276"/>
                </a:solidFill>
                <a:latin typeface="Meiryo" pitchFamily="34" charset="0"/>
                <a:ea typeface="Meiryo" pitchFamily="34" charset="-122"/>
                <a:cs typeface="Meiryo" pitchFamily="34" charset="-120"/>
              </a:rPr>
              <a:t>手順</a:t>
            </a:r>
            <a:endParaRPr lang="en-US" sz="2400" dirty="0"/>
          </a:p>
        </p:txBody>
      </p:sp>
      <p:sp>
        <p:nvSpPr>
          <p:cNvPr id="9" name="Text 7"/>
          <p:cNvSpPr/>
          <p:nvPr/>
        </p:nvSpPr>
        <p:spPr>
          <a:xfrm>
            <a:off x="576072" y="3200400"/>
            <a:ext cx="5719572" cy="2011680"/>
          </a:xfrm>
          <a:prstGeom prst="rect">
            <a:avLst/>
          </a:prstGeom>
          <a:noFill/>
          <a:ln/>
        </p:spPr>
        <p:txBody>
          <a:bodyPr wrap="square" rtlCol="0" anchor="t"/>
          <a:lstStyle/>
          <a:p>
            <a:pPr marL="0" indent="0" algn="l">
              <a:lnSpc>
                <a:spcPct val="170000"/>
              </a:lnSpc>
              <a:spcAft>
                <a:spcPts val="400"/>
              </a:spcAft>
              <a:buNone/>
            </a:pPr>
            <a:r>
              <a:rPr lang="en-US" sz="2000" dirty="0">
                <a:solidFill>
                  <a:srgbClr val="2C3E50"/>
                </a:solidFill>
                <a:latin typeface="Meiryo" pitchFamily="34" charset="0"/>
                <a:ea typeface="Meiryo" pitchFamily="34" charset="-122"/>
                <a:cs typeface="Meiryo" pitchFamily="34" charset="-120"/>
              </a:rPr>
              <a:t>1. 単位を揃える: 水の比重 = 1 ⇒ 5×10⁻⁸ g/g</a:t>
            </a:r>
            <a:endParaRPr lang="en-US" sz="2000" dirty="0"/>
          </a:p>
          <a:p>
            <a:pPr marL="0" indent="0" algn="l">
              <a:lnSpc>
                <a:spcPct val="170000"/>
              </a:lnSpc>
              <a:spcAft>
                <a:spcPts val="400"/>
              </a:spcAft>
              <a:buNone/>
            </a:pPr>
            <a:r>
              <a:rPr lang="en-US" sz="2000" dirty="0">
                <a:solidFill>
                  <a:srgbClr val="2C3E50"/>
                </a:solidFill>
                <a:latin typeface="Meiryo" pitchFamily="34" charset="0"/>
                <a:ea typeface="Meiryo" pitchFamily="34" charset="-122"/>
                <a:cs typeface="Meiryo" pitchFamily="34" charset="-120"/>
              </a:rPr>
              <a:t>2. BCF = 生体内 ÷ 環境中</a:t>
            </a:r>
            <a:endParaRPr lang="en-US" sz="2000" dirty="0"/>
          </a:p>
          <a:p>
            <a:pPr marL="0" indent="0" algn="l">
              <a:lnSpc>
                <a:spcPct val="170000"/>
              </a:lnSpc>
              <a:spcAft>
                <a:spcPts val="400"/>
              </a:spcAft>
              <a:buNone/>
            </a:pPr>
            <a:r>
              <a:rPr lang="en-US" sz="2000" dirty="0">
                <a:solidFill>
                  <a:srgbClr val="2C3E50"/>
                </a:solidFill>
                <a:latin typeface="Meiryo" pitchFamily="34" charset="0"/>
                <a:ea typeface="Meiryo" pitchFamily="34" charset="-122"/>
                <a:cs typeface="Meiryo" pitchFamily="34" charset="-120"/>
              </a:rPr>
              <a:t>3. BCF = (1×10⁻³) ÷ (5×10⁻⁸)</a:t>
            </a:r>
            <a:endParaRPr lang="en-US" sz="2000" dirty="0"/>
          </a:p>
        </p:txBody>
      </p:sp>
      <p:sp>
        <p:nvSpPr>
          <p:cNvPr id="10" name="Shape 8"/>
          <p:cNvSpPr/>
          <p:nvPr/>
        </p:nvSpPr>
        <p:spPr>
          <a:xfrm>
            <a:off x="6231636" y="3108960"/>
            <a:ext cx="5545836" cy="3295650"/>
          </a:xfrm>
          <a:prstGeom prst="rect">
            <a:avLst/>
          </a:prstGeom>
          <a:solidFill>
            <a:srgbClr val="FDEDEC"/>
          </a:solidFill>
          <a:ln/>
        </p:spPr>
        <p:txBody>
          <a:bodyPr/>
          <a:lstStyle/>
          <a:p>
            <a:endParaRPr lang="ja-JP" altLang="en-US"/>
          </a:p>
        </p:txBody>
      </p:sp>
      <p:sp>
        <p:nvSpPr>
          <p:cNvPr id="11" name="Shape 9"/>
          <p:cNvSpPr/>
          <p:nvPr/>
        </p:nvSpPr>
        <p:spPr>
          <a:xfrm>
            <a:off x="6231636" y="3063240"/>
            <a:ext cx="81614" cy="3251834"/>
          </a:xfrm>
          <a:prstGeom prst="rect">
            <a:avLst/>
          </a:prstGeom>
          <a:solidFill>
            <a:srgbClr val="C0392B"/>
          </a:solidFill>
          <a:ln/>
        </p:spPr>
        <p:txBody>
          <a:bodyPr/>
          <a:lstStyle/>
          <a:p>
            <a:endParaRPr lang="ja-JP" altLang="en-US"/>
          </a:p>
        </p:txBody>
      </p:sp>
      <p:sp>
        <p:nvSpPr>
          <p:cNvPr id="12" name="Text 10"/>
          <p:cNvSpPr/>
          <p:nvPr/>
        </p:nvSpPr>
        <p:spPr>
          <a:xfrm>
            <a:off x="6396228" y="2798064"/>
            <a:ext cx="5271516" cy="292608"/>
          </a:xfrm>
          <a:prstGeom prst="rect">
            <a:avLst/>
          </a:prstGeom>
          <a:noFill/>
          <a:ln/>
        </p:spPr>
        <p:txBody>
          <a:bodyPr wrap="square" rtlCol="0" anchor="ctr"/>
          <a:lstStyle/>
          <a:p>
            <a:pPr marL="0" indent="0">
              <a:buNone/>
            </a:pPr>
            <a:r>
              <a:rPr lang="en-US" sz="2000" b="1" dirty="0">
                <a:solidFill>
                  <a:srgbClr val="C0392B"/>
                </a:solidFill>
                <a:latin typeface="Meiryo" pitchFamily="34" charset="0"/>
                <a:ea typeface="Meiryo" pitchFamily="34" charset="-122"/>
                <a:cs typeface="Meiryo" pitchFamily="34" charset="-120"/>
              </a:rPr>
              <a:t>答え</a:t>
            </a:r>
            <a:endParaRPr lang="en-US" sz="2000" dirty="0"/>
          </a:p>
        </p:txBody>
      </p:sp>
      <p:sp>
        <p:nvSpPr>
          <p:cNvPr id="13" name="Text 11"/>
          <p:cNvSpPr/>
          <p:nvPr/>
        </p:nvSpPr>
        <p:spPr>
          <a:xfrm>
            <a:off x="6396228" y="3081528"/>
            <a:ext cx="5271516" cy="1901952"/>
          </a:xfrm>
          <a:prstGeom prst="rect">
            <a:avLst/>
          </a:prstGeom>
          <a:noFill/>
          <a:ln/>
        </p:spPr>
        <p:txBody>
          <a:bodyPr wrap="square" rtlCol="0" anchor="t"/>
          <a:lstStyle/>
          <a:p>
            <a:pPr marL="0" indent="0" algn="l">
              <a:lnSpc>
                <a:spcPct val="130000"/>
              </a:lnSpc>
              <a:spcAft>
                <a:spcPts val="400"/>
              </a:spcAft>
              <a:buNone/>
            </a:pPr>
            <a:r>
              <a:rPr lang="en-US" sz="2800" dirty="0">
                <a:solidFill>
                  <a:srgbClr val="2C3E50"/>
                </a:solidFill>
                <a:latin typeface="Meiryo" pitchFamily="34" charset="0"/>
                <a:ea typeface="Meiryo" pitchFamily="34" charset="-122"/>
                <a:cs typeface="Meiryo" pitchFamily="34" charset="-120"/>
              </a:rPr>
              <a:t>BCF = </a:t>
            </a:r>
            <a:r>
              <a:rPr lang="en-US" sz="2800" b="1" dirty="0">
                <a:solidFill>
                  <a:srgbClr val="C0392B"/>
                </a:solidFill>
                <a:latin typeface="Meiryo" pitchFamily="34" charset="0"/>
                <a:ea typeface="Meiryo" pitchFamily="34" charset="-122"/>
                <a:cs typeface="Meiryo" pitchFamily="34" charset="-120"/>
              </a:rPr>
              <a:t>2×10⁴</a:t>
            </a:r>
            <a:endParaRPr lang="en-US" sz="2800" dirty="0"/>
          </a:p>
          <a:p>
            <a:pPr marL="0" indent="0" algn="l">
              <a:lnSpc>
                <a:spcPct val="130000"/>
              </a:lnSpc>
              <a:spcAft>
                <a:spcPts val="400"/>
              </a:spcAft>
              <a:buNone/>
            </a:pPr>
            <a:r>
              <a:rPr lang="en-US" sz="2800" dirty="0">
                <a:solidFill>
                  <a:srgbClr val="2C3E50"/>
                </a:solidFill>
                <a:latin typeface="Meiryo" pitchFamily="34" charset="0"/>
                <a:ea typeface="Meiryo" pitchFamily="34" charset="-122"/>
                <a:cs typeface="Meiryo" pitchFamily="34" charset="-120"/>
              </a:rPr>
              <a:t>= 2万倍に濃縮されている</a:t>
            </a:r>
            <a:endParaRPr lang="en-US" sz="2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381F62-A0BF-E5F1-E3C7-EC26DFB165B9}"/>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AE51331A-C977-5BEE-2B31-77AB8ADBFC91}"/>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C721BE60-7271-E648-6A3E-6FE9CD7B290C}"/>
              </a:ext>
            </a:extLst>
          </p:cNvPr>
          <p:cNvPicPr>
            <a:picLocks noChangeAspect="1"/>
          </p:cNvPicPr>
          <p:nvPr/>
        </p:nvPicPr>
        <p:blipFill>
          <a:blip r:embed="rId2"/>
          <a:stretch>
            <a:fillRect/>
          </a:stretch>
        </p:blipFill>
        <p:spPr>
          <a:xfrm>
            <a:off x="0" y="2256565"/>
            <a:ext cx="12192000" cy="4055335"/>
          </a:xfrm>
          <a:prstGeom prst="rect">
            <a:avLst/>
          </a:prstGeom>
        </p:spPr>
      </p:pic>
      <p:sp>
        <p:nvSpPr>
          <p:cNvPr id="7" name="テキスト ボックス 6">
            <a:extLst>
              <a:ext uri="{FF2B5EF4-FFF2-40B4-BE49-F238E27FC236}">
                <a16:creationId xmlns:a16="http://schemas.microsoft.com/office/drawing/2014/main" id="{2F8D1FF3-8A0C-01B8-662E-A53043B20067}"/>
              </a:ext>
            </a:extLst>
          </p:cNvPr>
          <p:cNvSpPr txBox="1"/>
          <p:nvPr/>
        </p:nvSpPr>
        <p:spPr>
          <a:xfrm>
            <a:off x="4267200" y="6423237"/>
            <a:ext cx="8089900" cy="369332"/>
          </a:xfrm>
          <a:prstGeom prst="rect">
            <a:avLst/>
          </a:prstGeom>
          <a:noFill/>
        </p:spPr>
        <p:txBody>
          <a:bodyPr wrap="square">
            <a:spAutoFit/>
          </a:bodyPr>
          <a:lstStyle/>
          <a:p>
            <a:pPr algn="l"/>
            <a:r>
              <a:rPr lang="ja-JP" altLang="en-US" b="1" i="0">
                <a:solidFill>
                  <a:srgbClr val="000000"/>
                </a:solidFill>
                <a:effectLst/>
                <a:latin typeface="ＭＳ Ｐゴシック" panose="020B0600070205080204" pitchFamily="50" charset="-128"/>
                <a:ea typeface="ＭＳ Ｐゴシック" panose="020B0600070205080204" pitchFamily="50" charset="-128"/>
              </a:rPr>
              <a:t>厚生労働省（</a:t>
            </a:r>
            <a:r>
              <a:rPr lang="en-US" altLang="ja-JP" b="1" i="0">
                <a:solidFill>
                  <a:srgbClr val="000000"/>
                </a:solidFill>
                <a:effectLst/>
                <a:latin typeface="ＭＳ Ｐゴシック" panose="020B0600070205080204" pitchFamily="50" charset="-128"/>
                <a:ea typeface="ＭＳ Ｐゴシック" panose="020B0600070205080204" pitchFamily="50" charset="-128"/>
              </a:rPr>
              <a:t>2010</a:t>
            </a:r>
            <a:r>
              <a:rPr lang="ja-JP" altLang="en-US" b="1" i="0">
                <a:solidFill>
                  <a:srgbClr val="000000"/>
                </a:solidFill>
                <a:effectLst/>
                <a:latin typeface="ＭＳ Ｐゴシック" panose="020B0600070205080204" pitchFamily="50" charset="-128"/>
                <a:ea typeface="ＭＳ Ｐゴシック" panose="020B0600070205080204" pitchFamily="50" charset="-128"/>
              </a:rPr>
              <a:t>）妊婦への魚介類の摂取と水銀に関する注意事項及び</a:t>
            </a:r>
            <a:r>
              <a:rPr lang="en-US" altLang="ja-JP" b="1" i="0">
                <a:solidFill>
                  <a:srgbClr val="000000"/>
                </a:solidFill>
                <a:effectLst/>
                <a:latin typeface="ＭＳ Ｐゴシック" panose="020B0600070205080204" pitchFamily="50" charset="-128"/>
                <a:ea typeface="ＭＳ Ｐゴシック" panose="020B0600070205080204" pitchFamily="50" charset="-128"/>
              </a:rPr>
              <a:t>Q&amp;A</a:t>
            </a:r>
          </a:p>
        </p:txBody>
      </p:sp>
      <p:pic>
        <p:nvPicPr>
          <p:cNvPr id="9" name="図 8">
            <a:extLst>
              <a:ext uri="{FF2B5EF4-FFF2-40B4-BE49-F238E27FC236}">
                <a16:creationId xmlns:a16="http://schemas.microsoft.com/office/drawing/2014/main" id="{4AED0EBC-6E4C-0A15-79A8-5D31DDB44DDD}"/>
              </a:ext>
            </a:extLst>
          </p:cNvPr>
          <p:cNvPicPr>
            <a:picLocks noChangeAspect="1"/>
          </p:cNvPicPr>
          <p:nvPr/>
        </p:nvPicPr>
        <p:blipFill>
          <a:blip r:embed="rId3"/>
          <a:stretch>
            <a:fillRect/>
          </a:stretch>
        </p:blipFill>
        <p:spPr>
          <a:xfrm>
            <a:off x="0" y="65431"/>
            <a:ext cx="4969807" cy="2167741"/>
          </a:xfrm>
          <a:prstGeom prst="rect">
            <a:avLst/>
          </a:prstGeom>
        </p:spPr>
      </p:pic>
    </p:spTree>
    <p:extLst>
      <p:ext uri="{BB962C8B-B14F-4D97-AF65-F5344CB8AC3E}">
        <p14:creationId xmlns:p14="http://schemas.microsoft.com/office/powerpoint/2010/main" val="959244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028B38-E371-2DDA-890B-3FAEFA24324E}"/>
              </a:ext>
            </a:extLst>
          </p:cNvPr>
          <p:cNvSpPr>
            <a:spLocks noGrp="1"/>
          </p:cNvSpPr>
          <p:nvPr>
            <p:ph type="title"/>
          </p:nvPr>
        </p:nvSpPr>
        <p:spPr/>
        <p:txBody>
          <a:bodyPr/>
          <a:lstStyle/>
          <a:p>
            <a:endParaRPr kumimoji="1" lang="ja-JP" altLang="en-US"/>
          </a:p>
        </p:txBody>
      </p:sp>
      <p:pic>
        <p:nvPicPr>
          <p:cNvPr id="12" name="コンテンツ プレースホルダー 11">
            <a:extLst>
              <a:ext uri="{FF2B5EF4-FFF2-40B4-BE49-F238E27FC236}">
                <a16:creationId xmlns:a16="http://schemas.microsoft.com/office/drawing/2014/main" id="{C37280FA-ACF9-3924-AC98-BC33056FB5A5}"/>
              </a:ext>
            </a:extLst>
          </p:cNvPr>
          <p:cNvPicPr>
            <a:picLocks noGrp="1" noChangeAspect="1"/>
          </p:cNvPicPr>
          <p:nvPr>
            <p:ph idx="1"/>
          </p:nvPr>
        </p:nvPicPr>
        <p:blipFill>
          <a:blip r:embed="rId2"/>
          <a:stretch>
            <a:fillRect/>
          </a:stretch>
        </p:blipFill>
        <p:spPr>
          <a:xfrm>
            <a:off x="6396864" y="2917824"/>
            <a:ext cx="4321936" cy="3153539"/>
          </a:xfrm>
        </p:spPr>
      </p:pic>
      <p:sp>
        <p:nvSpPr>
          <p:cNvPr id="6" name="テキスト ボックス 5">
            <a:extLst>
              <a:ext uri="{FF2B5EF4-FFF2-40B4-BE49-F238E27FC236}">
                <a16:creationId xmlns:a16="http://schemas.microsoft.com/office/drawing/2014/main" id="{0D28B16F-1326-ECE2-2CB4-411A03930F84}"/>
              </a:ext>
            </a:extLst>
          </p:cNvPr>
          <p:cNvSpPr txBox="1"/>
          <p:nvPr/>
        </p:nvSpPr>
        <p:spPr>
          <a:xfrm>
            <a:off x="4267200" y="6423237"/>
            <a:ext cx="8089900" cy="369332"/>
          </a:xfrm>
          <a:prstGeom prst="rect">
            <a:avLst/>
          </a:prstGeom>
          <a:noFill/>
        </p:spPr>
        <p:txBody>
          <a:bodyPr wrap="square">
            <a:spAutoFit/>
          </a:bodyPr>
          <a:lstStyle/>
          <a:p>
            <a:pPr algn="l"/>
            <a:r>
              <a:rPr lang="ja-JP" altLang="en-US" b="1" i="0">
                <a:solidFill>
                  <a:srgbClr val="000000"/>
                </a:solidFill>
                <a:effectLst/>
                <a:latin typeface="ＭＳ Ｐゴシック" panose="020B0600070205080204" pitchFamily="50" charset="-128"/>
                <a:ea typeface="ＭＳ Ｐゴシック" panose="020B0600070205080204" pitchFamily="50" charset="-128"/>
              </a:rPr>
              <a:t>厚生労働省（</a:t>
            </a:r>
            <a:r>
              <a:rPr lang="en-US" altLang="ja-JP" b="1" i="0">
                <a:solidFill>
                  <a:srgbClr val="000000"/>
                </a:solidFill>
                <a:effectLst/>
                <a:latin typeface="ＭＳ Ｐゴシック" panose="020B0600070205080204" pitchFamily="50" charset="-128"/>
                <a:ea typeface="ＭＳ Ｐゴシック" panose="020B0600070205080204" pitchFamily="50" charset="-128"/>
              </a:rPr>
              <a:t>2010</a:t>
            </a:r>
            <a:r>
              <a:rPr lang="ja-JP" altLang="en-US" b="1" i="0">
                <a:solidFill>
                  <a:srgbClr val="000000"/>
                </a:solidFill>
                <a:effectLst/>
                <a:latin typeface="ＭＳ Ｐゴシック" panose="020B0600070205080204" pitchFamily="50" charset="-128"/>
                <a:ea typeface="ＭＳ Ｐゴシック" panose="020B0600070205080204" pitchFamily="50" charset="-128"/>
              </a:rPr>
              <a:t>）妊婦への魚介類の摂取と水銀に関する注意事項及び</a:t>
            </a:r>
            <a:r>
              <a:rPr lang="en-US" altLang="ja-JP" b="1" i="0">
                <a:solidFill>
                  <a:srgbClr val="000000"/>
                </a:solidFill>
                <a:effectLst/>
                <a:latin typeface="ＭＳ Ｐゴシック" panose="020B0600070205080204" pitchFamily="50" charset="-128"/>
                <a:ea typeface="ＭＳ Ｐゴシック" panose="020B0600070205080204" pitchFamily="50" charset="-128"/>
              </a:rPr>
              <a:t>Q&amp;A</a:t>
            </a:r>
          </a:p>
        </p:txBody>
      </p:sp>
      <p:pic>
        <p:nvPicPr>
          <p:cNvPr id="8" name="図 7">
            <a:extLst>
              <a:ext uri="{FF2B5EF4-FFF2-40B4-BE49-F238E27FC236}">
                <a16:creationId xmlns:a16="http://schemas.microsoft.com/office/drawing/2014/main" id="{BDB8A2E5-6521-4CA4-A075-2FB9E9F7F59B}"/>
              </a:ext>
            </a:extLst>
          </p:cNvPr>
          <p:cNvPicPr>
            <a:picLocks noChangeAspect="1"/>
          </p:cNvPicPr>
          <p:nvPr/>
        </p:nvPicPr>
        <p:blipFill>
          <a:blip r:embed="rId3"/>
          <a:stretch>
            <a:fillRect/>
          </a:stretch>
        </p:blipFill>
        <p:spPr>
          <a:xfrm>
            <a:off x="289035" y="147983"/>
            <a:ext cx="4979634" cy="6188974"/>
          </a:xfrm>
          <a:prstGeom prst="rect">
            <a:avLst/>
          </a:prstGeom>
        </p:spPr>
      </p:pic>
      <p:pic>
        <p:nvPicPr>
          <p:cNvPr id="10" name="図 9">
            <a:extLst>
              <a:ext uri="{FF2B5EF4-FFF2-40B4-BE49-F238E27FC236}">
                <a16:creationId xmlns:a16="http://schemas.microsoft.com/office/drawing/2014/main" id="{B621C18D-41E8-17C3-87A5-8846C260BFEF}"/>
              </a:ext>
            </a:extLst>
          </p:cNvPr>
          <p:cNvPicPr>
            <a:picLocks noChangeAspect="1"/>
          </p:cNvPicPr>
          <p:nvPr/>
        </p:nvPicPr>
        <p:blipFill>
          <a:blip r:embed="rId4"/>
          <a:stretch>
            <a:fillRect/>
          </a:stretch>
        </p:blipFill>
        <p:spPr>
          <a:xfrm>
            <a:off x="6248688" y="9525"/>
            <a:ext cx="4638858" cy="2908300"/>
          </a:xfrm>
          <a:prstGeom prst="rect">
            <a:avLst/>
          </a:prstGeom>
        </p:spPr>
      </p:pic>
    </p:spTree>
    <p:extLst>
      <p:ext uri="{BB962C8B-B14F-4D97-AF65-F5344CB8AC3E}">
        <p14:creationId xmlns:p14="http://schemas.microsoft.com/office/powerpoint/2010/main" val="42614804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20040"/>
            <a:ext cx="8686800" cy="594360"/>
          </a:xfrm>
          <a:prstGeom prst="rect">
            <a:avLst/>
          </a:prstGeom>
          <a:noFill/>
        </p:spPr>
        <p:txBody>
          <a:bodyPr wrap="square" lIns="0" tIns="0" rIns="0" bIns="0" anchor="t">
            <a:spAutoFit/>
          </a:bodyPr>
          <a:lstStyle/>
          <a:p>
            <a:pPr algn="l"/>
            <a:r>
              <a:rPr sz="2600" b="1">
                <a:solidFill>
                  <a:srgbClr val="1A5276"/>
                </a:solidFill>
                <a:latin typeface="Yu Gothic"/>
              </a:rPr>
              <a:t>薬剤師の実務 — 妊婦への魚介摂取指導</a:t>
            </a:r>
          </a:p>
        </p:txBody>
      </p:sp>
      <p:sp>
        <p:nvSpPr>
          <p:cNvPr id="3" name="TextBox 2"/>
          <p:cNvSpPr txBox="1"/>
          <p:nvPr/>
        </p:nvSpPr>
        <p:spPr>
          <a:xfrm>
            <a:off x="9674352" y="320040"/>
            <a:ext cx="1371600" cy="594360"/>
          </a:xfrm>
          <a:prstGeom prst="rect">
            <a:avLst/>
          </a:prstGeom>
          <a:noFill/>
        </p:spPr>
        <p:txBody>
          <a:bodyPr wrap="square" lIns="0" tIns="0" rIns="0" bIns="0" anchor="t">
            <a:spAutoFit/>
          </a:bodyPr>
          <a:lstStyle/>
          <a:p>
            <a:pPr algn="r"/>
            <a:r>
              <a:rPr sz="2000" b="1">
                <a:solidFill>
                  <a:srgbClr val="F39C12"/>
                </a:solidFill>
                <a:latin typeface="Yu Gothic"/>
              </a:rPr>
              <a:t>★ ★ ★</a:t>
            </a:r>
          </a:p>
        </p:txBody>
      </p:sp>
      <p:sp>
        <p:nvSpPr>
          <p:cNvPr id="4" name="Rectangle 3"/>
          <p:cNvSpPr/>
          <p:nvPr/>
        </p:nvSpPr>
        <p:spPr>
          <a:xfrm>
            <a:off x="411480" y="950976"/>
            <a:ext cx="11365992" cy="2743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097280"/>
            <a:ext cx="11365992" cy="215444"/>
          </a:xfrm>
          <a:prstGeom prst="rect">
            <a:avLst/>
          </a:prstGeom>
          <a:noFill/>
        </p:spPr>
        <p:txBody>
          <a:bodyPr wrap="square" lIns="0" tIns="0" rIns="0" bIns="0" anchor="t">
            <a:spAutoFit/>
          </a:bodyPr>
          <a:lstStyle/>
          <a:p>
            <a:pPr algn="l"/>
            <a:r>
              <a:rPr sz="1400" b="0" dirty="0" err="1">
                <a:solidFill>
                  <a:srgbClr val="5D6D7E"/>
                </a:solidFill>
                <a:latin typeface="Yu Gothic"/>
              </a:rPr>
              <a:t>メチル水銀の生物濃縮</a:t>
            </a:r>
            <a:r>
              <a:rPr lang="ja-JP" altLang="en-US" sz="1400" b="0" dirty="0">
                <a:solidFill>
                  <a:srgbClr val="5D6D7E"/>
                </a:solidFill>
                <a:latin typeface="Yu Gothic"/>
              </a:rPr>
              <a:t>と</a:t>
            </a:r>
            <a:r>
              <a:rPr sz="1400" b="0" dirty="0" err="1">
                <a:solidFill>
                  <a:srgbClr val="5D6D7E"/>
                </a:solidFill>
                <a:latin typeface="Yu Gothic"/>
              </a:rPr>
              <a:t>BCF。これが薬局窓口でどう活きるか</a:t>
            </a:r>
            <a:endParaRPr sz="1400" b="0" dirty="0">
              <a:solidFill>
                <a:srgbClr val="5D6D7E"/>
              </a:solidFill>
              <a:latin typeface="Yu Gothic"/>
            </a:endParaRPr>
          </a:p>
        </p:txBody>
      </p:sp>
      <p:sp>
        <p:nvSpPr>
          <p:cNvPr id="6" name="Rectangle 5"/>
          <p:cNvSpPr/>
          <p:nvPr/>
        </p:nvSpPr>
        <p:spPr>
          <a:xfrm>
            <a:off x="411480" y="1600200"/>
            <a:ext cx="5486400" cy="3931920"/>
          </a:xfrm>
          <a:prstGeom prst="rect">
            <a:avLst/>
          </a:prstGeom>
          <a:solidFill>
            <a:srgbClr val="FDEDEC"/>
          </a:solidFill>
          <a:ln w="12700">
            <a:solidFill>
              <a:srgbClr val="E74C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600200"/>
            <a:ext cx="5486400" cy="50292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673352"/>
            <a:ext cx="5120640" cy="365760"/>
          </a:xfrm>
          <a:prstGeom prst="rect">
            <a:avLst/>
          </a:prstGeom>
          <a:noFill/>
        </p:spPr>
        <p:txBody>
          <a:bodyPr wrap="square" lIns="0" tIns="0" rIns="0" bIns="0" anchor="t">
            <a:spAutoFit/>
          </a:bodyPr>
          <a:lstStyle/>
          <a:p>
            <a:pPr algn="l"/>
            <a:r>
              <a:rPr sz="1700" b="1">
                <a:solidFill>
                  <a:srgbClr val="FFFFFF"/>
                </a:solidFill>
                <a:latin typeface="Yu Gothic"/>
              </a:rPr>
              <a:t>⚠ 摂取量に注意が必要な魚介</a:t>
            </a:r>
          </a:p>
        </p:txBody>
      </p:sp>
      <p:sp>
        <p:nvSpPr>
          <p:cNvPr id="9" name="TextBox 8"/>
          <p:cNvSpPr txBox="1"/>
          <p:nvPr/>
        </p:nvSpPr>
        <p:spPr>
          <a:xfrm>
            <a:off x="594360" y="2286000"/>
            <a:ext cx="5120640" cy="365760"/>
          </a:xfrm>
          <a:prstGeom prst="rect">
            <a:avLst/>
          </a:prstGeom>
          <a:noFill/>
        </p:spPr>
        <p:txBody>
          <a:bodyPr wrap="square" lIns="0" tIns="0" rIns="0" bIns="0" anchor="t">
            <a:spAutoFit/>
          </a:bodyPr>
          <a:lstStyle/>
          <a:p>
            <a:pPr algn="l"/>
            <a:r>
              <a:rPr sz="1400" b="1">
                <a:solidFill>
                  <a:srgbClr val="E74C3C"/>
                </a:solidFill>
                <a:latin typeface="Yu Gothic"/>
              </a:rPr>
              <a:t>1週間に 80g (刺身一切れ) を目安に</a:t>
            </a:r>
          </a:p>
        </p:txBody>
      </p:sp>
      <p:sp>
        <p:nvSpPr>
          <p:cNvPr id="10" name="TextBox 9"/>
          <p:cNvSpPr txBox="1"/>
          <p:nvPr/>
        </p:nvSpPr>
        <p:spPr>
          <a:xfrm>
            <a:off x="594360" y="2697480"/>
            <a:ext cx="5120640" cy="365760"/>
          </a:xfrm>
          <a:prstGeom prst="rect">
            <a:avLst/>
          </a:prstGeom>
          <a:noFill/>
        </p:spPr>
        <p:txBody>
          <a:bodyPr wrap="square" lIns="0" tIns="0" rIns="0" bIns="0" anchor="t">
            <a:spAutoFit/>
          </a:bodyPr>
          <a:lstStyle/>
          <a:p>
            <a:pPr algn="l"/>
            <a:r>
              <a:rPr sz="1300" b="0">
                <a:solidFill>
                  <a:srgbClr val="2C3E50"/>
                </a:solidFill>
                <a:latin typeface="Yu Gothic"/>
              </a:rPr>
              <a:t>・キンメダイ・メカジキ・クロマグロ・メバチマグロ</a:t>
            </a:r>
          </a:p>
        </p:txBody>
      </p:sp>
      <p:sp>
        <p:nvSpPr>
          <p:cNvPr id="11" name="TextBox 10"/>
          <p:cNvSpPr txBox="1"/>
          <p:nvPr/>
        </p:nvSpPr>
        <p:spPr>
          <a:xfrm>
            <a:off x="594360" y="3017520"/>
            <a:ext cx="5120640" cy="365760"/>
          </a:xfrm>
          <a:prstGeom prst="rect">
            <a:avLst/>
          </a:prstGeom>
          <a:noFill/>
        </p:spPr>
        <p:txBody>
          <a:bodyPr wrap="square" lIns="0" tIns="0" rIns="0" bIns="0" anchor="t">
            <a:spAutoFit/>
          </a:bodyPr>
          <a:lstStyle/>
          <a:p>
            <a:pPr algn="l"/>
            <a:r>
              <a:rPr sz="1300" b="0">
                <a:solidFill>
                  <a:srgbClr val="2C3E50"/>
                </a:solidFill>
                <a:latin typeface="Yu Gothic"/>
              </a:rPr>
              <a:t>・マッコウクジラ など</a:t>
            </a:r>
          </a:p>
        </p:txBody>
      </p:sp>
      <p:sp>
        <p:nvSpPr>
          <p:cNvPr id="12" name="TextBox 11"/>
          <p:cNvSpPr txBox="1"/>
          <p:nvPr/>
        </p:nvSpPr>
        <p:spPr>
          <a:xfrm>
            <a:off x="594360" y="3429000"/>
            <a:ext cx="5120640" cy="365760"/>
          </a:xfrm>
          <a:prstGeom prst="rect">
            <a:avLst/>
          </a:prstGeom>
          <a:noFill/>
        </p:spPr>
        <p:txBody>
          <a:bodyPr wrap="square" lIns="0" tIns="0" rIns="0" bIns="0" anchor="t">
            <a:spAutoFit/>
          </a:bodyPr>
          <a:lstStyle/>
          <a:p>
            <a:pPr algn="l"/>
            <a:r>
              <a:rPr sz="1400" b="1">
                <a:solidFill>
                  <a:srgbClr val="E67E22"/>
                </a:solidFill>
                <a:latin typeface="Yu Gothic"/>
              </a:rPr>
              <a:t>1週間に 160g (刺身2切れ) を目安に</a:t>
            </a:r>
          </a:p>
        </p:txBody>
      </p:sp>
      <p:sp>
        <p:nvSpPr>
          <p:cNvPr id="13" name="TextBox 12"/>
          <p:cNvSpPr txBox="1"/>
          <p:nvPr/>
        </p:nvSpPr>
        <p:spPr>
          <a:xfrm>
            <a:off x="594360" y="3840480"/>
            <a:ext cx="5120640" cy="365760"/>
          </a:xfrm>
          <a:prstGeom prst="rect">
            <a:avLst/>
          </a:prstGeom>
          <a:noFill/>
        </p:spPr>
        <p:txBody>
          <a:bodyPr wrap="square" lIns="0" tIns="0" rIns="0" bIns="0" anchor="t">
            <a:spAutoFit/>
          </a:bodyPr>
          <a:lstStyle/>
          <a:p>
            <a:pPr algn="l"/>
            <a:r>
              <a:rPr sz="1300" b="0">
                <a:solidFill>
                  <a:srgbClr val="2C3E50"/>
                </a:solidFill>
                <a:latin typeface="Yu Gothic"/>
              </a:rPr>
              <a:t>・キダイ・マカジキ・ミナミマグロ・ヨシキリザメ</a:t>
            </a:r>
          </a:p>
        </p:txBody>
      </p:sp>
      <p:sp>
        <p:nvSpPr>
          <p:cNvPr id="14" name="TextBox 13"/>
          <p:cNvSpPr txBox="1"/>
          <p:nvPr/>
        </p:nvSpPr>
        <p:spPr>
          <a:xfrm>
            <a:off x="594360" y="4160520"/>
            <a:ext cx="5120640" cy="365760"/>
          </a:xfrm>
          <a:prstGeom prst="rect">
            <a:avLst/>
          </a:prstGeom>
          <a:noFill/>
        </p:spPr>
        <p:txBody>
          <a:bodyPr wrap="square" lIns="0" tIns="0" rIns="0" bIns="0" anchor="t">
            <a:spAutoFit/>
          </a:bodyPr>
          <a:lstStyle/>
          <a:p>
            <a:pPr algn="l"/>
            <a:r>
              <a:rPr sz="1300" b="0">
                <a:solidFill>
                  <a:srgbClr val="2C3E50"/>
                </a:solidFill>
                <a:latin typeface="Yu Gothic"/>
              </a:rPr>
              <a:t>・ミナミハンドウクジラ など</a:t>
            </a:r>
          </a:p>
        </p:txBody>
      </p:sp>
      <p:sp>
        <p:nvSpPr>
          <p:cNvPr id="15" name="TextBox 14"/>
          <p:cNvSpPr txBox="1"/>
          <p:nvPr/>
        </p:nvSpPr>
        <p:spPr>
          <a:xfrm>
            <a:off x="594360" y="4709160"/>
            <a:ext cx="5120640" cy="640080"/>
          </a:xfrm>
          <a:prstGeom prst="rect">
            <a:avLst/>
          </a:prstGeom>
          <a:noFill/>
        </p:spPr>
        <p:txBody>
          <a:bodyPr wrap="square" lIns="0" tIns="0" rIns="0" bIns="0" anchor="t">
            <a:spAutoFit/>
          </a:bodyPr>
          <a:lstStyle/>
          <a:p>
            <a:pPr algn="l"/>
            <a:r>
              <a:rPr sz="1200" b="0">
                <a:solidFill>
                  <a:srgbClr val="5D6D7E"/>
                </a:solidFill>
                <a:latin typeface="Yu Gothic"/>
              </a:rPr>
              <a:t>理由：海洋食物連鎖の頂点に近い魚種にメチル水銀が</a:t>
            </a:r>
          </a:p>
          <a:p>
            <a:pPr algn="l"/>
            <a:r>
              <a:rPr sz="1200" b="0">
                <a:solidFill>
                  <a:srgbClr val="5D6D7E"/>
                </a:solidFill>
                <a:latin typeface="Yu Gothic"/>
              </a:rPr>
              <a:t>     生物濃縮されている (BCF × 食物連鎖 = 高濃度)</a:t>
            </a:r>
          </a:p>
        </p:txBody>
      </p:sp>
      <p:sp>
        <p:nvSpPr>
          <p:cNvPr id="16" name="Rectangle 15"/>
          <p:cNvSpPr/>
          <p:nvPr/>
        </p:nvSpPr>
        <p:spPr>
          <a:xfrm>
            <a:off x="6291072" y="1600200"/>
            <a:ext cx="5486400" cy="1828800"/>
          </a:xfrm>
          <a:prstGeom prst="rect">
            <a:avLst/>
          </a:prstGeom>
          <a:solidFill>
            <a:srgbClr val="EAF7EE"/>
          </a:solidFill>
          <a:ln w="12700">
            <a:solidFill>
              <a:srgbClr val="27A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91072" y="1600200"/>
            <a:ext cx="5486400" cy="50292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73952" y="1673352"/>
            <a:ext cx="5120640" cy="365760"/>
          </a:xfrm>
          <a:prstGeom prst="rect">
            <a:avLst/>
          </a:prstGeom>
          <a:noFill/>
        </p:spPr>
        <p:txBody>
          <a:bodyPr wrap="square" lIns="0" tIns="0" rIns="0" bIns="0" anchor="t">
            <a:spAutoFit/>
          </a:bodyPr>
          <a:lstStyle/>
          <a:p>
            <a:pPr algn="l"/>
            <a:r>
              <a:rPr sz="1700" b="1">
                <a:solidFill>
                  <a:srgbClr val="FFFFFF"/>
                </a:solidFill>
                <a:latin typeface="Yu Gothic"/>
              </a:rPr>
              <a:t>✓ 制限なし — 安心して食べられる</a:t>
            </a:r>
          </a:p>
        </p:txBody>
      </p:sp>
      <p:sp>
        <p:nvSpPr>
          <p:cNvPr id="19" name="TextBox 18"/>
          <p:cNvSpPr txBox="1"/>
          <p:nvPr/>
        </p:nvSpPr>
        <p:spPr>
          <a:xfrm>
            <a:off x="6473952" y="2286000"/>
            <a:ext cx="5120640" cy="365760"/>
          </a:xfrm>
          <a:prstGeom prst="rect">
            <a:avLst/>
          </a:prstGeom>
          <a:noFill/>
        </p:spPr>
        <p:txBody>
          <a:bodyPr wrap="square" lIns="0" tIns="0" rIns="0" bIns="0" anchor="t">
            <a:spAutoFit/>
          </a:bodyPr>
          <a:lstStyle/>
          <a:p>
            <a:pPr algn="l"/>
            <a:r>
              <a:rPr sz="1300" b="0">
                <a:solidFill>
                  <a:srgbClr val="2C3E50"/>
                </a:solidFill>
                <a:latin typeface="Yu Gothic"/>
              </a:rPr>
              <a:t>ツナ缶（キハダ・ビンナガ）・アジ・サンマ・サバ</a:t>
            </a:r>
          </a:p>
        </p:txBody>
      </p:sp>
      <p:sp>
        <p:nvSpPr>
          <p:cNvPr id="20" name="TextBox 19"/>
          <p:cNvSpPr txBox="1"/>
          <p:nvPr/>
        </p:nvSpPr>
        <p:spPr>
          <a:xfrm>
            <a:off x="6473952" y="2606040"/>
            <a:ext cx="5120640" cy="365760"/>
          </a:xfrm>
          <a:prstGeom prst="rect">
            <a:avLst/>
          </a:prstGeom>
          <a:noFill/>
        </p:spPr>
        <p:txBody>
          <a:bodyPr wrap="square" lIns="0" tIns="0" rIns="0" bIns="0" anchor="t">
            <a:spAutoFit/>
          </a:bodyPr>
          <a:lstStyle/>
          <a:p>
            <a:pPr algn="l"/>
            <a:r>
              <a:rPr sz="1300" b="0">
                <a:solidFill>
                  <a:srgbClr val="2C3E50"/>
                </a:solidFill>
                <a:latin typeface="Yu Gothic"/>
              </a:rPr>
              <a:t>イワシ・サケ・タイ・ブリ・カツオ など</a:t>
            </a:r>
          </a:p>
        </p:txBody>
      </p:sp>
      <p:sp>
        <p:nvSpPr>
          <p:cNvPr id="21" name="TextBox 20"/>
          <p:cNvSpPr txBox="1"/>
          <p:nvPr/>
        </p:nvSpPr>
        <p:spPr>
          <a:xfrm>
            <a:off x="6473952" y="2971800"/>
            <a:ext cx="5120640" cy="365760"/>
          </a:xfrm>
          <a:prstGeom prst="rect">
            <a:avLst/>
          </a:prstGeom>
          <a:noFill/>
        </p:spPr>
        <p:txBody>
          <a:bodyPr wrap="square" lIns="0" tIns="0" rIns="0" bIns="0" anchor="t">
            <a:spAutoFit/>
          </a:bodyPr>
          <a:lstStyle/>
          <a:p>
            <a:pPr algn="l"/>
            <a:r>
              <a:rPr sz="1200" b="0">
                <a:solidFill>
                  <a:srgbClr val="5D6D7E"/>
                </a:solidFill>
                <a:latin typeface="Yu Gothic"/>
              </a:rPr>
              <a:t>→ 食物連鎖の下位にいるため濃縮が少ない</a:t>
            </a:r>
          </a:p>
        </p:txBody>
      </p:sp>
      <p:sp>
        <p:nvSpPr>
          <p:cNvPr id="22" name="Rectangle 21"/>
          <p:cNvSpPr/>
          <p:nvPr/>
        </p:nvSpPr>
        <p:spPr>
          <a:xfrm>
            <a:off x="6291072" y="3611880"/>
            <a:ext cx="5486400" cy="1920240"/>
          </a:xfrm>
          <a:prstGeom prst="rect">
            <a:avLst/>
          </a:prstGeom>
          <a:solidFill>
            <a:srgbClr val="F4ECF7"/>
          </a:solidFill>
          <a:ln w="12700">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91072" y="3611880"/>
            <a:ext cx="5486400" cy="502920"/>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73952" y="3685032"/>
            <a:ext cx="5120640" cy="365760"/>
          </a:xfrm>
          <a:prstGeom prst="rect">
            <a:avLst/>
          </a:prstGeom>
          <a:noFill/>
        </p:spPr>
        <p:txBody>
          <a:bodyPr wrap="square" lIns="0" tIns="0" rIns="0" bIns="0" anchor="t">
            <a:spAutoFit/>
          </a:bodyPr>
          <a:lstStyle/>
          <a:p>
            <a:pPr algn="l"/>
            <a:r>
              <a:rPr sz="1700" b="1">
                <a:solidFill>
                  <a:srgbClr val="FFFFFF"/>
                </a:solidFill>
                <a:latin typeface="Yu Gothic"/>
              </a:rPr>
              <a:t>薬剤師として答える</a:t>
            </a:r>
          </a:p>
        </p:txBody>
      </p:sp>
      <p:sp>
        <p:nvSpPr>
          <p:cNvPr id="25" name="TextBox 24"/>
          <p:cNvSpPr txBox="1"/>
          <p:nvPr/>
        </p:nvSpPr>
        <p:spPr>
          <a:xfrm>
            <a:off x="6473952" y="4297680"/>
            <a:ext cx="5120640" cy="457200"/>
          </a:xfrm>
          <a:prstGeom prst="rect">
            <a:avLst/>
          </a:prstGeom>
          <a:noFill/>
        </p:spPr>
        <p:txBody>
          <a:bodyPr wrap="square" lIns="0" tIns="0" rIns="0" bIns="0" anchor="t">
            <a:spAutoFit/>
          </a:bodyPr>
          <a:lstStyle/>
          <a:p>
            <a:pPr algn="l"/>
            <a:r>
              <a:rPr sz="1300" b="1">
                <a:solidFill>
                  <a:srgbClr val="8E44AD"/>
                </a:solidFill>
                <a:latin typeface="Yu Gothic"/>
              </a:rPr>
              <a:t>Q「妊娠中ですが、お刺身を食べてもいいですか」</a:t>
            </a:r>
          </a:p>
        </p:txBody>
      </p:sp>
      <p:sp>
        <p:nvSpPr>
          <p:cNvPr id="26" name="TextBox 25"/>
          <p:cNvSpPr txBox="1"/>
          <p:nvPr/>
        </p:nvSpPr>
        <p:spPr>
          <a:xfrm>
            <a:off x="6473952" y="4663440"/>
            <a:ext cx="5120640" cy="777240"/>
          </a:xfrm>
          <a:prstGeom prst="rect">
            <a:avLst/>
          </a:prstGeom>
          <a:noFill/>
        </p:spPr>
        <p:txBody>
          <a:bodyPr wrap="square" lIns="0" tIns="0" rIns="0" bIns="0" anchor="t">
            <a:spAutoFit/>
          </a:bodyPr>
          <a:lstStyle/>
          <a:p>
            <a:pPr algn="l"/>
            <a:r>
              <a:rPr sz="1200" b="0">
                <a:solidFill>
                  <a:srgbClr val="2C3E50"/>
                </a:solidFill>
                <a:latin typeface="Yu Gothic"/>
              </a:rPr>
              <a:t>▸ 「サケ・イワシ・サバなどは制限なし。マグロ系</a:t>
            </a:r>
          </a:p>
          <a:p>
            <a:pPr algn="l"/>
            <a:r>
              <a:rPr sz="1200" b="0">
                <a:solidFill>
                  <a:srgbClr val="2C3E50"/>
                </a:solidFill>
                <a:latin typeface="Yu Gothic"/>
              </a:rPr>
              <a:t>  やキンメダイは週1切れ程度にしましょう」</a:t>
            </a:r>
          </a:p>
          <a:p>
            <a:pPr algn="l"/>
            <a:r>
              <a:rPr sz="1200" b="0">
                <a:solidFill>
                  <a:srgbClr val="2C3E50"/>
                </a:solidFill>
                <a:latin typeface="Yu Gothic"/>
              </a:rPr>
              <a:t>▸ 厚労省ガイドラインを根拠に示す</a:t>
            </a:r>
          </a:p>
        </p:txBody>
      </p:sp>
      <p:sp>
        <p:nvSpPr>
          <p:cNvPr id="27" name="TextBox 26"/>
          <p:cNvSpPr txBox="1"/>
          <p:nvPr/>
        </p:nvSpPr>
        <p:spPr>
          <a:xfrm>
            <a:off x="608076" y="6541770"/>
            <a:ext cx="11365992" cy="228600"/>
          </a:xfrm>
          <a:prstGeom prst="rect">
            <a:avLst/>
          </a:prstGeom>
          <a:noFill/>
        </p:spPr>
        <p:txBody>
          <a:bodyPr wrap="square" lIns="0" tIns="0" rIns="0" bIns="0" anchor="t">
            <a:spAutoFit/>
          </a:bodyPr>
          <a:lstStyle/>
          <a:p>
            <a:pPr algn="r"/>
            <a:r>
              <a:rPr sz="1000" b="0">
                <a:solidFill>
                  <a:srgbClr val="5D6D7E"/>
                </a:solidFill>
                <a:latin typeface="Yu Gothic"/>
              </a:rPr>
              <a:t>出典: 厚生労働省「妊婦への魚介類の摂食と水銀に関する注意事項」（2005年制定／2010年改訂）</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FF61A-44BC-DD5A-A87F-F07057EEAAC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4AEABE-C472-5C6D-F9DB-1215D00EFDE9}"/>
              </a:ext>
            </a:extLst>
          </p:cNvPr>
          <p:cNvSpPr/>
          <p:nvPr/>
        </p:nvSpPr>
        <p:spPr>
          <a:xfrm>
            <a:off x="411480" y="320040"/>
            <a:ext cx="8647938" cy="594360"/>
          </a:xfrm>
          <a:prstGeom prst="rect">
            <a:avLst/>
          </a:prstGeom>
          <a:noFill/>
          <a:ln/>
        </p:spPr>
        <p:txBody>
          <a:bodyPr wrap="square" rtlCol="0" anchor="ctr"/>
          <a:lstStyle/>
          <a:p>
            <a:pPr marL="0" indent="0">
              <a:buNone/>
            </a:pPr>
            <a:r>
              <a:rPr lang="en-US" sz="3600" b="1" dirty="0">
                <a:solidFill>
                  <a:srgbClr val="1A5276"/>
                </a:solidFill>
                <a:latin typeface="Meiryo" pitchFamily="34" charset="0"/>
                <a:ea typeface="Meiryo" pitchFamily="34" charset="-122"/>
                <a:cs typeface="Meiryo" pitchFamily="34" charset="-120"/>
              </a:rPr>
              <a:t>本日の範囲 — 教科書VI-1章の全体構造</a:t>
            </a:r>
            <a:endParaRPr lang="en-US" sz="3600" dirty="0"/>
          </a:p>
        </p:txBody>
      </p:sp>
      <p:sp>
        <p:nvSpPr>
          <p:cNvPr id="3" name="Shape 1">
            <a:extLst>
              <a:ext uri="{FF2B5EF4-FFF2-40B4-BE49-F238E27FC236}">
                <a16:creationId xmlns:a16="http://schemas.microsoft.com/office/drawing/2014/main" id="{5B9DD7C0-4A53-7921-8E79-DA13A50CCEDC}"/>
              </a:ext>
            </a:extLst>
          </p:cNvPr>
          <p:cNvSpPr/>
          <p:nvPr/>
        </p:nvSpPr>
        <p:spPr>
          <a:xfrm>
            <a:off x="411480" y="950976"/>
            <a:ext cx="11365992" cy="22860"/>
          </a:xfrm>
          <a:prstGeom prst="rect">
            <a:avLst/>
          </a:prstGeom>
          <a:solidFill>
            <a:srgbClr val="2980B9"/>
          </a:solidFill>
          <a:ln/>
        </p:spPr>
        <p:txBody>
          <a:bodyPr/>
          <a:lstStyle/>
          <a:p>
            <a:endParaRPr lang="ja-JP" altLang="en-US" sz="2800"/>
          </a:p>
        </p:txBody>
      </p:sp>
      <p:sp>
        <p:nvSpPr>
          <p:cNvPr id="7" name="Text 5">
            <a:extLst>
              <a:ext uri="{FF2B5EF4-FFF2-40B4-BE49-F238E27FC236}">
                <a16:creationId xmlns:a16="http://schemas.microsoft.com/office/drawing/2014/main" id="{BFC4B9C6-710E-E7CA-2873-ACD42823A175}"/>
              </a:ext>
            </a:extLst>
          </p:cNvPr>
          <p:cNvSpPr/>
          <p:nvPr/>
        </p:nvSpPr>
        <p:spPr>
          <a:xfrm>
            <a:off x="411480" y="6355080"/>
            <a:ext cx="11365992" cy="274320"/>
          </a:xfrm>
          <a:prstGeom prst="rect">
            <a:avLst/>
          </a:prstGeom>
          <a:noFill/>
          <a:ln/>
        </p:spPr>
        <p:txBody>
          <a:bodyPr wrap="square" rtlCol="0" anchor="ctr"/>
          <a:lstStyle/>
          <a:p>
            <a:pPr marL="0" indent="0">
              <a:buNone/>
            </a:pPr>
            <a:r>
              <a:rPr lang="en-US" sz="1600" i="1" dirty="0">
                <a:solidFill>
                  <a:srgbClr val="5D6D7E"/>
                </a:solidFill>
                <a:latin typeface="Meiryo" pitchFamily="34" charset="0"/>
                <a:ea typeface="Meiryo" pitchFamily="34" charset="-122"/>
                <a:cs typeface="Meiryo" pitchFamily="34" charset="-120"/>
              </a:rPr>
              <a:t>★ = 重要度（学術的核心概念）／ 無印も全範囲が試験範囲</a:t>
            </a:r>
            <a:endParaRPr lang="en-US" sz="1600" dirty="0"/>
          </a:p>
        </p:txBody>
      </p:sp>
      <p:sp>
        <p:nvSpPr>
          <p:cNvPr id="8" name="Rectangle 7">
            <a:extLst>
              <a:ext uri="{FF2B5EF4-FFF2-40B4-BE49-F238E27FC236}">
                <a16:creationId xmlns:a16="http://schemas.microsoft.com/office/drawing/2014/main" id="{0EA41424-1E84-9FF3-12BB-19C0E09E43C3}"/>
              </a:ext>
            </a:extLst>
          </p:cNvPr>
          <p:cNvSpPr/>
          <p:nvPr/>
        </p:nvSpPr>
        <p:spPr>
          <a:xfrm>
            <a:off x="411480"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 name="Rectangle 8">
            <a:extLst>
              <a:ext uri="{FF2B5EF4-FFF2-40B4-BE49-F238E27FC236}">
                <a16:creationId xmlns:a16="http://schemas.microsoft.com/office/drawing/2014/main" id="{D142BEE2-4A4E-516B-BA96-D06B9A3760C3}"/>
              </a:ext>
            </a:extLst>
          </p:cNvPr>
          <p:cNvSpPr/>
          <p:nvPr/>
        </p:nvSpPr>
        <p:spPr>
          <a:xfrm>
            <a:off x="411480" y="1234440"/>
            <a:ext cx="2718054" cy="9601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a:extLst>
              <a:ext uri="{FF2B5EF4-FFF2-40B4-BE49-F238E27FC236}">
                <a16:creationId xmlns:a16="http://schemas.microsoft.com/office/drawing/2014/main" id="{DB5AE28A-8FB7-0545-A184-875092ACA3D4}"/>
              </a:ext>
            </a:extLst>
          </p:cNvPr>
          <p:cNvSpPr txBox="1"/>
          <p:nvPr/>
        </p:nvSpPr>
        <p:spPr>
          <a:xfrm>
            <a:off x="548640"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A</a:t>
            </a:r>
          </a:p>
        </p:txBody>
      </p:sp>
      <p:sp>
        <p:nvSpPr>
          <p:cNvPr id="11" name="TextBox 10">
            <a:extLst>
              <a:ext uri="{FF2B5EF4-FFF2-40B4-BE49-F238E27FC236}">
                <a16:creationId xmlns:a16="http://schemas.microsoft.com/office/drawing/2014/main" id="{D724CF9D-C2AD-9D83-9B11-2843A1BA0F46}"/>
              </a:ext>
            </a:extLst>
          </p:cNvPr>
          <p:cNvSpPr txBox="1"/>
          <p:nvPr/>
        </p:nvSpPr>
        <p:spPr>
          <a:xfrm>
            <a:off x="1280160"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地球環境と</a:t>
            </a:r>
          </a:p>
          <a:p>
            <a:pPr algn="l"/>
            <a:r>
              <a:rPr b="1">
                <a:solidFill>
                  <a:srgbClr val="FFFFFF"/>
                </a:solidFill>
                <a:latin typeface="Yu Gothic"/>
              </a:rPr>
              <a:t>生態系の構造</a:t>
            </a:r>
          </a:p>
        </p:txBody>
      </p:sp>
      <p:sp>
        <p:nvSpPr>
          <p:cNvPr id="12" name="Rectangle 11">
            <a:extLst>
              <a:ext uri="{FF2B5EF4-FFF2-40B4-BE49-F238E27FC236}">
                <a16:creationId xmlns:a16="http://schemas.microsoft.com/office/drawing/2014/main" id="{68AFB860-E6B5-C4CF-8DF4-FF1B3BB6877D}"/>
              </a:ext>
            </a:extLst>
          </p:cNvPr>
          <p:cNvSpPr/>
          <p:nvPr/>
        </p:nvSpPr>
        <p:spPr>
          <a:xfrm>
            <a:off x="521208"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TextBox 12">
            <a:extLst>
              <a:ext uri="{FF2B5EF4-FFF2-40B4-BE49-F238E27FC236}">
                <a16:creationId xmlns:a16="http://schemas.microsoft.com/office/drawing/2014/main" id="{D7E7F51B-AC62-D6C4-C9AA-4C28EF2D5FF2}"/>
              </a:ext>
            </a:extLst>
          </p:cNvPr>
          <p:cNvSpPr txBox="1"/>
          <p:nvPr/>
        </p:nvSpPr>
        <p:spPr>
          <a:xfrm>
            <a:off x="630936" y="2432304"/>
            <a:ext cx="777240" cy="276999"/>
          </a:xfrm>
          <a:prstGeom prst="rect">
            <a:avLst/>
          </a:prstGeom>
          <a:noFill/>
        </p:spPr>
        <p:txBody>
          <a:bodyPr wrap="square" lIns="0" tIns="0" rIns="0" bIns="0" anchor="t">
            <a:spAutoFit/>
          </a:bodyPr>
          <a:lstStyle/>
          <a:p>
            <a:pPr algn="l"/>
            <a:r>
              <a:rPr b="1">
                <a:solidFill>
                  <a:srgbClr val="1A5276"/>
                </a:solidFill>
                <a:latin typeface="Yu Gothic"/>
              </a:rPr>
              <a:t>A-1</a:t>
            </a:r>
          </a:p>
        </p:txBody>
      </p:sp>
      <p:sp>
        <p:nvSpPr>
          <p:cNvPr id="14" name="TextBox 13">
            <a:extLst>
              <a:ext uri="{FF2B5EF4-FFF2-40B4-BE49-F238E27FC236}">
                <a16:creationId xmlns:a16="http://schemas.microsoft.com/office/drawing/2014/main" id="{3D8B39A2-F54A-CB64-FA0E-162B74DFC9EC}"/>
              </a:ext>
            </a:extLst>
          </p:cNvPr>
          <p:cNvSpPr txBox="1"/>
          <p:nvPr/>
        </p:nvSpPr>
        <p:spPr>
          <a:xfrm>
            <a:off x="630936" y="2724912"/>
            <a:ext cx="2443734" cy="246221"/>
          </a:xfrm>
          <a:prstGeom prst="rect">
            <a:avLst/>
          </a:prstGeom>
          <a:noFill/>
        </p:spPr>
        <p:txBody>
          <a:bodyPr wrap="square" lIns="0" tIns="0" rIns="0" bIns="0" anchor="t">
            <a:spAutoFit/>
          </a:bodyPr>
          <a:lstStyle/>
          <a:p>
            <a:pPr algn="l"/>
            <a:r>
              <a:rPr sz="1600" b="0" dirty="0" err="1">
                <a:solidFill>
                  <a:srgbClr val="2C3E50"/>
                </a:solidFill>
                <a:latin typeface="Yu Gothic"/>
              </a:rPr>
              <a:t>四圏（地・水・気・生物</a:t>
            </a:r>
            <a:r>
              <a:rPr sz="1600" b="0" dirty="0">
                <a:solidFill>
                  <a:srgbClr val="2C3E50"/>
                </a:solidFill>
                <a:latin typeface="Yu Gothic"/>
              </a:rPr>
              <a:t>）</a:t>
            </a:r>
          </a:p>
        </p:txBody>
      </p:sp>
      <p:sp>
        <p:nvSpPr>
          <p:cNvPr id="15" name="Rectangle 14">
            <a:extLst>
              <a:ext uri="{FF2B5EF4-FFF2-40B4-BE49-F238E27FC236}">
                <a16:creationId xmlns:a16="http://schemas.microsoft.com/office/drawing/2014/main" id="{96FB7E45-FE37-6A24-D5F4-406D51B07965}"/>
              </a:ext>
            </a:extLst>
          </p:cNvPr>
          <p:cNvSpPr/>
          <p:nvPr/>
        </p:nvSpPr>
        <p:spPr>
          <a:xfrm>
            <a:off x="521208"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TextBox 15">
            <a:extLst>
              <a:ext uri="{FF2B5EF4-FFF2-40B4-BE49-F238E27FC236}">
                <a16:creationId xmlns:a16="http://schemas.microsoft.com/office/drawing/2014/main" id="{F2D188D6-BBD9-B88F-7F43-8AFE34F2753A}"/>
              </a:ext>
            </a:extLst>
          </p:cNvPr>
          <p:cNvSpPr txBox="1"/>
          <p:nvPr/>
        </p:nvSpPr>
        <p:spPr>
          <a:xfrm>
            <a:off x="630936" y="3273552"/>
            <a:ext cx="777240" cy="276999"/>
          </a:xfrm>
          <a:prstGeom prst="rect">
            <a:avLst/>
          </a:prstGeom>
          <a:noFill/>
        </p:spPr>
        <p:txBody>
          <a:bodyPr wrap="square" lIns="0" tIns="0" rIns="0" bIns="0" anchor="t">
            <a:spAutoFit/>
          </a:bodyPr>
          <a:lstStyle/>
          <a:p>
            <a:pPr algn="l"/>
            <a:r>
              <a:rPr b="1">
                <a:solidFill>
                  <a:srgbClr val="1A5276"/>
                </a:solidFill>
                <a:latin typeface="Yu Gothic"/>
              </a:rPr>
              <a:t>A-2</a:t>
            </a:r>
          </a:p>
        </p:txBody>
      </p:sp>
      <p:sp>
        <p:nvSpPr>
          <p:cNvPr id="17" name="TextBox 16">
            <a:extLst>
              <a:ext uri="{FF2B5EF4-FFF2-40B4-BE49-F238E27FC236}">
                <a16:creationId xmlns:a16="http://schemas.microsoft.com/office/drawing/2014/main" id="{7C0E1E5D-552F-583A-6C06-703AAEB94E26}"/>
              </a:ext>
            </a:extLst>
          </p:cNvPr>
          <p:cNvSpPr txBox="1"/>
          <p:nvPr/>
        </p:nvSpPr>
        <p:spPr>
          <a:xfrm>
            <a:off x="630936"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生態系の構成と機能</a:t>
            </a:r>
          </a:p>
        </p:txBody>
      </p:sp>
      <p:sp>
        <p:nvSpPr>
          <p:cNvPr id="18" name="TextBox 17">
            <a:extLst>
              <a:ext uri="{FF2B5EF4-FFF2-40B4-BE49-F238E27FC236}">
                <a16:creationId xmlns:a16="http://schemas.microsoft.com/office/drawing/2014/main" id="{91427692-8769-F85C-8DD6-6060D7A44A9E}"/>
              </a:ext>
            </a:extLst>
          </p:cNvPr>
          <p:cNvSpPr txBox="1"/>
          <p:nvPr/>
        </p:nvSpPr>
        <p:spPr>
          <a:xfrm>
            <a:off x="1280160"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19" name="Rectangle 18">
            <a:extLst>
              <a:ext uri="{FF2B5EF4-FFF2-40B4-BE49-F238E27FC236}">
                <a16:creationId xmlns:a16="http://schemas.microsoft.com/office/drawing/2014/main" id="{43DC3A9D-1E2E-359A-3FBC-5A10C35CD143}"/>
              </a:ext>
            </a:extLst>
          </p:cNvPr>
          <p:cNvSpPr/>
          <p:nvPr/>
        </p:nvSpPr>
        <p:spPr>
          <a:xfrm>
            <a:off x="521208"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a:extLst>
              <a:ext uri="{FF2B5EF4-FFF2-40B4-BE49-F238E27FC236}">
                <a16:creationId xmlns:a16="http://schemas.microsoft.com/office/drawing/2014/main" id="{71D4606A-474D-1144-CE9A-26E9D7EA0EDB}"/>
              </a:ext>
            </a:extLst>
          </p:cNvPr>
          <p:cNvSpPr txBox="1"/>
          <p:nvPr/>
        </p:nvSpPr>
        <p:spPr>
          <a:xfrm>
            <a:off x="630936" y="4114800"/>
            <a:ext cx="777240" cy="276999"/>
          </a:xfrm>
          <a:prstGeom prst="rect">
            <a:avLst/>
          </a:prstGeom>
          <a:noFill/>
        </p:spPr>
        <p:txBody>
          <a:bodyPr wrap="square" lIns="0" tIns="0" rIns="0" bIns="0" anchor="t">
            <a:spAutoFit/>
          </a:bodyPr>
          <a:lstStyle/>
          <a:p>
            <a:pPr algn="l"/>
            <a:r>
              <a:rPr b="1">
                <a:solidFill>
                  <a:srgbClr val="1A5276"/>
                </a:solidFill>
                <a:latin typeface="Yu Gothic"/>
              </a:rPr>
              <a:t>A-3</a:t>
            </a:r>
          </a:p>
        </p:txBody>
      </p:sp>
      <p:sp>
        <p:nvSpPr>
          <p:cNvPr id="21" name="TextBox 20">
            <a:extLst>
              <a:ext uri="{FF2B5EF4-FFF2-40B4-BE49-F238E27FC236}">
                <a16:creationId xmlns:a16="http://schemas.microsoft.com/office/drawing/2014/main" id="{DC69A87B-6F7E-7425-B3FB-AC9995695DB0}"/>
              </a:ext>
            </a:extLst>
          </p:cNvPr>
          <p:cNvSpPr txBox="1"/>
          <p:nvPr/>
        </p:nvSpPr>
        <p:spPr>
          <a:xfrm>
            <a:off x="630936"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物質循環（C / N / P）</a:t>
            </a:r>
          </a:p>
        </p:txBody>
      </p:sp>
      <p:sp>
        <p:nvSpPr>
          <p:cNvPr id="22" name="Rectangle 21">
            <a:extLst>
              <a:ext uri="{FF2B5EF4-FFF2-40B4-BE49-F238E27FC236}">
                <a16:creationId xmlns:a16="http://schemas.microsoft.com/office/drawing/2014/main" id="{41C45151-2602-0154-CC69-27727AD69955}"/>
              </a:ext>
            </a:extLst>
          </p:cNvPr>
          <p:cNvSpPr/>
          <p:nvPr/>
        </p:nvSpPr>
        <p:spPr>
          <a:xfrm>
            <a:off x="3294126"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Rectangle 22">
            <a:extLst>
              <a:ext uri="{FF2B5EF4-FFF2-40B4-BE49-F238E27FC236}">
                <a16:creationId xmlns:a16="http://schemas.microsoft.com/office/drawing/2014/main" id="{62B3A131-D1D3-0B33-A175-4E7993295B6A}"/>
              </a:ext>
            </a:extLst>
          </p:cNvPr>
          <p:cNvSpPr/>
          <p:nvPr/>
        </p:nvSpPr>
        <p:spPr>
          <a:xfrm>
            <a:off x="3294126" y="1234440"/>
            <a:ext cx="2718054" cy="96012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4" name="TextBox 23">
            <a:extLst>
              <a:ext uri="{FF2B5EF4-FFF2-40B4-BE49-F238E27FC236}">
                <a16:creationId xmlns:a16="http://schemas.microsoft.com/office/drawing/2014/main" id="{E7581AD6-4953-4F5F-7A1B-FC9716905478}"/>
              </a:ext>
            </a:extLst>
          </p:cNvPr>
          <p:cNvSpPr txBox="1"/>
          <p:nvPr/>
        </p:nvSpPr>
        <p:spPr>
          <a:xfrm>
            <a:off x="3431286"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B</a:t>
            </a:r>
          </a:p>
        </p:txBody>
      </p:sp>
      <p:sp>
        <p:nvSpPr>
          <p:cNvPr id="25" name="TextBox 24">
            <a:extLst>
              <a:ext uri="{FF2B5EF4-FFF2-40B4-BE49-F238E27FC236}">
                <a16:creationId xmlns:a16="http://schemas.microsoft.com/office/drawing/2014/main" id="{0768AA80-F028-204A-D56C-256B7C0CE9E7}"/>
              </a:ext>
            </a:extLst>
          </p:cNvPr>
          <p:cNvSpPr txBox="1"/>
          <p:nvPr/>
        </p:nvSpPr>
        <p:spPr>
          <a:xfrm>
            <a:off x="4162806" y="1437501"/>
            <a:ext cx="1757934" cy="553998"/>
          </a:xfrm>
          <a:prstGeom prst="rect">
            <a:avLst/>
          </a:prstGeom>
          <a:noFill/>
        </p:spPr>
        <p:txBody>
          <a:bodyPr wrap="square" lIns="0" tIns="0" rIns="0" bIns="0" anchor="ctr">
            <a:spAutoFit/>
          </a:bodyPr>
          <a:lstStyle/>
          <a:p>
            <a:pPr algn="l"/>
            <a:r>
              <a:rPr b="1">
                <a:solidFill>
                  <a:srgbClr val="FFFFFF"/>
                </a:solidFill>
                <a:latin typeface="Yu Gothic"/>
              </a:rPr>
              <a:t>化学物質の</a:t>
            </a:r>
          </a:p>
          <a:p>
            <a:pPr algn="l"/>
            <a:r>
              <a:rPr b="1">
                <a:solidFill>
                  <a:srgbClr val="FFFFFF"/>
                </a:solidFill>
                <a:latin typeface="Yu Gothic"/>
              </a:rPr>
              <a:t>環境内動態</a:t>
            </a:r>
          </a:p>
        </p:txBody>
      </p:sp>
      <p:sp>
        <p:nvSpPr>
          <p:cNvPr id="26" name="Rectangle 25">
            <a:extLst>
              <a:ext uri="{FF2B5EF4-FFF2-40B4-BE49-F238E27FC236}">
                <a16:creationId xmlns:a16="http://schemas.microsoft.com/office/drawing/2014/main" id="{84F79D14-BF89-3510-687F-E4504FE3E584}"/>
              </a:ext>
            </a:extLst>
          </p:cNvPr>
          <p:cNvSpPr/>
          <p:nvPr/>
        </p:nvSpPr>
        <p:spPr>
          <a:xfrm>
            <a:off x="3403854"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a:extLst>
              <a:ext uri="{FF2B5EF4-FFF2-40B4-BE49-F238E27FC236}">
                <a16:creationId xmlns:a16="http://schemas.microsoft.com/office/drawing/2014/main" id="{357B3268-C40B-7C06-CC1F-088B4049E05B}"/>
              </a:ext>
            </a:extLst>
          </p:cNvPr>
          <p:cNvSpPr txBox="1"/>
          <p:nvPr/>
        </p:nvSpPr>
        <p:spPr>
          <a:xfrm>
            <a:off x="3513582" y="2432304"/>
            <a:ext cx="777240" cy="276999"/>
          </a:xfrm>
          <a:prstGeom prst="rect">
            <a:avLst/>
          </a:prstGeom>
          <a:noFill/>
        </p:spPr>
        <p:txBody>
          <a:bodyPr wrap="square" lIns="0" tIns="0" rIns="0" bIns="0" anchor="t">
            <a:spAutoFit/>
          </a:bodyPr>
          <a:lstStyle/>
          <a:p>
            <a:pPr algn="l"/>
            <a:r>
              <a:rPr b="1">
                <a:solidFill>
                  <a:srgbClr val="2980B9"/>
                </a:solidFill>
                <a:latin typeface="Yu Gothic"/>
              </a:rPr>
              <a:t>B-1</a:t>
            </a:r>
          </a:p>
        </p:txBody>
      </p:sp>
      <p:sp>
        <p:nvSpPr>
          <p:cNvPr id="28" name="TextBox 27">
            <a:extLst>
              <a:ext uri="{FF2B5EF4-FFF2-40B4-BE49-F238E27FC236}">
                <a16:creationId xmlns:a16="http://schemas.microsoft.com/office/drawing/2014/main" id="{6E1DEED7-81BD-E355-5C5F-47DCC388B2D8}"/>
              </a:ext>
            </a:extLst>
          </p:cNvPr>
          <p:cNvSpPr txBox="1"/>
          <p:nvPr/>
        </p:nvSpPr>
        <p:spPr>
          <a:xfrm>
            <a:off x="3513582"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環境中の化学物質</a:t>
            </a:r>
          </a:p>
        </p:txBody>
      </p:sp>
      <p:sp>
        <p:nvSpPr>
          <p:cNvPr id="29" name="Rectangle 28">
            <a:extLst>
              <a:ext uri="{FF2B5EF4-FFF2-40B4-BE49-F238E27FC236}">
                <a16:creationId xmlns:a16="http://schemas.microsoft.com/office/drawing/2014/main" id="{1B84C507-57E2-0EFA-2B5F-130FBCB3B8EB}"/>
              </a:ext>
            </a:extLst>
          </p:cNvPr>
          <p:cNvSpPr/>
          <p:nvPr/>
        </p:nvSpPr>
        <p:spPr>
          <a:xfrm>
            <a:off x="3403854"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a:extLst>
              <a:ext uri="{FF2B5EF4-FFF2-40B4-BE49-F238E27FC236}">
                <a16:creationId xmlns:a16="http://schemas.microsoft.com/office/drawing/2014/main" id="{EE1A5305-36C3-1173-0D95-AD7050C4E6D2}"/>
              </a:ext>
            </a:extLst>
          </p:cNvPr>
          <p:cNvSpPr txBox="1"/>
          <p:nvPr/>
        </p:nvSpPr>
        <p:spPr>
          <a:xfrm>
            <a:off x="3513582" y="3273552"/>
            <a:ext cx="777240" cy="276999"/>
          </a:xfrm>
          <a:prstGeom prst="rect">
            <a:avLst/>
          </a:prstGeom>
          <a:noFill/>
        </p:spPr>
        <p:txBody>
          <a:bodyPr wrap="square" lIns="0" tIns="0" rIns="0" bIns="0" anchor="t">
            <a:spAutoFit/>
          </a:bodyPr>
          <a:lstStyle/>
          <a:p>
            <a:pPr algn="l"/>
            <a:r>
              <a:rPr b="1">
                <a:solidFill>
                  <a:srgbClr val="2980B9"/>
                </a:solidFill>
                <a:latin typeface="Yu Gothic"/>
              </a:rPr>
              <a:t>B-2</a:t>
            </a:r>
          </a:p>
        </p:txBody>
      </p:sp>
      <p:sp>
        <p:nvSpPr>
          <p:cNvPr id="31" name="TextBox 30">
            <a:extLst>
              <a:ext uri="{FF2B5EF4-FFF2-40B4-BE49-F238E27FC236}">
                <a16:creationId xmlns:a16="http://schemas.microsoft.com/office/drawing/2014/main" id="{6EBCD5BB-16E2-2F51-3853-A9490ACF23CE}"/>
              </a:ext>
            </a:extLst>
          </p:cNvPr>
          <p:cNvSpPr txBox="1"/>
          <p:nvPr/>
        </p:nvSpPr>
        <p:spPr>
          <a:xfrm>
            <a:off x="3513582"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生物濃縮</a:t>
            </a:r>
          </a:p>
        </p:txBody>
      </p:sp>
      <p:sp>
        <p:nvSpPr>
          <p:cNvPr id="32" name="TextBox 31">
            <a:extLst>
              <a:ext uri="{FF2B5EF4-FFF2-40B4-BE49-F238E27FC236}">
                <a16:creationId xmlns:a16="http://schemas.microsoft.com/office/drawing/2014/main" id="{3196E5E4-4683-E2F4-8032-01102C534F6C}"/>
              </a:ext>
            </a:extLst>
          </p:cNvPr>
          <p:cNvSpPr txBox="1"/>
          <p:nvPr/>
        </p:nvSpPr>
        <p:spPr>
          <a:xfrm>
            <a:off x="4162806"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3" name="Rectangle 32">
            <a:extLst>
              <a:ext uri="{FF2B5EF4-FFF2-40B4-BE49-F238E27FC236}">
                <a16:creationId xmlns:a16="http://schemas.microsoft.com/office/drawing/2014/main" id="{0F260517-C784-275C-620B-75A469AB662C}"/>
              </a:ext>
            </a:extLst>
          </p:cNvPr>
          <p:cNvSpPr/>
          <p:nvPr/>
        </p:nvSpPr>
        <p:spPr>
          <a:xfrm>
            <a:off x="3403854"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TextBox 33">
            <a:extLst>
              <a:ext uri="{FF2B5EF4-FFF2-40B4-BE49-F238E27FC236}">
                <a16:creationId xmlns:a16="http://schemas.microsoft.com/office/drawing/2014/main" id="{9109F933-43D5-6E78-19F3-65AAC4BA7025}"/>
              </a:ext>
            </a:extLst>
          </p:cNvPr>
          <p:cNvSpPr txBox="1"/>
          <p:nvPr/>
        </p:nvSpPr>
        <p:spPr>
          <a:xfrm>
            <a:off x="3513582" y="4114800"/>
            <a:ext cx="777240" cy="276999"/>
          </a:xfrm>
          <a:prstGeom prst="rect">
            <a:avLst/>
          </a:prstGeom>
          <a:noFill/>
        </p:spPr>
        <p:txBody>
          <a:bodyPr wrap="square" lIns="0" tIns="0" rIns="0" bIns="0" anchor="t">
            <a:spAutoFit/>
          </a:bodyPr>
          <a:lstStyle/>
          <a:p>
            <a:pPr algn="l"/>
            <a:r>
              <a:rPr b="1">
                <a:solidFill>
                  <a:srgbClr val="2980B9"/>
                </a:solidFill>
                <a:latin typeface="Yu Gothic"/>
              </a:rPr>
              <a:t>B-3</a:t>
            </a:r>
          </a:p>
        </p:txBody>
      </p:sp>
      <p:sp>
        <p:nvSpPr>
          <p:cNvPr id="35" name="TextBox 34">
            <a:extLst>
              <a:ext uri="{FF2B5EF4-FFF2-40B4-BE49-F238E27FC236}">
                <a16:creationId xmlns:a16="http://schemas.microsoft.com/office/drawing/2014/main" id="{91E523D9-0C12-6596-550E-B11071F91ACE}"/>
              </a:ext>
            </a:extLst>
          </p:cNvPr>
          <p:cNvSpPr txBox="1"/>
          <p:nvPr/>
        </p:nvSpPr>
        <p:spPr>
          <a:xfrm>
            <a:off x="3513582"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POPsと化審法</a:t>
            </a:r>
          </a:p>
        </p:txBody>
      </p:sp>
      <p:sp>
        <p:nvSpPr>
          <p:cNvPr id="36" name="TextBox 35">
            <a:extLst>
              <a:ext uri="{FF2B5EF4-FFF2-40B4-BE49-F238E27FC236}">
                <a16:creationId xmlns:a16="http://schemas.microsoft.com/office/drawing/2014/main" id="{D0B7D8D7-6B31-D458-9E90-D607E3115850}"/>
              </a:ext>
            </a:extLst>
          </p:cNvPr>
          <p:cNvSpPr txBox="1"/>
          <p:nvPr/>
        </p:nvSpPr>
        <p:spPr>
          <a:xfrm>
            <a:off x="4162806" y="4096512"/>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7" name="Rectangle 36">
            <a:extLst>
              <a:ext uri="{FF2B5EF4-FFF2-40B4-BE49-F238E27FC236}">
                <a16:creationId xmlns:a16="http://schemas.microsoft.com/office/drawing/2014/main" id="{1071061C-BC8D-4ADA-946C-A7592A1590E1}"/>
              </a:ext>
            </a:extLst>
          </p:cNvPr>
          <p:cNvSpPr/>
          <p:nvPr/>
        </p:nvSpPr>
        <p:spPr>
          <a:xfrm>
            <a:off x="6176772" y="1234440"/>
            <a:ext cx="2718054" cy="4892040"/>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8" name="Rectangle 37">
            <a:extLst>
              <a:ext uri="{FF2B5EF4-FFF2-40B4-BE49-F238E27FC236}">
                <a16:creationId xmlns:a16="http://schemas.microsoft.com/office/drawing/2014/main" id="{1D881D53-1573-190D-9453-771328B932A3}"/>
              </a:ext>
            </a:extLst>
          </p:cNvPr>
          <p:cNvSpPr/>
          <p:nvPr/>
        </p:nvSpPr>
        <p:spPr>
          <a:xfrm>
            <a:off x="6176772" y="1234440"/>
            <a:ext cx="2718054" cy="96012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a:extLst>
              <a:ext uri="{FF2B5EF4-FFF2-40B4-BE49-F238E27FC236}">
                <a16:creationId xmlns:a16="http://schemas.microsoft.com/office/drawing/2014/main" id="{D557B51B-39B8-21FB-7845-5A32A06857A8}"/>
              </a:ext>
            </a:extLst>
          </p:cNvPr>
          <p:cNvSpPr txBox="1"/>
          <p:nvPr/>
        </p:nvSpPr>
        <p:spPr>
          <a:xfrm>
            <a:off x="6313932"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C</a:t>
            </a:r>
          </a:p>
        </p:txBody>
      </p:sp>
      <p:sp>
        <p:nvSpPr>
          <p:cNvPr id="40" name="TextBox 39">
            <a:extLst>
              <a:ext uri="{FF2B5EF4-FFF2-40B4-BE49-F238E27FC236}">
                <a16:creationId xmlns:a16="http://schemas.microsoft.com/office/drawing/2014/main" id="{9BC907E5-3E56-E22D-42CE-49996DA32DAE}"/>
              </a:ext>
            </a:extLst>
          </p:cNvPr>
          <p:cNvSpPr txBox="1"/>
          <p:nvPr/>
        </p:nvSpPr>
        <p:spPr>
          <a:xfrm>
            <a:off x="7045452"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地球環境問題と</a:t>
            </a:r>
          </a:p>
          <a:p>
            <a:pPr algn="l"/>
            <a:r>
              <a:rPr b="1">
                <a:solidFill>
                  <a:srgbClr val="FFFFFF"/>
                </a:solidFill>
                <a:latin typeface="Yu Gothic"/>
              </a:rPr>
              <a:t>国際的取り組み</a:t>
            </a:r>
          </a:p>
        </p:txBody>
      </p:sp>
      <p:sp>
        <p:nvSpPr>
          <p:cNvPr id="41" name="Rectangle 40">
            <a:extLst>
              <a:ext uri="{FF2B5EF4-FFF2-40B4-BE49-F238E27FC236}">
                <a16:creationId xmlns:a16="http://schemas.microsoft.com/office/drawing/2014/main" id="{5CE9A437-ECF2-4EBD-0FE8-D63EC87E7321}"/>
              </a:ext>
            </a:extLst>
          </p:cNvPr>
          <p:cNvSpPr/>
          <p:nvPr/>
        </p:nvSpPr>
        <p:spPr>
          <a:xfrm>
            <a:off x="6286500" y="2359152"/>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2" name="TextBox 41">
            <a:extLst>
              <a:ext uri="{FF2B5EF4-FFF2-40B4-BE49-F238E27FC236}">
                <a16:creationId xmlns:a16="http://schemas.microsoft.com/office/drawing/2014/main" id="{CE12CAF0-8CF0-0EA9-45FE-FAB1B8596BDD}"/>
              </a:ext>
            </a:extLst>
          </p:cNvPr>
          <p:cNvSpPr txBox="1"/>
          <p:nvPr/>
        </p:nvSpPr>
        <p:spPr>
          <a:xfrm>
            <a:off x="6396228" y="2432304"/>
            <a:ext cx="777240" cy="276999"/>
          </a:xfrm>
          <a:prstGeom prst="rect">
            <a:avLst/>
          </a:prstGeom>
          <a:noFill/>
        </p:spPr>
        <p:txBody>
          <a:bodyPr wrap="square" lIns="0" tIns="0" rIns="0" bIns="0" anchor="t">
            <a:spAutoFit/>
          </a:bodyPr>
          <a:lstStyle/>
          <a:p>
            <a:pPr algn="l"/>
            <a:r>
              <a:rPr b="1">
                <a:solidFill>
                  <a:srgbClr val="E67E22"/>
                </a:solidFill>
                <a:latin typeface="Yu Gothic"/>
              </a:rPr>
              <a:t>C-1</a:t>
            </a:r>
          </a:p>
        </p:txBody>
      </p:sp>
      <p:sp>
        <p:nvSpPr>
          <p:cNvPr id="43" name="TextBox 42">
            <a:extLst>
              <a:ext uri="{FF2B5EF4-FFF2-40B4-BE49-F238E27FC236}">
                <a16:creationId xmlns:a16="http://schemas.microsoft.com/office/drawing/2014/main" id="{229FAD5A-892A-AA85-118B-D4A20DD0EFB1}"/>
              </a:ext>
            </a:extLst>
          </p:cNvPr>
          <p:cNvSpPr txBox="1"/>
          <p:nvPr/>
        </p:nvSpPr>
        <p:spPr>
          <a:xfrm>
            <a:off x="6396228"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オゾン層破壊</a:t>
            </a:r>
          </a:p>
        </p:txBody>
      </p:sp>
      <p:sp>
        <p:nvSpPr>
          <p:cNvPr id="44" name="TextBox 43">
            <a:extLst>
              <a:ext uri="{FF2B5EF4-FFF2-40B4-BE49-F238E27FC236}">
                <a16:creationId xmlns:a16="http://schemas.microsoft.com/office/drawing/2014/main" id="{2F889183-046E-4958-F40D-15DA024BDE7C}"/>
              </a:ext>
            </a:extLst>
          </p:cNvPr>
          <p:cNvSpPr txBox="1"/>
          <p:nvPr/>
        </p:nvSpPr>
        <p:spPr>
          <a:xfrm>
            <a:off x="7045452"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5" name="Rectangle 44">
            <a:extLst>
              <a:ext uri="{FF2B5EF4-FFF2-40B4-BE49-F238E27FC236}">
                <a16:creationId xmlns:a16="http://schemas.microsoft.com/office/drawing/2014/main" id="{DFA11729-1E49-BFED-CD91-95910BABFC2E}"/>
              </a:ext>
            </a:extLst>
          </p:cNvPr>
          <p:cNvSpPr/>
          <p:nvPr/>
        </p:nvSpPr>
        <p:spPr>
          <a:xfrm>
            <a:off x="6286500" y="3079699"/>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6" name="TextBox 45">
            <a:extLst>
              <a:ext uri="{FF2B5EF4-FFF2-40B4-BE49-F238E27FC236}">
                <a16:creationId xmlns:a16="http://schemas.microsoft.com/office/drawing/2014/main" id="{5478DEF9-110E-A461-B3ED-C971ADEFAC8D}"/>
              </a:ext>
            </a:extLst>
          </p:cNvPr>
          <p:cNvSpPr txBox="1"/>
          <p:nvPr/>
        </p:nvSpPr>
        <p:spPr>
          <a:xfrm>
            <a:off x="6396228" y="3152851"/>
            <a:ext cx="777240" cy="276999"/>
          </a:xfrm>
          <a:prstGeom prst="rect">
            <a:avLst/>
          </a:prstGeom>
          <a:noFill/>
        </p:spPr>
        <p:txBody>
          <a:bodyPr wrap="square" lIns="0" tIns="0" rIns="0" bIns="0" anchor="t">
            <a:spAutoFit/>
          </a:bodyPr>
          <a:lstStyle/>
          <a:p>
            <a:pPr algn="l"/>
            <a:r>
              <a:rPr b="1">
                <a:solidFill>
                  <a:srgbClr val="E67E22"/>
                </a:solidFill>
                <a:latin typeface="Yu Gothic"/>
              </a:rPr>
              <a:t>C-2</a:t>
            </a:r>
          </a:p>
        </p:txBody>
      </p:sp>
      <p:sp>
        <p:nvSpPr>
          <p:cNvPr id="47" name="TextBox 46">
            <a:extLst>
              <a:ext uri="{FF2B5EF4-FFF2-40B4-BE49-F238E27FC236}">
                <a16:creationId xmlns:a16="http://schemas.microsoft.com/office/drawing/2014/main" id="{7BD6A66A-2164-0677-5169-F9ECB084C299}"/>
              </a:ext>
            </a:extLst>
          </p:cNvPr>
          <p:cNvSpPr txBox="1"/>
          <p:nvPr/>
        </p:nvSpPr>
        <p:spPr>
          <a:xfrm>
            <a:off x="6396228" y="3445459"/>
            <a:ext cx="2279142" cy="246221"/>
          </a:xfrm>
          <a:prstGeom prst="rect">
            <a:avLst/>
          </a:prstGeom>
          <a:noFill/>
        </p:spPr>
        <p:txBody>
          <a:bodyPr wrap="square" lIns="0" tIns="0" rIns="0" bIns="0" anchor="t">
            <a:spAutoFit/>
          </a:bodyPr>
          <a:lstStyle/>
          <a:p>
            <a:pPr algn="l"/>
            <a:r>
              <a:rPr sz="1600" b="0">
                <a:solidFill>
                  <a:srgbClr val="2C3E50"/>
                </a:solidFill>
                <a:latin typeface="Yu Gothic"/>
              </a:rPr>
              <a:t>地球温暖化</a:t>
            </a:r>
          </a:p>
        </p:txBody>
      </p:sp>
      <p:sp>
        <p:nvSpPr>
          <p:cNvPr id="48" name="TextBox 47">
            <a:extLst>
              <a:ext uri="{FF2B5EF4-FFF2-40B4-BE49-F238E27FC236}">
                <a16:creationId xmlns:a16="http://schemas.microsoft.com/office/drawing/2014/main" id="{E1DBE5CE-8E8D-3C94-78E8-4895815CE8AF}"/>
              </a:ext>
            </a:extLst>
          </p:cNvPr>
          <p:cNvSpPr txBox="1"/>
          <p:nvPr/>
        </p:nvSpPr>
        <p:spPr>
          <a:xfrm>
            <a:off x="7045452" y="3134563"/>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9" name="Rectangle 48">
            <a:extLst>
              <a:ext uri="{FF2B5EF4-FFF2-40B4-BE49-F238E27FC236}">
                <a16:creationId xmlns:a16="http://schemas.microsoft.com/office/drawing/2014/main" id="{641851A1-D64A-D209-9A16-4BD57F89EB99}"/>
              </a:ext>
            </a:extLst>
          </p:cNvPr>
          <p:cNvSpPr/>
          <p:nvPr/>
        </p:nvSpPr>
        <p:spPr>
          <a:xfrm>
            <a:off x="6286500" y="3800246"/>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0" name="TextBox 49">
            <a:extLst>
              <a:ext uri="{FF2B5EF4-FFF2-40B4-BE49-F238E27FC236}">
                <a16:creationId xmlns:a16="http://schemas.microsoft.com/office/drawing/2014/main" id="{42A92D1A-B88A-1B9F-172E-65B2A05182B6}"/>
              </a:ext>
            </a:extLst>
          </p:cNvPr>
          <p:cNvSpPr txBox="1"/>
          <p:nvPr/>
        </p:nvSpPr>
        <p:spPr>
          <a:xfrm>
            <a:off x="6396228" y="3873398"/>
            <a:ext cx="777240" cy="276999"/>
          </a:xfrm>
          <a:prstGeom prst="rect">
            <a:avLst/>
          </a:prstGeom>
          <a:noFill/>
        </p:spPr>
        <p:txBody>
          <a:bodyPr wrap="square" lIns="0" tIns="0" rIns="0" bIns="0" anchor="t">
            <a:spAutoFit/>
          </a:bodyPr>
          <a:lstStyle/>
          <a:p>
            <a:pPr algn="l"/>
            <a:r>
              <a:rPr b="1">
                <a:solidFill>
                  <a:srgbClr val="E67E22"/>
                </a:solidFill>
                <a:latin typeface="Yu Gothic"/>
              </a:rPr>
              <a:t>C-3</a:t>
            </a:r>
          </a:p>
        </p:txBody>
      </p:sp>
      <p:sp>
        <p:nvSpPr>
          <p:cNvPr id="51" name="TextBox 50">
            <a:extLst>
              <a:ext uri="{FF2B5EF4-FFF2-40B4-BE49-F238E27FC236}">
                <a16:creationId xmlns:a16="http://schemas.microsoft.com/office/drawing/2014/main" id="{17CB28B6-7CDE-F472-01C1-78A8EB4176E1}"/>
              </a:ext>
            </a:extLst>
          </p:cNvPr>
          <p:cNvSpPr txBox="1"/>
          <p:nvPr/>
        </p:nvSpPr>
        <p:spPr>
          <a:xfrm>
            <a:off x="6396228" y="4166006"/>
            <a:ext cx="2279142" cy="246221"/>
          </a:xfrm>
          <a:prstGeom prst="rect">
            <a:avLst/>
          </a:prstGeom>
          <a:noFill/>
        </p:spPr>
        <p:txBody>
          <a:bodyPr wrap="square" lIns="0" tIns="0" rIns="0" bIns="0" anchor="t">
            <a:spAutoFit/>
          </a:bodyPr>
          <a:lstStyle/>
          <a:p>
            <a:pPr algn="l"/>
            <a:r>
              <a:rPr sz="1600" b="0">
                <a:solidFill>
                  <a:srgbClr val="2C3E50"/>
                </a:solidFill>
                <a:latin typeface="Yu Gothic"/>
              </a:rPr>
              <a:t>酸性雨</a:t>
            </a:r>
          </a:p>
        </p:txBody>
      </p:sp>
      <p:sp>
        <p:nvSpPr>
          <p:cNvPr id="52" name="TextBox 51">
            <a:extLst>
              <a:ext uri="{FF2B5EF4-FFF2-40B4-BE49-F238E27FC236}">
                <a16:creationId xmlns:a16="http://schemas.microsoft.com/office/drawing/2014/main" id="{A7BD71E2-8D75-364C-F3C8-430B47B362F2}"/>
              </a:ext>
            </a:extLst>
          </p:cNvPr>
          <p:cNvSpPr txBox="1"/>
          <p:nvPr/>
        </p:nvSpPr>
        <p:spPr>
          <a:xfrm>
            <a:off x="7045452" y="3855110"/>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53" name="Rectangle 52">
            <a:extLst>
              <a:ext uri="{FF2B5EF4-FFF2-40B4-BE49-F238E27FC236}">
                <a16:creationId xmlns:a16="http://schemas.microsoft.com/office/drawing/2014/main" id="{AFF7C926-271F-F39B-130A-9CA6BBB0251D}"/>
              </a:ext>
            </a:extLst>
          </p:cNvPr>
          <p:cNvSpPr/>
          <p:nvPr/>
        </p:nvSpPr>
        <p:spPr>
          <a:xfrm>
            <a:off x="6286500" y="4520793"/>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4" name="TextBox 53">
            <a:extLst>
              <a:ext uri="{FF2B5EF4-FFF2-40B4-BE49-F238E27FC236}">
                <a16:creationId xmlns:a16="http://schemas.microsoft.com/office/drawing/2014/main" id="{DA174A00-D0D8-F010-72CB-6AF8000C621B}"/>
              </a:ext>
            </a:extLst>
          </p:cNvPr>
          <p:cNvSpPr txBox="1"/>
          <p:nvPr/>
        </p:nvSpPr>
        <p:spPr>
          <a:xfrm>
            <a:off x="6396228" y="4593945"/>
            <a:ext cx="777240" cy="276999"/>
          </a:xfrm>
          <a:prstGeom prst="rect">
            <a:avLst/>
          </a:prstGeom>
          <a:noFill/>
        </p:spPr>
        <p:txBody>
          <a:bodyPr wrap="square" lIns="0" tIns="0" rIns="0" bIns="0" anchor="t">
            <a:spAutoFit/>
          </a:bodyPr>
          <a:lstStyle/>
          <a:p>
            <a:pPr algn="l"/>
            <a:r>
              <a:rPr b="1">
                <a:solidFill>
                  <a:srgbClr val="E67E22"/>
                </a:solidFill>
                <a:latin typeface="Yu Gothic"/>
              </a:rPr>
              <a:t>C-4</a:t>
            </a:r>
          </a:p>
        </p:txBody>
      </p:sp>
      <p:sp>
        <p:nvSpPr>
          <p:cNvPr id="55" name="TextBox 54">
            <a:extLst>
              <a:ext uri="{FF2B5EF4-FFF2-40B4-BE49-F238E27FC236}">
                <a16:creationId xmlns:a16="http://schemas.microsoft.com/office/drawing/2014/main" id="{78470CF5-5DFF-D832-E692-93CE709DDB5F}"/>
              </a:ext>
            </a:extLst>
          </p:cNvPr>
          <p:cNvSpPr txBox="1"/>
          <p:nvPr/>
        </p:nvSpPr>
        <p:spPr>
          <a:xfrm>
            <a:off x="6396228" y="4886553"/>
            <a:ext cx="2279142" cy="246221"/>
          </a:xfrm>
          <a:prstGeom prst="rect">
            <a:avLst/>
          </a:prstGeom>
          <a:noFill/>
        </p:spPr>
        <p:txBody>
          <a:bodyPr wrap="square" lIns="0" tIns="0" rIns="0" bIns="0" anchor="t">
            <a:spAutoFit/>
          </a:bodyPr>
          <a:lstStyle/>
          <a:p>
            <a:pPr algn="l"/>
            <a:r>
              <a:rPr sz="1600" b="0">
                <a:solidFill>
                  <a:srgbClr val="2C3E50"/>
                </a:solidFill>
                <a:latin typeface="Yu Gothic"/>
              </a:rPr>
              <a:t>海洋汚染・生物多様性</a:t>
            </a:r>
          </a:p>
        </p:txBody>
      </p:sp>
      <p:sp>
        <p:nvSpPr>
          <p:cNvPr id="56" name="Rectangle 55">
            <a:extLst>
              <a:ext uri="{FF2B5EF4-FFF2-40B4-BE49-F238E27FC236}">
                <a16:creationId xmlns:a16="http://schemas.microsoft.com/office/drawing/2014/main" id="{01973A58-EFC3-B3DE-FA18-CE65EC264934}"/>
              </a:ext>
            </a:extLst>
          </p:cNvPr>
          <p:cNvSpPr/>
          <p:nvPr/>
        </p:nvSpPr>
        <p:spPr>
          <a:xfrm>
            <a:off x="6286500" y="5241340"/>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a:extLst>
              <a:ext uri="{FF2B5EF4-FFF2-40B4-BE49-F238E27FC236}">
                <a16:creationId xmlns:a16="http://schemas.microsoft.com/office/drawing/2014/main" id="{611CC482-E10B-0BE0-3EB5-51D8CD3DA7C7}"/>
              </a:ext>
            </a:extLst>
          </p:cNvPr>
          <p:cNvSpPr txBox="1"/>
          <p:nvPr/>
        </p:nvSpPr>
        <p:spPr>
          <a:xfrm>
            <a:off x="6396228" y="5314492"/>
            <a:ext cx="777240" cy="276999"/>
          </a:xfrm>
          <a:prstGeom prst="rect">
            <a:avLst/>
          </a:prstGeom>
          <a:noFill/>
        </p:spPr>
        <p:txBody>
          <a:bodyPr wrap="square" lIns="0" tIns="0" rIns="0" bIns="0" anchor="t">
            <a:spAutoFit/>
          </a:bodyPr>
          <a:lstStyle/>
          <a:p>
            <a:pPr algn="l"/>
            <a:r>
              <a:rPr b="1">
                <a:solidFill>
                  <a:srgbClr val="E67E22"/>
                </a:solidFill>
                <a:latin typeface="Yu Gothic"/>
              </a:rPr>
              <a:t>C-5</a:t>
            </a:r>
          </a:p>
        </p:txBody>
      </p:sp>
      <p:sp>
        <p:nvSpPr>
          <p:cNvPr id="58" name="TextBox 57">
            <a:extLst>
              <a:ext uri="{FF2B5EF4-FFF2-40B4-BE49-F238E27FC236}">
                <a16:creationId xmlns:a16="http://schemas.microsoft.com/office/drawing/2014/main" id="{2052AADA-00A9-30FD-AFE6-1B885E7AA71D}"/>
              </a:ext>
            </a:extLst>
          </p:cNvPr>
          <p:cNvSpPr txBox="1"/>
          <p:nvPr/>
        </p:nvSpPr>
        <p:spPr>
          <a:xfrm>
            <a:off x="6396228" y="5607100"/>
            <a:ext cx="2279142" cy="246221"/>
          </a:xfrm>
          <a:prstGeom prst="rect">
            <a:avLst/>
          </a:prstGeom>
          <a:noFill/>
        </p:spPr>
        <p:txBody>
          <a:bodyPr wrap="square" lIns="0" tIns="0" rIns="0" bIns="0" anchor="t">
            <a:spAutoFit/>
          </a:bodyPr>
          <a:lstStyle/>
          <a:p>
            <a:pPr algn="l"/>
            <a:r>
              <a:rPr sz="1600" b="0">
                <a:solidFill>
                  <a:srgbClr val="2C3E50"/>
                </a:solidFill>
                <a:latin typeface="Yu Gothic"/>
              </a:rPr>
              <a:t>公害から環境法へ</a:t>
            </a:r>
          </a:p>
        </p:txBody>
      </p:sp>
      <p:sp>
        <p:nvSpPr>
          <p:cNvPr id="59" name="Rectangle 58">
            <a:extLst>
              <a:ext uri="{FF2B5EF4-FFF2-40B4-BE49-F238E27FC236}">
                <a16:creationId xmlns:a16="http://schemas.microsoft.com/office/drawing/2014/main" id="{4F4698C0-1D3C-12E4-D1A5-6171593717ED}"/>
              </a:ext>
            </a:extLst>
          </p:cNvPr>
          <p:cNvSpPr/>
          <p:nvPr/>
        </p:nvSpPr>
        <p:spPr>
          <a:xfrm>
            <a:off x="9059418" y="1234440"/>
            <a:ext cx="2718054" cy="4892040"/>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0" name="Rectangle 59">
            <a:extLst>
              <a:ext uri="{FF2B5EF4-FFF2-40B4-BE49-F238E27FC236}">
                <a16:creationId xmlns:a16="http://schemas.microsoft.com/office/drawing/2014/main" id="{61871E4C-FB11-5C1A-8848-9CF7A34EFE05}"/>
              </a:ext>
            </a:extLst>
          </p:cNvPr>
          <p:cNvSpPr/>
          <p:nvPr/>
        </p:nvSpPr>
        <p:spPr>
          <a:xfrm>
            <a:off x="9059418" y="1234440"/>
            <a:ext cx="2718054" cy="960120"/>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a:extLst>
              <a:ext uri="{FF2B5EF4-FFF2-40B4-BE49-F238E27FC236}">
                <a16:creationId xmlns:a16="http://schemas.microsoft.com/office/drawing/2014/main" id="{CB228704-5ECE-A3C8-9AD7-9E568BCC3440}"/>
              </a:ext>
            </a:extLst>
          </p:cNvPr>
          <p:cNvSpPr txBox="1"/>
          <p:nvPr/>
        </p:nvSpPr>
        <p:spPr>
          <a:xfrm>
            <a:off x="9196578"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D</a:t>
            </a:r>
          </a:p>
        </p:txBody>
      </p:sp>
      <p:sp>
        <p:nvSpPr>
          <p:cNvPr id="62" name="TextBox 61">
            <a:extLst>
              <a:ext uri="{FF2B5EF4-FFF2-40B4-BE49-F238E27FC236}">
                <a16:creationId xmlns:a16="http://schemas.microsoft.com/office/drawing/2014/main" id="{599A8BBF-39CE-3057-7444-DF593B124B4F}"/>
              </a:ext>
            </a:extLst>
          </p:cNvPr>
          <p:cNvSpPr txBox="1"/>
          <p:nvPr/>
        </p:nvSpPr>
        <p:spPr>
          <a:xfrm>
            <a:off x="9928098" y="1299001"/>
            <a:ext cx="1757934" cy="830997"/>
          </a:xfrm>
          <a:prstGeom prst="rect">
            <a:avLst/>
          </a:prstGeom>
          <a:noFill/>
        </p:spPr>
        <p:txBody>
          <a:bodyPr wrap="square" lIns="0" tIns="0" rIns="0" bIns="0" anchor="ctr">
            <a:spAutoFit/>
          </a:bodyPr>
          <a:lstStyle/>
          <a:p>
            <a:pPr algn="l"/>
            <a:r>
              <a:rPr b="1">
                <a:solidFill>
                  <a:srgbClr val="FFFFFF"/>
                </a:solidFill>
                <a:latin typeface="Yu Gothic"/>
              </a:rPr>
              <a:t>環境リスク評価と</a:t>
            </a:r>
          </a:p>
          <a:p>
            <a:pPr algn="l"/>
            <a:r>
              <a:rPr b="1">
                <a:solidFill>
                  <a:srgbClr val="FFFFFF"/>
                </a:solidFill>
                <a:latin typeface="Yu Gothic"/>
              </a:rPr>
              <a:t>リスコミ</a:t>
            </a:r>
          </a:p>
        </p:txBody>
      </p:sp>
      <p:sp>
        <p:nvSpPr>
          <p:cNvPr id="63" name="Rectangle 62">
            <a:extLst>
              <a:ext uri="{FF2B5EF4-FFF2-40B4-BE49-F238E27FC236}">
                <a16:creationId xmlns:a16="http://schemas.microsoft.com/office/drawing/2014/main" id="{AA3791C3-DF37-1999-C517-8694E5FD338E}"/>
              </a:ext>
            </a:extLst>
          </p:cNvPr>
          <p:cNvSpPr/>
          <p:nvPr/>
        </p:nvSpPr>
        <p:spPr>
          <a:xfrm>
            <a:off x="9169146"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4" name="TextBox 63">
            <a:extLst>
              <a:ext uri="{FF2B5EF4-FFF2-40B4-BE49-F238E27FC236}">
                <a16:creationId xmlns:a16="http://schemas.microsoft.com/office/drawing/2014/main" id="{F97FC4C5-A171-DD9A-880F-C9F65FFB3E90}"/>
              </a:ext>
            </a:extLst>
          </p:cNvPr>
          <p:cNvSpPr txBox="1"/>
          <p:nvPr/>
        </p:nvSpPr>
        <p:spPr>
          <a:xfrm>
            <a:off x="9278874" y="2432304"/>
            <a:ext cx="777240" cy="276999"/>
          </a:xfrm>
          <a:prstGeom prst="rect">
            <a:avLst/>
          </a:prstGeom>
          <a:noFill/>
        </p:spPr>
        <p:txBody>
          <a:bodyPr wrap="square" lIns="0" tIns="0" rIns="0" bIns="0" anchor="t">
            <a:spAutoFit/>
          </a:bodyPr>
          <a:lstStyle/>
          <a:p>
            <a:pPr algn="l"/>
            <a:r>
              <a:rPr b="1">
                <a:solidFill>
                  <a:srgbClr val="8E44AD"/>
                </a:solidFill>
                <a:latin typeface="Yu Gothic"/>
              </a:rPr>
              <a:t>D-1</a:t>
            </a:r>
          </a:p>
        </p:txBody>
      </p:sp>
      <p:sp>
        <p:nvSpPr>
          <p:cNvPr id="65" name="TextBox 64">
            <a:extLst>
              <a:ext uri="{FF2B5EF4-FFF2-40B4-BE49-F238E27FC236}">
                <a16:creationId xmlns:a16="http://schemas.microsoft.com/office/drawing/2014/main" id="{06FD3166-C5E8-6C1A-0AD4-5430078E53BE}"/>
              </a:ext>
            </a:extLst>
          </p:cNvPr>
          <p:cNvSpPr txBox="1"/>
          <p:nvPr/>
        </p:nvSpPr>
        <p:spPr>
          <a:xfrm>
            <a:off x="9278874"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リスク評価の基本</a:t>
            </a:r>
          </a:p>
        </p:txBody>
      </p:sp>
      <p:sp>
        <p:nvSpPr>
          <p:cNvPr id="66" name="TextBox 65">
            <a:extLst>
              <a:ext uri="{FF2B5EF4-FFF2-40B4-BE49-F238E27FC236}">
                <a16:creationId xmlns:a16="http://schemas.microsoft.com/office/drawing/2014/main" id="{98091CFA-11AF-ABAF-5F44-38E399AB7156}"/>
              </a:ext>
            </a:extLst>
          </p:cNvPr>
          <p:cNvSpPr txBox="1"/>
          <p:nvPr/>
        </p:nvSpPr>
        <p:spPr>
          <a:xfrm>
            <a:off x="9928098"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67" name="Rectangle 66">
            <a:extLst>
              <a:ext uri="{FF2B5EF4-FFF2-40B4-BE49-F238E27FC236}">
                <a16:creationId xmlns:a16="http://schemas.microsoft.com/office/drawing/2014/main" id="{9E27960C-748E-3818-32D6-1F0009569D09}"/>
              </a:ext>
            </a:extLst>
          </p:cNvPr>
          <p:cNvSpPr/>
          <p:nvPr/>
        </p:nvSpPr>
        <p:spPr>
          <a:xfrm>
            <a:off x="9169146"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8" name="TextBox 67">
            <a:extLst>
              <a:ext uri="{FF2B5EF4-FFF2-40B4-BE49-F238E27FC236}">
                <a16:creationId xmlns:a16="http://schemas.microsoft.com/office/drawing/2014/main" id="{635BE2DC-D4C2-8E4E-7576-124339D08E0A}"/>
              </a:ext>
            </a:extLst>
          </p:cNvPr>
          <p:cNvSpPr txBox="1"/>
          <p:nvPr/>
        </p:nvSpPr>
        <p:spPr>
          <a:xfrm>
            <a:off x="9278874" y="3273552"/>
            <a:ext cx="777240" cy="276999"/>
          </a:xfrm>
          <a:prstGeom prst="rect">
            <a:avLst/>
          </a:prstGeom>
          <a:noFill/>
        </p:spPr>
        <p:txBody>
          <a:bodyPr wrap="square" lIns="0" tIns="0" rIns="0" bIns="0" anchor="t">
            <a:spAutoFit/>
          </a:bodyPr>
          <a:lstStyle/>
          <a:p>
            <a:pPr algn="l"/>
            <a:r>
              <a:rPr b="1">
                <a:solidFill>
                  <a:srgbClr val="8E44AD"/>
                </a:solidFill>
                <a:latin typeface="Yu Gothic"/>
              </a:rPr>
              <a:t>D-2</a:t>
            </a:r>
          </a:p>
        </p:txBody>
      </p:sp>
      <p:sp>
        <p:nvSpPr>
          <p:cNvPr id="69" name="TextBox 68">
            <a:extLst>
              <a:ext uri="{FF2B5EF4-FFF2-40B4-BE49-F238E27FC236}">
                <a16:creationId xmlns:a16="http://schemas.microsoft.com/office/drawing/2014/main" id="{423BDE79-5AB3-921D-D0E6-87092B4274C2}"/>
              </a:ext>
            </a:extLst>
          </p:cNvPr>
          <p:cNvSpPr txBox="1"/>
          <p:nvPr/>
        </p:nvSpPr>
        <p:spPr>
          <a:xfrm>
            <a:off x="9278874"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ADI / VSD / ARfD</a:t>
            </a:r>
          </a:p>
        </p:txBody>
      </p:sp>
      <p:sp>
        <p:nvSpPr>
          <p:cNvPr id="70" name="TextBox 69">
            <a:extLst>
              <a:ext uri="{FF2B5EF4-FFF2-40B4-BE49-F238E27FC236}">
                <a16:creationId xmlns:a16="http://schemas.microsoft.com/office/drawing/2014/main" id="{69F7129C-E9E0-BE29-636A-448E4405EDDF}"/>
              </a:ext>
            </a:extLst>
          </p:cNvPr>
          <p:cNvSpPr txBox="1"/>
          <p:nvPr/>
        </p:nvSpPr>
        <p:spPr>
          <a:xfrm>
            <a:off x="9928098"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71" name="Rectangle 70">
            <a:extLst>
              <a:ext uri="{FF2B5EF4-FFF2-40B4-BE49-F238E27FC236}">
                <a16:creationId xmlns:a16="http://schemas.microsoft.com/office/drawing/2014/main" id="{F9E778B7-8AD3-94B0-9A5A-D59A7ECE546E}"/>
              </a:ext>
            </a:extLst>
          </p:cNvPr>
          <p:cNvSpPr/>
          <p:nvPr/>
        </p:nvSpPr>
        <p:spPr>
          <a:xfrm>
            <a:off x="9169146"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2" name="TextBox 71">
            <a:extLst>
              <a:ext uri="{FF2B5EF4-FFF2-40B4-BE49-F238E27FC236}">
                <a16:creationId xmlns:a16="http://schemas.microsoft.com/office/drawing/2014/main" id="{D0867D81-DDEF-C3D4-3F57-AEF32CF577E6}"/>
              </a:ext>
            </a:extLst>
          </p:cNvPr>
          <p:cNvSpPr txBox="1"/>
          <p:nvPr/>
        </p:nvSpPr>
        <p:spPr>
          <a:xfrm>
            <a:off x="9278874" y="4114800"/>
            <a:ext cx="777240" cy="276999"/>
          </a:xfrm>
          <a:prstGeom prst="rect">
            <a:avLst/>
          </a:prstGeom>
          <a:noFill/>
        </p:spPr>
        <p:txBody>
          <a:bodyPr wrap="square" lIns="0" tIns="0" rIns="0" bIns="0" anchor="t">
            <a:spAutoFit/>
          </a:bodyPr>
          <a:lstStyle/>
          <a:p>
            <a:pPr algn="l"/>
            <a:r>
              <a:rPr b="1">
                <a:solidFill>
                  <a:srgbClr val="8E44AD"/>
                </a:solidFill>
                <a:latin typeface="Yu Gothic"/>
              </a:rPr>
              <a:t>D-3</a:t>
            </a:r>
          </a:p>
        </p:txBody>
      </p:sp>
      <p:sp>
        <p:nvSpPr>
          <p:cNvPr id="73" name="TextBox 72">
            <a:extLst>
              <a:ext uri="{FF2B5EF4-FFF2-40B4-BE49-F238E27FC236}">
                <a16:creationId xmlns:a16="http://schemas.microsoft.com/office/drawing/2014/main" id="{B57AF357-FFDB-8E59-0BC3-AC2616AE5037}"/>
              </a:ext>
            </a:extLst>
          </p:cNvPr>
          <p:cNvSpPr txBox="1"/>
          <p:nvPr/>
        </p:nvSpPr>
        <p:spPr>
          <a:xfrm>
            <a:off x="9278874" y="4407408"/>
            <a:ext cx="2628900" cy="279400"/>
          </a:xfrm>
          <a:prstGeom prst="rect">
            <a:avLst/>
          </a:prstGeom>
          <a:noFill/>
        </p:spPr>
        <p:txBody>
          <a:bodyPr wrap="square" lIns="0" tIns="0" rIns="0" bIns="0" anchor="t">
            <a:spAutoFit/>
          </a:bodyPr>
          <a:lstStyle/>
          <a:p>
            <a:pPr algn="l"/>
            <a:r>
              <a:rPr sz="1600" b="0">
                <a:solidFill>
                  <a:srgbClr val="2C3E50"/>
                </a:solidFill>
                <a:latin typeface="Yu Gothic"/>
              </a:rPr>
              <a:t>リスクコミュニケーション</a:t>
            </a:r>
          </a:p>
        </p:txBody>
      </p:sp>
    </p:spTree>
    <p:extLst>
      <p:ext uri="{BB962C8B-B14F-4D97-AF65-F5344CB8AC3E}">
        <p14:creationId xmlns:p14="http://schemas.microsoft.com/office/powerpoint/2010/main" val="19455297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B-3. POPs (Persistent Organic Pollutants)</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sp>
        <p:nvSpPr>
          <p:cNvPr id="5" name="Text 3"/>
          <p:cNvSpPr/>
          <p:nvPr/>
        </p:nvSpPr>
        <p:spPr>
          <a:xfrm>
            <a:off x="411480" y="1097280"/>
            <a:ext cx="11365992" cy="365760"/>
          </a:xfrm>
          <a:prstGeom prst="rect">
            <a:avLst/>
          </a:prstGeom>
          <a:noFill/>
          <a:ln/>
        </p:spPr>
        <p:txBody>
          <a:bodyPr wrap="square" rtlCol="0" anchor="t"/>
          <a:lstStyle/>
          <a:p>
            <a:pPr marL="0" indent="0" algn="l">
              <a:lnSpc>
                <a:spcPct val="130000"/>
              </a:lnSpc>
              <a:spcAft>
                <a:spcPts val="400"/>
              </a:spcAft>
              <a:buNone/>
            </a:pPr>
            <a:r>
              <a:rPr lang="en-US" sz="1500" b="1" dirty="0">
                <a:solidFill>
                  <a:srgbClr val="1A5276"/>
                </a:solidFill>
                <a:latin typeface="Meiryo" pitchFamily="34" charset="0"/>
                <a:ea typeface="Meiryo" pitchFamily="34" charset="-122"/>
                <a:cs typeface="Meiryo" pitchFamily="34" charset="-120"/>
              </a:rPr>
              <a:t>残留性有機汚染物質 — 4つの特性を持つ化学物質群</a:t>
            </a:r>
            <a:endParaRPr lang="en-US" sz="1500" dirty="0"/>
          </a:p>
        </p:txBody>
      </p:sp>
      <p:sp>
        <p:nvSpPr>
          <p:cNvPr id="6" name="Shape 4"/>
          <p:cNvSpPr/>
          <p:nvPr/>
        </p:nvSpPr>
        <p:spPr>
          <a:xfrm>
            <a:off x="411480" y="1737360"/>
            <a:ext cx="5545836" cy="1371600"/>
          </a:xfrm>
          <a:prstGeom prst="rect">
            <a:avLst/>
          </a:prstGeom>
          <a:solidFill>
            <a:srgbClr val="EAF2F8"/>
          </a:solidFill>
          <a:ln/>
        </p:spPr>
        <p:txBody>
          <a:bodyPr/>
          <a:lstStyle/>
          <a:p>
            <a:endParaRPr lang="ja-JP" altLang="en-US" sz="3600"/>
          </a:p>
        </p:txBody>
      </p:sp>
      <p:sp>
        <p:nvSpPr>
          <p:cNvPr id="7" name="Shape 5"/>
          <p:cNvSpPr/>
          <p:nvPr/>
        </p:nvSpPr>
        <p:spPr>
          <a:xfrm>
            <a:off x="411480" y="1737360"/>
            <a:ext cx="64008" cy="1371600"/>
          </a:xfrm>
          <a:prstGeom prst="rect">
            <a:avLst/>
          </a:prstGeom>
          <a:solidFill>
            <a:srgbClr val="2980B9"/>
          </a:solidFill>
          <a:ln/>
        </p:spPr>
        <p:txBody>
          <a:bodyPr/>
          <a:lstStyle/>
          <a:p>
            <a:endParaRPr lang="ja-JP" altLang="en-US" sz="3600"/>
          </a:p>
        </p:txBody>
      </p:sp>
      <p:sp>
        <p:nvSpPr>
          <p:cNvPr id="8" name="Text 6"/>
          <p:cNvSpPr/>
          <p:nvPr/>
        </p:nvSpPr>
        <p:spPr>
          <a:xfrm>
            <a:off x="576072" y="1792224"/>
            <a:ext cx="5271516" cy="292608"/>
          </a:xfrm>
          <a:prstGeom prst="rect">
            <a:avLst/>
          </a:prstGeom>
          <a:noFill/>
          <a:ln/>
        </p:spPr>
        <p:txBody>
          <a:bodyPr wrap="square" rtlCol="0" anchor="ctr"/>
          <a:lstStyle/>
          <a:p>
            <a:pPr marL="0" indent="0">
              <a:buNone/>
            </a:pPr>
            <a:r>
              <a:rPr lang="en-US" sz="2000" b="1" dirty="0">
                <a:solidFill>
                  <a:srgbClr val="2980B9"/>
                </a:solidFill>
                <a:latin typeface="Meiryo" pitchFamily="34" charset="0"/>
                <a:ea typeface="Meiryo" pitchFamily="34" charset="-122"/>
                <a:cs typeface="Meiryo" pitchFamily="34" charset="-120"/>
              </a:rPr>
              <a:t>① 難分解性</a:t>
            </a:r>
            <a:endParaRPr lang="en-US" sz="2000" dirty="0"/>
          </a:p>
        </p:txBody>
      </p:sp>
      <p:sp>
        <p:nvSpPr>
          <p:cNvPr id="9" name="Text 7"/>
          <p:cNvSpPr/>
          <p:nvPr/>
        </p:nvSpPr>
        <p:spPr>
          <a:xfrm>
            <a:off x="576072" y="2075688"/>
            <a:ext cx="5271516" cy="987552"/>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環境中で分解されにくく、長期間残留する</a:t>
            </a:r>
            <a:endParaRPr lang="en-US" sz="2400" dirty="0"/>
          </a:p>
        </p:txBody>
      </p:sp>
      <p:sp>
        <p:nvSpPr>
          <p:cNvPr id="10" name="Shape 8"/>
          <p:cNvSpPr/>
          <p:nvPr/>
        </p:nvSpPr>
        <p:spPr>
          <a:xfrm>
            <a:off x="6231636" y="1737360"/>
            <a:ext cx="5545836" cy="1371600"/>
          </a:xfrm>
          <a:prstGeom prst="rect">
            <a:avLst/>
          </a:prstGeom>
          <a:solidFill>
            <a:srgbClr val="EAF2F8"/>
          </a:solidFill>
          <a:ln/>
        </p:spPr>
        <p:txBody>
          <a:bodyPr/>
          <a:lstStyle/>
          <a:p>
            <a:endParaRPr lang="ja-JP" altLang="en-US" sz="3600"/>
          </a:p>
        </p:txBody>
      </p:sp>
      <p:sp>
        <p:nvSpPr>
          <p:cNvPr id="11" name="Shape 9"/>
          <p:cNvSpPr/>
          <p:nvPr/>
        </p:nvSpPr>
        <p:spPr>
          <a:xfrm>
            <a:off x="6231636" y="1737360"/>
            <a:ext cx="64008" cy="1371600"/>
          </a:xfrm>
          <a:prstGeom prst="rect">
            <a:avLst/>
          </a:prstGeom>
          <a:solidFill>
            <a:srgbClr val="2980B9"/>
          </a:solidFill>
          <a:ln/>
        </p:spPr>
        <p:txBody>
          <a:bodyPr/>
          <a:lstStyle/>
          <a:p>
            <a:endParaRPr lang="ja-JP" altLang="en-US" sz="3600"/>
          </a:p>
        </p:txBody>
      </p:sp>
      <p:sp>
        <p:nvSpPr>
          <p:cNvPr id="12" name="Text 10"/>
          <p:cNvSpPr/>
          <p:nvPr/>
        </p:nvSpPr>
        <p:spPr>
          <a:xfrm>
            <a:off x="6396228" y="1792224"/>
            <a:ext cx="5271516" cy="292608"/>
          </a:xfrm>
          <a:prstGeom prst="rect">
            <a:avLst/>
          </a:prstGeom>
          <a:noFill/>
          <a:ln/>
        </p:spPr>
        <p:txBody>
          <a:bodyPr wrap="square" rtlCol="0" anchor="ctr"/>
          <a:lstStyle/>
          <a:p>
            <a:pPr marL="0" indent="0">
              <a:buNone/>
            </a:pPr>
            <a:r>
              <a:rPr lang="en-US" sz="2000" b="1" dirty="0">
                <a:solidFill>
                  <a:srgbClr val="2980B9"/>
                </a:solidFill>
                <a:latin typeface="Meiryo" pitchFamily="34" charset="0"/>
                <a:ea typeface="Meiryo" pitchFamily="34" charset="-122"/>
                <a:cs typeface="Meiryo" pitchFamily="34" charset="-120"/>
              </a:rPr>
              <a:t>② 高蓄積性</a:t>
            </a:r>
            <a:endParaRPr lang="en-US" sz="2000" dirty="0"/>
          </a:p>
        </p:txBody>
      </p:sp>
      <p:sp>
        <p:nvSpPr>
          <p:cNvPr id="13" name="Text 11"/>
          <p:cNvSpPr/>
          <p:nvPr/>
        </p:nvSpPr>
        <p:spPr>
          <a:xfrm>
            <a:off x="6396228" y="2075688"/>
            <a:ext cx="5271516" cy="987552"/>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脂溶性が高く、生物濃縮しやすい（BCF 大）</a:t>
            </a:r>
            <a:endParaRPr lang="en-US" sz="2400" dirty="0"/>
          </a:p>
        </p:txBody>
      </p:sp>
      <p:sp>
        <p:nvSpPr>
          <p:cNvPr id="14" name="Shape 12"/>
          <p:cNvSpPr/>
          <p:nvPr/>
        </p:nvSpPr>
        <p:spPr>
          <a:xfrm>
            <a:off x="411480" y="3383280"/>
            <a:ext cx="5545836" cy="1371600"/>
          </a:xfrm>
          <a:prstGeom prst="rect">
            <a:avLst/>
          </a:prstGeom>
          <a:solidFill>
            <a:srgbClr val="EAF2F8"/>
          </a:solidFill>
          <a:ln/>
        </p:spPr>
        <p:txBody>
          <a:bodyPr/>
          <a:lstStyle/>
          <a:p>
            <a:endParaRPr lang="ja-JP" altLang="en-US" sz="3600"/>
          </a:p>
        </p:txBody>
      </p:sp>
      <p:sp>
        <p:nvSpPr>
          <p:cNvPr id="15" name="Shape 13"/>
          <p:cNvSpPr/>
          <p:nvPr/>
        </p:nvSpPr>
        <p:spPr>
          <a:xfrm>
            <a:off x="411480" y="3383280"/>
            <a:ext cx="64008" cy="1371600"/>
          </a:xfrm>
          <a:prstGeom prst="rect">
            <a:avLst/>
          </a:prstGeom>
          <a:solidFill>
            <a:srgbClr val="2980B9"/>
          </a:solidFill>
          <a:ln/>
        </p:spPr>
        <p:txBody>
          <a:bodyPr/>
          <a:lstStyle/>
          <a:p>
            <a:endParaRPr lang="ja-JP" altLang="en-US" sz="3600"/>
          </a:p>
        </p:txBody>
      </p:sp>
      <p:sp>
        <p:nvSpPr>
          <p:cNvPr id="16" name="Text 14"/>
          <p:cNvSpPr/>
          <p:nvPr/>
        </p:nvSpPr>
        <p:spPr>
          <a:xfrm>
            <a:off x="576072" y="3438144"/>
            <a:ext cx="5271516" cy="292608"/>
          </a:xfrm>
          <a:prstGeom prst="rect">
            <a:avLst/>
          </a:prstGeom>
          <a:noFill/>
          <a:ln/>
        </p:spPr>
        <p:txBody>
          <a:bodyPr wrap="square" rtlCol="0" anchor="ctr"/>
          <a:lstStyle/>
          <a:p>
            <a:pPr marL="0" indent="0">
              <a:buNone/>
            </a:pPr>
            <a:r>
              <a:rPr lang="en-US" sz="2000" b="1" dirty="0">
                <a:solidFill>
                  <a:srgbClr val="2980B9"/>
                </a:solidFill>
                <a:latin typeface="Meiryo" pitchFamily="34" charset="0"/>
                <a:ea typeface="Meiryo" pitchFamily="34" charset="-122"/>
                <a:cs typeface="Meiryo" pitchFamily="34" charset="-120"/>
              </a:rPr>
              <a:t>③ 長距離移動性</a:t>
            </a:r>
            <a:endParaRPr lang="en-US" sz="2000" dirty="0"/>
          </a:p>
        </p:txBody>
      </p:sp>
      <p:sp>
        <p:nvSpPr>
          <p:cNvPr id="17" name="Text 15"/>
          <p:cNvSpPr/>
          <p:nvPr/>
        </p:nvSpPr>
        <p:spPr>
          <a:xfrm>
            <a:off x="576072" y="3721608"/>
            <a:ext cx="5271516" cy="987552"/>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蒸発・凝縮を繰り返し、極地まで運ばれる</a:t>
            </a:r>
            <a:endParaRPr lang="en-US" sz="2400" dirty="0"/>
          </a:p>
        </p:txBody>
      </p:sp>
      <p:sp>
        <p:nvSpPr>
          <p:cNvPr id="18" name="Shape 16"/>
          <p:cNvSpPr/>
          <p:nvPr/>
        </p:nvSpPr>
        <p:spPr>
          <a:xfrm>
            <a:off x="6231636" y="3383280"/>
            <a:ext cx="5545836" cy="1371600"/>
          </a:xfrm>
          <a:prstGeom prst="rect">
            <a:avLst/>
          </a:prstGeom>
          <a:solidFill>
            <a:srgbClr val="EAF2F8"/>
          </a:solidFill>
          <a:ln/>
        </p:spPr>
        <p:txBody>
          <a:bodyPr/>
          <a:lstStyle/>
          <a:p>
            <a:endParaRPr lang="ja-JP" altLang="en-US" sz="3600"/>
          </a:p>
        </p:txBody>
      </p:sp>
      <p:sp>
        <p:nvSpPr>
          <p:cNvPr id="19" name="Shape 17"/>
          <p:cNvSpPr/>
          <p:nvPr/>
        </p:nvSpPr>
        <p:spPr>
          <a:xfrm>
            <a:off x="6231636" y="3383280"/>
            <a:ext cx="64008" cy="1371600"/>
          </a:xfrm>
          <a:prstGeom prst="rect">
            <a:avLst/>
          </a:prstGeom>
          <a:solidFill>
            <a:srgbClr val="2980B9"/>
          </a:solidFill>
          <a:ln/>
        </p:spPr>
        <p:txBody>
          <a:bodyPr/>
          <a:lstStyle/>
          <a:p>
            <a:endParaRPr lang="ja-JP" altLang="en-US" sz="3600"/>
          </a:p>
        </p:txBody>
      </p:sp>
      <p:sp>
        <p:nvSpPr>
          <p:cNvPr id="20" name="Text 18"/>
          <p:cNvSpPr/>
          <p:nvPr/>
        </p:nvSpPr>
        <p:spPr>
          <a:xfrm>
            <a:off x="6396228" y="3438144"/>
            <a:ext cx="5271516" cy="292608"/>
          </a:xfrm>
          <a:prstGeom prst="rect">
            <a:avLst/>
          </a:prstGeom>
          <a:noFill/>
          <a:ln/>
        </p:spPr>
        <p:txBody>
          <a:bodyPr wrap="square" rtlCol="0" anchor="ctr"/>
          <a:lstStyle/>
          <a:p>
            <a:pPr marL="0" indent="0">
              <a:buNone/>
            </a:pPr>
            <a:r>
              <a:rPr lang="en-US" sz="2000" b="1" dirty="0">
                <a:solidFill>
                  <a:srgbClr val="2980B9"/>
                </a:solidFill>
                <a:latin typeface="Meiryo" pitchFamily="34" charset="0"/>
                <a:ea typeface="Meiryo" pitchFamily="34" charset="-122"/>
                <a:cs typeface="Meiryo" pitchFamily="34" charset="-120"/>
              </a:rPr>
              <a:t>④ 毒性</a:t>
            </a:r>
            <a:endParaRPr lang="en-US" sz="2000" dirty="0"/>
          </a:p>
        </p:txBody>
      </p:sp>
      <p:sp>
        <p:nvSpPr>
          <p:cNvPr id="21" name="Text 19"/>
          <p:cNvSpPr/>
          <p:nvPr/>
        </p:nvSpPr>
        <p:spPr>
          <a:xfrm>
            <a:off x="6396228" y="3721608"/>
            <a:ext cx="5271516" cy="987552"/>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ヒトや生態系への有害性が高い</a:t>
            </a:r>
            <a:endParaRPr 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B-3. ストックホルム条約（2001）</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graphicFrame>
        <p:nvGraphicFramePr>
          <p:cNvPr id="52" name="Table 0"/>
          <p:cNvGraphicFramePr>
            <a:graphicFrameLocks noGrp="1"/>
          </p:cNvGraphicFramePr>
          <p:nvPr>
            <p:extLst>
              <p:ext uri="{D42A27DB-BD31-4B8C-83A1-F6EECF244321}">
                <p14:modId xmlns:p14="http://schemas.microsoft.com/office/powerpoint/2010/main" val="2672976936"/>
              </p:ext>
            </p:extLst>
          </p:nvPr>
        </p:nvGraphicFramePr>
        <p:xfrm>
          <a:off x="525780" y="1070608"/>
          <a:ext cx="8389621" cy="3709038"/>
        </p:xfrm>
        <a:graphic>
          <a:graphicData uri="http://schemas.openxmlformats.org/drawingml/2006/table">
            <a:tbl>
              <a:tblPr/>
              <a:tblGrid>
                <a:gridCol w="699024">
                  <a:extLst>
                    <a:ext uri="{9D8B030D-6E8A-4147-A177-3AD203B41FA5}">
                      <a16:colId xmlns:a16="http://schemas.microsoft.com/office/drawing/2014/main" val="20000"/>
                    </a:ext>
                  </a:extLst>
                </a:gridCol>
                <a:gridCol w="2175621">
                  <a:extLst>
                    <a:ext uri="{9D8B030D-6E8A-4147-A177-3AD203B41FA5}">
                      <a16:colId xmlns:a16="http://schemas.microsoft.com/office/drawing/2014/main" val="20001"/>
                    </a:ext>
                  </a:extLst>
                </a:gridCol>
                <a:gridCol w="3105150">
                  <a:extLst>
                    <a:ext uri="{9D8B030D-6E8A-4147-A177-3AD203B41FA5}">
                      <a16:colId xmlns:a16="http://schemas.microsoft.com/office/drawing/2014/main" val="20002"/>
                    </a:ext>
                  </a:extLst>
                </a:gridCol>
                <a:gridCol w="2409826">
                  <a:extLst>
                    <a:ext uri="{9D8B030D-6E8A-4147-A177-3AD203B41FA5}">
                      <a16:colId xmlns:a16="http://schemas.microsoft.com/office/drawing/2014/main" val="4269356281"/>
                    </a:ext>
                  </a:extLst>
                </a:gridCol>
              </a:tblGrid>
              <a:tr h="742146">
                <a:tc>
                  <a:txBody>
                    <a:bodyPr/>
                    <a:lstStyle/>
                    <a:p>
                      <a:pPr marL="0" indent="0" algn="ctr">
                        <a:buNone/>
                      </a:pPr>
                      <a:r>
                        <a:rPr lang="en-US" sz="1400" b="1" dirty="0">
                          <a:solidFill>
                            <a:srgbClr val="FFFFFF"/>
                          </a:solidFill>
                          <a:latin typeface="Meiryo" pitchFamily="34" charset="0"/>
                          <a:ea typeface="Meiryo" pitchFamily="34" charset="-122"/>
                          <a:cs typeface="Meiryo" pitchFamily="34" charset="-120"/>
                        </a:rPr>
                        <a:t>附属書</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400" b="1" dirty="0">
                          <a:solidFill>
                            <a:srgbClr val="FFFFFF"/>
                          </a:solidFill>
                          <a:latin typeface="Meiryo" pitchFamily="34" charset="0"/>
                          <a:ea typeface="Meiryo" pitchFamily="34" charset="-122"/>
                          <a:cs typeface="Meiryo" pitchFamily="34" charset="-120"/>
                        </a:rPr>
                        <a:t>規制内容</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400" b="1" dirty="0">
                          <a:solidFill>
                            <a:srgbClr val="FFFFFF"/>
                          </a:solidFill>
                          <a:latin typeface="Meiryo" pitchFamily="34" charset="0"/>
                          <a:ea typeface="Meiryo" pitchFamily="34" charset="-122"/>
                          <a:cs typeface="Meiryo" pitchFamily="34" charset="-120"/>
                        </a:rPr>
                        <a:t>代表例</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400" b="1" dirty="0">
                          <a:solidFill>
                            <a:srgbClr val="FFFFFF"/>
                          </a:solidFill>
                          <a:latin typeface="Meiryo" pitchFamily="34" charset="0"/>
                          <a:ea typeface="Meiryo" pitchFamily="34" charset="-122"/>
                          <a:cs typeface="Meiryo" pitchFamily="34" charset="-120"/>
                        </a:rPr>
                        <a:t>国内法での対応</a:t>
                      </a:r>
                      <a:endParaRPr lang="en-US" altLang="ja-JP"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988964">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A</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400" b="1" dirty="0">
                          <a:solidFill>
                            <a:srgbClr val="1A5276"/>
                          </a:solidFill>
                          <a:latin typeface="Meiryo" pitchFamily="34" charset="0"/>
                          <a:ea typeface="Meiryo" pitchFamily="34" charset="-122"/>
                          <a:cs typeface="Meiryo" pitchFamily="34" charset="-120"/>
                        </a:rPr>
                        <a:t>廃絶</a:t>
                      </a:r>
                      <a:r>
                        <a:rPr lang="en-US" sz="1400" dirty="0">
                          <a:solidFill>
                            <a:srgbClr val="2C3E50"/>
                          </a:solidFill>
                          <a:latin typeface="Meiryo" pitchFamily="34" charset="0"/>
                          <a:ea typeface="Meiryo" pitchFamily="34" charset="-122"/>
                          <a:cs typeface="Meiryo" pitchFamily="34" charset="-120"/>
                        </a:rPr>
                        <a:t>（製造・使用禁止）</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PCB, アルドリン, クロルデン, ヘキサクロロベンゼン、PFOA</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ja-JP" altLang="en-US" sz="1400" b="1" dirty="0">
                          <a:latin typeface="Meiryo" charset="0"/>
                          <a:ea typeface="Meiryo" charset="0"/>
                          <a:cs typeface="Meiryo" charset="0"/>
                        </a:rPr>
                        <a:t>化審法</a:t>
                      </a:r>
                      <a:r>
                        <a:rPr lang="ja-JP" altLang="en-US" sz="1400" dirty="0">
                          <a:latin typeface="Meiryo" charset="0"/>
                          <a:ea typeface="Meiryo" charset="0"/>
                          <a:cs typeface="Meiryo" charset="0"/>
                        </a:rPr>
                        <a:t>（化学物質の審査及び製造等の規制に関する法律）、外為法</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88964">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B</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400" b="1" dirty="0">
                          <a:solidFill>
                            <a:srgbClr val="1A5276"/>
                          </a:solidFill>
                          <a:latin typeface="Meiryo" pitchFamily="34" charset="0"/>
                          <a:ea typeface="Meiryo" pitchFamily="34" charset="-122"/>
                          <a:cs typeface="Meiryo" pitchFamily="34" charset="-120"/>
                        </a:rPr>
                        <a:t>制限</a:t>
                      </a:r>
                      <a:r>
                        <a:rPr lang="en-US" sz="1400" dirty="0">
                          <a:solidFill>
                            <a:srgbClr val="2C3E50"/>
                          </a:solidFill>
                          <a:latin typeface="Meiryo" pitchFamily="34" charset="0"/>
                          <a:ea typeface="Meiryo" pitchFamily="34" charset="-122"/>
                          <a:cs typeface="Meiryo" pitchFamily="34" charset="-120"/>
                        </a:rPr>
                        <a:t>（特定用途のみ可）</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DDT（マラリア対策）, PFOS,</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ja-JP" altLang="en-US" sz="1400" b="1" dirty="0">
                          <a:latin typeface="Meiryo" charset="0"/>
                          <a:ea typeface="Meiryo" charset="0"/>
                          <a:cs typeface="Meiryo" charset="0"/>
                        </a:rPr>
                        <a:t>化審法</a:t>
                      </a:r>
                      <a:r>
                        <a:rPr lang="ja-JP" altLang="en-US" sz="1400" dirty="0">
                          <a:latin typeface="Meiryo" charset="0"/>
                          <a:ea typeface="Meiryo" charset="0"/>
                          <a:cs typeface="Meiryo" charset="0"/>
                        </a:rPr>
                        <a:t>、外為法</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988964">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C</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400" b="1" dirty="0">
                          <a:solidFill>
                            <a:srgbClr val="1A5276"/>
                          </a:solidFill>
                          <a:latin typeface="Meiryo" pitchFamily="34" charset="0"/>
                          <a:ea typeface="Meiryo" pitchFamily="34" charset="-122"/>
                          <a:cs typeface="Meiryo" pitchFamily="34" charset="-120"/>
                        </a:rPr>
                        <a:t>非意図的放出の削減</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ダイオキシン類, </a:t>
                      </a:r>
                      <a:r>
                        <a:rPr lang="en-US" sz="1400" dirty="0" err="1">
                          <a:solidFill>
                            <a:srgbClr val="2C3E50"/>
                          </a:solidFill>
                          <a:latin typeface="Meiryo" pitchFamily="34" charset="0"/>
                          <a:ea typeface="Meiryo" pitchFamily="34" charset="-122"/>
                          <a:cs typeface="Meiryo" pitchFamily="34" charset="-120"/>
                        </a:rPr>
                        <a:t>ヘキサクロロベンゼン</a:t>
                      </a:r>
                      <a:r>
                        <a:rPr lang="ja-JP" altLang="en-US" sz="1400" dirty="0">
                          <a:solidFill>
                            <a:srgbClr val="2C3E50"/>
                          </a:solidFill>
                          <a:latin typeface="Meiryo" pitchFamily="34" charset="0"/>
                          <a:ea typeface="Meiryo" pitchFamily="34" charset="-122"/>
                          <a:cs typeface="Meiryo" pitchFamily="34" charset="-120"/>
                        </a:rPr>
                        <a:t>、</a:t>
                      </a:r>
                      <a:r>
                        <a:rPr lang="en-US" altLang="ja-JP" sz="1400" dirty="0">
                          <a:solidFill>
                            <a:srgbClr val="2C3E50"/>
                          </a:solidFill>
                          <a:latin typeface="Meiryo" pitchFamily="34" charset="0"/>
                          <a:ea typeface="Meiryo" pitchFamily="34" charset="-122"/>
                          <a:cs typeface="Meiryo" pitchFamily="34" charset="-120"/>
                        </a:rPr>
                        <a:t>PCB</a:t>
                      </a:r>
                      <a:r>
                        <a:rPr lang="ja-JP" altLang="en-US" sz="1400" dirty="0">
                          <a:solidFill>
                            <a:srgbClr val="2C3E50"/>
                          </a:solidFill>
                          <a:latin typeface="Meiryo" pitchFamily="34" charset="0"/>
                          <a:ea typeface="Meiryo" pitchFamily="34" charset="-122"/>
                          <a:cs typeface="Meiryo" pitchFamily="34" charset="-120"/>
                        </a:rPr>
                        <a:t>（副生物としての）</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ja-JP" altLang="en-US" sz="1400" dirty="0">
                          <a:latin typeface="Meiryo" charset="0"/>
                          <a:ea typeface="Meiryo" charset="0"/>
                          <a:cs typeface="Meiryo" charset="0"/>
                        </a:rPr>
                        <a:t>ダイオキシン類対策特措法、</a:t>
                      </a:r>
                      <a:r>
                        <a:rPr lang="en-US" altLang="ja-JP" sz="1400" dirty="0">
                          <a:latin typeface="Meiryo" charset="0"/>
                          <a:ea typeface="Meiryo" charset="0"/>
                          <a:cs typeface="Meiryo" charset="0"/>
                        </a:rPr>
                        <a:t>PCB</a:t>
                      </a:r>
                      <a:r>
                        <a:rPr lang="ja-JP" altLang="en-US" sz="1400" dirty="0">
                          <a:latin typeface="Meiryo" charset="0"/>
                          <a:ea typeface="Meiryo" charset="0"/>
                          <a:cs typeface="Meiryo" charset="0"/>
                        </a:rPr>
                        <a:t>廃棄物の適正な処理の推進に関する特措法</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4"/>
          <p:cNvSpPr/>
          <p:nvPr/>
        </p:nvSpPr>
        <p:spPr>
          <a:xfrm>
            <a:off x="141732" y="5201221"/>
            <a:ext cx="10904220" cy="1811656"/>
          </a:xfrm>
          <a:prstGeom prst="rect">
            <a:avLst/>
          </a:prstGeom>
          <a:noFill/>
          <a:ln/>
        </p:spPr>
        <p:txBody>
          <a:bodyPr wrap="square" rtlCol="0" anchor="ctr"/>
          <a:lstStyle/>
          <a:p>
            <a:pPr marL="0" indent="0">
              <a:buNone/>
            </a:pPr>
            <a:r>
              <a:rPr lang="en-US" sz="1600" i="1" dirty="0">
                <a:solidFill>
                  <a:srgbClr val="5D6D7E"/>
                </a:solidFill>
                <a:latin typeface="Meiryo" pitchFamily="34" charset="0"/>
                <a:ea typeface="Meiryo" pitchFamily="34" charset="-122"/>
                <a:cs typeface="Meiryo" pitchFamily="34" charset="-120"/>
              </a:rPr>
              <a:t>■ 附属書B（特定用途のみ可） — </a:t>
            </a:r>
            <a:r>
              <a:rPr lang="en-US" sz="1600" i="1" dirty="0" err="1">
                <a:solidFill>
                  <a:srgbClr val="5D6D7E"/>
                </a:solidFill>
                <a:latin typeface="Meiryo" pitchFamily="34" charset="0"/>
                <a:ea typeface="Meiryo" pitchFamily="34" charset="-122"/>
                <a:cs typeface="Meiryo" pitchFamily="34" charset="-120"/>
              </a:rPr>
              <a:t>完全禁止ではなく、社会的に重要な用途は限定的に容認</a:t>
            </a:r>
            <a:endParaRPr lang="en-US" sz="1600" dirty="0"/>
          </a:p>
          <a:p>
            <a:pPr marL="0" indent="0">
              <a:buNone/>
            </a:pPr>
            <a:r>
              <a:rPr lang="en-US" sz="1600" i="1" dirty="0">
                <a:solidFill>
                  <a:srgbClr val="5D6D7E"/>
                </a:solidFill>
                <a:latin typeface="Meiryo" pitchFamily="34" charset="0"/>
                <a:ea typeface="Meiryo" pitchFamily="34" charset="-122"/>
                <a:cs typeface="Meiryo" pitchFamily="34" charset="-120"/>
              </a:rPr>
              <a:t>▸ DDT — マラリア媒介蚊（ハマダラカ）対策のみ許可（WHO推奨地域における室内残留噴霧）</a:t>
            </a:r>
            <a:endParaRPr lang="en-US" sz="1600" dirty="0"/>
          </a:p>
          <a:p>
            <a:pPr marL="0" indent="0">
              <a:buNone/>
            </a:pPr>
            <a:endParaRPr lang="en-US" sz="1600" dirty="0"/>
          </a:p>
          <a:p>
            <a:pPr marL="0" indent="0">
              <a:buNone/>
            </a:pPr>
            <a:r>
              <a:rPr lang="en-US" sz="1600" i="1" dirty="0">
                <a:solidFill>
                  <a:srgbClr val="5D6D7E"/>
                </a:solidFill>
                <a:latin typeface="Meiryo" pitchFamily="34" charset="0"/>
                <a:ea typeface="Meiryo" pitchFamily="34" charset="-122"/>
                <a:cs typeface="Meiryo" pitchFamily="34" charset="-120"/>
              </a:rPr>
              <a:t>※ 附属書A＝原則禁止（製造・使用・輸出入）／附属書C＝非意図的生成物の排出削減（ダイオキシン類等）</a:t>
            </a:r>
            <a:endParaRPr lang="en-US" sz="1600" dirty="0"/>
          </a:p>
        </p:txBody>
      </p:sp>
      <p:pic>
        <p:nvPicPr>
          <p:cNvPr id="5" name="図 4" descr="ストックホルムの位置の位置図">
            <a:extLst>
              <a:ext uri="{FF2B5EF4-FFF2-40B4-BE49-F238E27FC236}">
                <a16:creationId xmlns:a16="http://schemas.microsoft.com/office/drawing/2014/main" id="{A75F8781-9E81-952E-B962-696B002048FF}"/>
              </a:ext>
            </a:extLst>
          </p:cNvPr>
          <p:cNvPicPr>
            <a:picLocks noChangeAspect="1"/>
          </p:cNvPicPr>
          <p:nvPr/>
        </p:nvPicPr>
        <p:blipFill>
          <a:blip r:embed="rId3"/>
          <a:stretch>
            <a:fillRect/>
          </a:stretch>
        </p:blipFill>
        <p:spPr>
          <a:xfrm>
            <a:off x="9396222" y="1135950"/>
            <a:ext cx="2381250" cy="511492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B-3. POPsの代表物質と歴史</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11480" y="1127284"/>
            <a:ext cx="5029200" cy="4054793"/>
          </a:xfrm>
          <a:prstGeom prst="rect">
            <a:avLst/>
          </a:prstGeom>
        </p:spPr>
      </p:pic>
      <p:sp>
        <p:nvSpPr>
          <p:cNvPr id="5" name="Text 2"/>
          <p:cNvSpPr/>
          <p:nvPr/>
        </p:nvSpPr>
        <p:spPr>
          <a:xfrm>
            <a:off x="411480" y="5303520"/>
            <a:ext cx="5029200"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DDT空中散布（米国、1956年）</a:t>
            </a:r>
            <a:endParaRPr lang="en-US" sz="1000" dirty="0"/>
          </a:p>
        </p:txBody>
      </p:sp>
      <p:sp>
        <p:nvSpPr>
          <p:cNvPr id="6" name="Text 3"/>
          <p:cNvSpPr/>
          <p:nvPr/>
        </p:nvSpPr>
        <p:spPr>
          <a:xfrm>
            <a:off x="411480" y="5550408"/>
            <a:ext cx="5029200" cy="228600"/>
          </a:xfrm>
          <a:prstGeom prst="rect">
            <a:avLst/>
          </a:prstGeom>
          <a:noFill/>
          <a:ln/>
        </p:spPr>
        <p:txBody>
          <a:bodyPr wrap="square" rtlCol="0" anchor="ctr"/>
          <a:lstStyle/>
          <a:p>
            <a:pPr marL="0" indent="0" algn="r">
              <a:buNone/>
            </a:pPr>
            <a:r>
              <a:rPr lang="en-US" sz="800" i="1" dirty="0">
                <a:solidFill>
                  <a:srgbClr val="85929E"/>
                </a:solidFill>
                <a:latin typeface="Meiryo" pitchFamily="34" charset="0"/>
                <a:ea typeface="Meiryo" pitchFamily="34" charset="-122"/>
                <a:cs typeface="Meiryo" pitchFamily="34" charset="-120"/>
              </a:rPr>
              <a:t>出典: USDA / Wikimedia Commons / Public Domain</a:t>
            </a:r>
            <a:endParaRPr lang="en-US" sz="800" dirty="0"/>
          </a:p>
        </p:txBody>
      </p:sp>
      <p:sp>
        <p:nvSpPr>
          <p:cNvPr id="7" name="Text 4"/>
          <p:cNvSpPr/>
          <p:nvPr/>
        </p:nvSpPr>
        <p:spPr>
          <a:xfrm>
            <a:off x="5562599" y="1097280"/>
            <a:ext cx="6496051" cy="3017520"/>
          </a:xfrm>
          <a:prstGeom prst="rect">
            <a:avLst/>
          </a:prstGeom>
          <a:noFill/>
          <a:ln/>
        </p:spPr>
        <p:txBody>
          <a:bodyPr wrap="square" rtlCol="0" anchor="t"/>
          <a:lstStyle/>
          <a:p>
            <a:pPr marL="0" indent="0" algn="l">
              <a:lnSpc>
                <a:spcPct val="135000"/>
              </a:lnSpc>
              <a:spcAft>
                <a:spcPts val="600"/>
              </a:spcAft>
              <a:buNone/>
            </a:pPr>
            <a:r>
              <a:rPr lang="en-US" b="1" dirty="0">
                <a:solidFill>
                  <a:srgbClr val="1A5276"/>
                </a:solidFill>
                <a:latin typeface="Meiryo" pitchFamily="34" charset="0"/>
                <a:ea typeface="Meiryo" pitchFamily="34" charset="-122"/>
                <a:cs typeface="Meiryo" pitchFamily="34" charset="-120"/>
              </a:rPr>
              <a:t>▸ DDT</a:t>
            </a:r>
            <a:r>
              <a:rPr lang="en-US" dirty="0">
                <a:solidFill>
                  <a:srgbClr val="2C3E50"/>
                </a:solidFill>
                <a:latin typeface="Meiryo" pitchFamily="34" charset="0"/>
                <a:ea typeface="Meiryo" pitchFamily="34" charset="-122"/>
                <a:cs typeface="Meiryo" pitchFamily="34" charset="-120"/>
              </a:rPr>
              <a:t>（1939）— 強力な殺虫効果 → 1962 Rachel </a:t>
            </a:r>
            <a:r>
              <a:rPr lang="ja-JP" altLang="en-US" dirty="0">
                <a:solidFill>
                  <a:srgbClr val="2C3E50"/>
                </a:solidFill>
                <a:latin typeface="Meiryo" pitchFamily="34" charset="0"/>
                <a:ea typeface="Meiryo" pitchFamily="34" charset="-122"/>
                <a:cs typeface="Meiryo" pitchFamily="34" charset="-120"/>
              </a:rPr>
              <a:t>　</a:t>
            </a:r>
            <a:endParaRPr lang="en-US" altLang="ja-JP" dirty="0">
              <a:solidFill>
                <a:srgbClr val="2C3E50"/>
              </a:solidFill>
              <a:latin typeface="Meiryo" pitchFamily="34" charset="0"/>
              <a:ea typeface="Meiryo" pitchFamily="34" charset="-122"/>
              <a:cs typeface="Meiryo" pitchFamily="34" charset="-120"/>
            </a:endParaRPr>
          </a:p>
          <a:p>
            <a:pPr marL="0" indent="0" algn="l">
              <a:lnSpc>
                <a:spcPct val="135000"/>
              </a:lnSpc>
              <a:spcAft>
                <a:spcPts val="600"/>
              </a:spcAft>
              <a:buNone/>
            </a:pPr>
            <a:r>
              <a:rPr lang="ja-JP" altLang="en-US" dirty="0">
                <a:solidFill>
                  <a:srgbClr val="2C3E50"/>
                </a:solidFill>
                <a:latin typeface="Meiryo" pitchFamily="34" charset="0"/>
                <a:ea typeface="Meiryo" pitchFamily="34" charset="-122"/>
                <a:cs typeface="Meiryo" pitchFamily="34" charset="-120"/>
              </a:rPr>
              <a:t>　　　　</a:t>
            </a:r>
            <a:r>
              <a:rPr lang="en-US" dirty="0" err="1">
                <a:solidFill>
                  <a:srgbClr val="2C3E50"/>
                </a:solidFill>
                <a:latin typeface="Meiryo" pitchFamily="34" charset="0"/>
                <a:ea typeface="Meiryo" pitchFamily="34" charset="-122"/>
                <a:cs typeface="Meiryo" pitchFamily="34" charset="-120"/>
              </a:rPr>
              <a:t>Carson『沈黙の春』で生物濃縮被害が告発される</a:t>
            </a:r>
            <a:endParaRPr lang="en-US" dirty="0"/>
          </a:p>
          <a:p>
            <a:pPr marL="0" indent="0" algn="l">
              <a:lnSpc>
                <a:spcPct val="135000"/>
              </a:lnSpc>
              <a:spcAft>
                <a:spcPts val="600"/>
              </a:spcAft>
              <a:buNone/>
            </a:pPr>
            <a:r>
              <a:rPr lang="en-US" b="1" dirty="0">
                <a:solidFill>
                  <a:srgbClr val="1A5276"/>
                </a:solidFill>
                <a:latin typeface="Meiryo" pitchFamily="34" charset="0"/>
                <a:ea typeface="Meiryo" pitchFamily="34" charset="-122"/>
                <a:cs typeface="Meiryo" pitchFamily="34" charset="-120"/>
              </a:rPr>
              <a:t>▸ PCB</a:t>
            </a:r>
            <a:r>
              <a:rPr lang="en-US" dirty="0">
                <a:solidFill>
                  <a:srgbClr val="2C3E50"/>
                </a:solidFill>
                <a:latin typeface="Meiryo" pitchFamily="34" charset="0"/>
                <a:ea typeface="Meiryo" pitchFamily="34" charset="-122"/>
                <a:cs typeface="Meiryo" pitchFamily="34" charset="-120"/>
              </a:rPr>
              <a:t>（変圧器絶縁油）— 1968 </a:t>
            </a:r>
            <a:r>
              <a:rPr lang="en-US" b="1" dirty="0">
                <a:solidFill>
                  <a:srgbClr val="C0392B"/>
                </a:solidFill>
                <a:latin typeface="Meiryo" pitchFamily="34" charset="0"/>
                <a:ea typeface="Meiryo" pitchFamily="34" charset="-122"/>
                <a:cs typeface="Meiryo" pitchFamily="34" charset="-120"/>
              </a:rPr>
              <a:t>カネミ油症事件</a:t>
            </a:r>
            <a:r>
              <a:rPr lang="en-US" dirty="0">
                <a:solidFill>
                  <a:srgbClr val="2C3E50"/>
                </a:solidFill>
                <a:latin typeface="Meiryo" pitchFamily="34" charset="0"/>
                <a:ea typeface="Meiryo" pitchFamily="34" charset="-122"/>
                <a:cs typeface="Meiryo" pitchFamily="34" charset="-120"/>
              </a:rPr>
              <a:t>（日本）→ </a:t>
            </a:r>
          </a:p>
          <a:p>
            <a:pPr marL="0" indent="0" algn="l">
              <a:lnSpc>
                <a:spcPct val="135000"/>
              </a:lnSpc>
              <a:spcAft>
                <a:spcPts val="600"/>
              </a:spcAft>
              <a:buNone/>
            </a:pPr>
            <a:r>
              <a:rPr lang="ja-JP" altLang="en-US" dirty="0">
                <a:solidFill>
                  <a:srgbClr val="2C3E50"/>
                </a:solidFill>
                <a:latin typeface="Meiryo" pitchFamily="34" charset="0"/>
                <a:ea typeface="Meiryo" pitchFamily="34" charset="-122"/>
                <a:cs typeface="Meiryo" pitchFamily="34" charset="-120"/>
              </a:rPr>
              <a:t>　　　　</a:t>
            </a:r>
            <a:r>
              <a:rPr lang="en-US" dirty="0">
                <a:solidFill>
                  <a:srgbClr val="2C3E50"/>
                </a:solidFill>
                <a:latin typeface="Meiryo" pitchFamily="34" charset="0"/>
                <a:ea typeface="Meiryo" pitchFamily="34" charset="-122"/>
                <a:cs typeface="Meiryo" pitchFamily="34" charset="-120"/>
              </a:rPr>
              <a:t>化審法（1973）制定の契機</a:t>
            </a:r>
            <a:endParaRPr lang="en-US" dirty="0"/>
          </a:p>
          <a:p>
            <a:pPr marL="0" indent="0" algn="l">
              <a:lnSpc>
                <a:spcPct val="135000"/>
              </a:lnSpc>
              <a:spcAft>
                <a:spcPts val="600"/>
              </a:spcAft>
              <a:buNone/>
            </a:pPr>
            <a:r>
              <a:rPr lang="en-US" b="1" dirty="0">
                <a:solidFill>
                  <a:srgbClr val="1A5276"/>
                </a:solidFill>
                <a:latin typeface="Meiryo" pitchFamily="34" charset="0"/>
                <a:ea typeface="Meiryo" pitchFamily="34" charset="-122"/>
                <a:cs typeface="Meiryo" pitchFamily="34" charset="-120"/>
              </a:rPr>
              <a:t>▸ ダイオキシン</a:t>
            </a:r>
            <a:r>
              <a:rPr lang="en-US" dirty="0">
                <a:solidFill>
                  <a:srgbClr val="2C3E50"/>
                </a:solidFill>
                <a:latin typeface="Meiryo" pitchFamily="34" charset="0"/>
                <a:ea typeface="Meiryo" pitchFamily="34" charset="-122"/>
                <a:cs typeface="Meiryo" pitchFamily="34" charset="-120"/>
              </a:rPr>
              <a:t>類 — 燃焼副生成物、非意図的に発生</a:t>
            </a:r>
            <a:endParaRPr lang="en-US" dirty="0"/>
          </a:p>
          <a:p>
            <a:pPr marL="0" indent="0" algn="l">
              <a:lnSpc>
                <a:spcPct val="135000"/>
              </a:lnSpc>
              <a:spcAft>
                <a:spcPts val="600"/>
              </a:spcAft>
              <a:buNone/>
            </a:pPr>
            <a:r>
              <a:rPr lang="en-US" b="1" dirty="0">
                <a:solidFill>
                  <a:srgbClr val="1A5276"/>
                </a:solidFill>
                <a:latin typeface="Meiryo" pitchFamily="34" charset="0"/>
                <a:ea typeface="Meiryo" pitchFamily="34" charset="-122"/>
                <a:cs typeface="Meiryo" pitchFamily="34" charset="-120"/>
              </a:rPr>
              <a:t>▸ PFOS / PFOA</a:t>
            </a:r>
            <a:r>
              <a:rPr lang="en-US" dirty="0">
                <a:solidFill>
                  <a:srgbClr val="2C3E50"/>
                </a:solidFill>
                <a:latin typeface="Meiryo" pitchFamily="34" charset="0"/>
                <a:ea typeface="Meiryo" pitchFamily="34" charset="-122"/>
                <a:cs typeface="Meiryo" pitchFamily="34" charset="-120"/>
              </a:rPr>
              <a:t> — 撥水・界面活性剤、近年規制</a:t>
            </a:r>
            <a:endParaRPr lang="en-US" dirty="0"/>
          </a:p>
        </p:txBody>
      </p:sp>
      <p:sp>
        <p:nvSpPr>
          <p:cNvPr id="8" name="Shape 5"/>
          <p:cNvSpPr/>
          <p:nvPr/>
        </p:nvSpPr>
        <p:spPr>
          <a:xfrm>
            <a:off x="6054852" y="5221224"/>
            <a:ext cx="5879592" cy="1371600"/>
          </a:xfrm>
          <a:prstGeom prst="rect">
            <a:avLst/>
          </a:prstGeom>
          <a:solidFill>
            <a:srgbClr val="FDEDEC"/>
          </a:solidFill>
          <a:ln/>
        </p:spPr>
        <p:txBody>
          <a:bodyPr/>
          <a:lstStyle/>
          <a:p>
            <a:endParaRPr lang="ja-JP" altLang="en-US" sz="3200"/>
          </a:p>
        </p:txBody>
      </p:sp>
      <p:sp>
        <p:nvSpPr>
          <p:cNvPr id="9" name="Shape 6"/>
          <p:cNvSpPr/>
          <p:nvPr/>
        </p:nvSpPr>
        <p:spPr>
          <a:xfrm>
            <a:off x="6062472" y="5221224"/>
            <a:ext cx="64008" cy="1371600"/>
          </a:xfrm>
          <a:prstGeom prst="rect">
            <a:avLst/>
          </a:prstGeom>
          <a:solidFill>
            <a:srgbClr val="C0392B"/>
          </a:solidFill>
          <a:ln/>
        </p:spPr>
        <p:txBody>
          <a:bodyPr/>
          <a:lstStyle/>
          <a:p>
            <a:endParaRPr lang="ja-JP" altLang="en-US"/>
          </a:p>
        </p:txBody>
      </p:sp>
      <p:sp>
        <p:nvSpPr>
          <p:cNvPr id="10" name="Text 7"/>
          <p:cNvSpPr/>
          <p:nvPr/>
        </p:nvSpPr>
        <p:spPr>
          <a:xfrm>
            <a:off x="6219444" y="5276088"/>
            <a:ext cx="5605272" cy="292608"/>
          </a:xfrm>
          <a:prstGeom prst="rect">
            <a:avLst/>
          </a:prstGeom>
          <a:noFill/>
          <a:ln/>
        </p:spPr>
        <p:txBody>
          <a:bodyPr wrap="square" rtlCol="0" anchor="ctr"/>
          <a:lstStyle/>
          <a:p>
            <a:pPr marL="0" indent="0">
              <a:buNone/>
            </a:pPr>
            <a:r>
              <a:rPr lang="en-US" b="1" dirty="0">
                <a:solidFill>
                  <a:srgbClr val="C0392B"/>
                </a:solidFill>
                <a:latin typeface="Meiryo" pitchFamily="34" charset="0"/>
                <a:ea typeface="Meiryo" pitchFamily="34" charset="-122"/>
                <a:cs typeface="Meiryo" pitchFamily="34" charset="-120"/>
              </a:rPr>
              <a:t>DDTのジレンマ</a:t>
            </a:r>
            <a:endParaRPr lang="en-US" dirty="0"/>
          </a:p>
        </p:txBody>
      </p:sp>
      <p:sp>
        <p:nvSpPr>
          <p:cNvPr id="11" name="Text 8"/>
          <p:cNvSpPr/>
          <p:nvPr/>
        </p:nvSpPr>
        <p:spPr>
          <a:xfrm>
            <a:off x="6219444" y="5559552"/>
            <a:ext cx="5605272" cy="98755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マラリア媒介蚊対策には今も有効。条約Bで限定的に許容。</a:t>
            </a:r>
            <a:endParaRPr lang="en-US" sz="2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9">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確認ポイント — Sec. B（化学物質の環境内動態）</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sz="3200"/>
          </a:p>
        </p:txBody>
      </p:sp>
      <p:sp>
        <p:nvSpPr>
          <p:cNvPr id="4" name="Shape 2"/>
          <p:cNvSpPr/>
          <p:nvPr/>
        </p:nvSpPr>
        <p:spPr>
          <a:xfrm>
            <a:off x="411480" y="1188720"/>
            <a:ext cx="11365992" cy="1216152"/>
          </a:xfrm>
          <a:prstGeom prst="rect">
            <a:avLst/>
          </a:prstGeom>
          <a:solidFill>
            <a:srgbClr val="FFFFFF"/>
          </a:solidFill>
          <a:ln w="6350">
            <a:solidFill>
              <a:srgbClr val="D5DBDB"/>
            </a:solidFill>
            <a:prstDash val="solid"/>
          </a:ln>
        </p:spPr>
        <p:txBody>
          <a:bodyPr/>
          <a:lstStyle/>
          <a:p>
            <a:endParaRPr lang="ja-JP" altLang="en-US" sz="3200"/>
          </a:p>
        </p:txBody>
      </p:sp>
      <p:sp>
        <p:nvSpPr>
          <p:cNvPr id="5" name="Shape 3"/>
          <p:cNvSpPr/>
          <p:nvPr/>
        </p:nvSpPr>
        <p:spPr>
          <a:xfrm>
            <a:off x="411480" y="1188720"/>
            <a:ext cx="73152" cy="1216152"/>
          </a:xfrm>
          <a:prstGeom prst="rect">
            <a:avLst/>
          </a:prstGeom>
          <a:solidFill>
            <a:srgbClr val="2980B9"/>
          </a:solidFill>
          <a:ln/>
        </p:spPr>
        <p:txBody>
          <a:bodyPr/>
          <a:lstStyle/>
          <a:p>
            <a:endParaRPr lang="ja-JP" altLang="en-US" sz="3200"/>
          </a:p>
        </p:txBody>
      </p:sp>
      <p:sp>
        <p:nvSpPr>
          <p:cNvPr id="6" name="Text 4"/>
          <p:cNvSpPr/>
          <p:nvPr/>
        </p:nvSpPr>
        <p:spPr>
          <a:xfrm>
            <a:off x="594360" y="1261872"/>
            <a:ext cx="11000232" cy="365760"/>
          </a:xfrm>
          <a:prstGeom prst="rect">
            <a:avLst/>
          </a:prstGeom>
          <a:noFill/>
          <a:ln/>
        </p:spPr>
        <p:txBody>
          <a:bodyPr wrap="square" rtlCol="0" anchor="ctr"/>
          <a:lstStyle/>
          <a:p>
            <a:pPr marL="0" indent="0">
              <a:buNone/>
            </a:pPr>
            <a:r>
              <a:rPr lang="en-US" sz="2000" b="1" dirty="0">
                <a:solidFill>
                  <a:srgbClr val="1A5276"/>
                </a:solidFill>
                <a:latin typeface="Meiryo" pitchFamily="34" charset="0"/>
                <a:ea typeface="Meiryo" pitchFamily="34" charset="-122"/>
                <a:cs typeface="Meiryo" pitchFamily="34" charset="-120"/>
              </a:rPr>
              <a:t>Q1. BCFが大きくなりやすい物質の特性を3つ挙げよ</a:t>
            </a:r>
            <a:endParaRPr lang="en-US" sz="2000" dirty="0"/>
          </a:p>
        </p:txBody>
      </p:sp>
      <p:sp>
        <p:nvSpPr>
          <p:cNvPr id="7" name="Text 5"/>
          <p:cNvSpPr/>
          <p:nvPr/>
        </p:nvSpPr>
        <p:spPr>
          <a:xfrm>
            <a:off x="594360" y="1645920"/>
            <a:ext cx="11000232" cy="685800"/>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① </a:t>
            </a:r>
            <a:r>
              <a:rPr lang="en-US" sz="2000" b="1" dirty="0" err="1">
                <a:solidFill>
                  <a:srgbClr val="1A5276"/>
                </a:solidFill>
                <a:latin typeface="Meiryo" pitchFamily="34" charset="0"/>
                <a:ea typeface="Meiryo" pitchFamily="34" charset="-122"/>
                <a:cs typeface="Meiryo" pitchFamily="34" charset="-120"/>
              </a:rPr>
              <a:t>脂溶性が高い</a:t>
            </a:r>
            <a:r>
              <a:rPr lang="en-US" sz="2000" dirty="0" err="1">
                <a:solidFill>
                  <a:srgbClr val="2C3E50"/>
                </a:solidFill>
                <a:latin typeface="Meiryo" pitchFamily="34" charset="0"/>
                <a:ea typeface="Meiryo" pitchFamily="34" charset="-122"/>
                <a:cs typeface="Meiryo" pitchFamily="34" charset="-120"/>
              </a:rPr>
              <a:t>（log</a:t>
            </a:r>
            <a:r>
              <a:rPr lang="en-US" sz="2000" dirty="0">
                <a:solidFill>
                  <a:srgbClr val="2C3E50"/>
                </a:solidFill>
                <a:latin typeface="Meiryo" pitchFamily="34" charset="0"/>
                <a:ea typeface="Meiryo" pitchFamily="34" charset="-122"/>
                <a:cs typeface="Meiryo" pitchFamily="34" charset="-120"/>
              </a:rPr>
              <a:t> P</a:t>
            </a:r>
            <a:r>
              <a:rPr lang="en-US" sz="2000" baseline="-25000" dirty="0">
                <a:solidFill>
                  <a:srgbClr val="2C3E50"/>
                </a:solidFill>
                <a:latin typeface="Meiryo" pitchFamily="34" charset="0"/>
                <a:ea typeface="Meiryo" pitchFamily="34" charset="-122"/>
                <a:cs typeface="Meiryo" pitchFamily="34" charset="-120"/>
              </a:rPr>
              <a:t>o</a:t>
            </a:r>
            <a:r>
              <a:rPr lang="en-US" altLang="ja-JP" sz="2000" baseline="-25000" dirty="0">
                <a:solidFill>
                  <a:srgbClr val="2C3E50"/>
                </a:solidFill>
                <a:latin typeface="Meiryo" pitchFamily="34" charset="0"/>
                <a:ea typeface="Meiryo" pitchFamily="34" charset="-122"/>
                <a:cs typeface="Meiryo" pitchFamily="34" charset="-120"/>
              </a:rPr>
              <a:t>/</a:t>
            </a:r>
            <a:r>
              <a:rPr lang="en-US" sz="2000" baseline="-25000" dirty="0">
                <a:solidFill>
                  <a:srgbClr val="2C3E50"/>
                </a:solidFill>
                <a:latin typeface="Meiryo" pitchFamily="34" charset="0"/>
                <a:ea typeface="Meiryo" pitchFamily="34" charset="-122"/>
                <a:cs typeface="Meiryo" pitchFamily="34" charset="-120"/>
              </a:rPr>
              <a:t>w</a:t>
            </a:r>
            <a:r>
              <a:rPr lang="en-US" sz="2000" dirty="0">
                <a:solidFill>
                  <a:srgbClr val="2C3E50"/>
                </a:solidFill>
                <a:latin typeface="Meiryo" pitchFamily="34" charset="0"/>
                <a:ea typeface="Meiryo" pitchFamily="34" charset="-122"/>
                <a:cs typeface="Meiryo" pitchFamily="34" charset="-120"/>
              </a:rPr>
              <a:t> が大）／② </a:t>
            </a:r>
            <a:r>
              <a:rPr lang="en-US" sz="2000" b="1" dirty="0">
                <a:solidFill>
                  <a:srgbClr val="1A5276"/>
                </a:solidFill>
                <a:latin typeface="Meiryo" pitchFamily="34" charset="0"/>
                <a:ea typeface="Meiryo" pitchFamily="34" charset="-122"/>
                <a:cs typeface="Meiryo" pitchFamily="34" charset="-120"/>
              </a:rPr>
              <a:t>難分解性</a:t>
            </a:r>
            <a:r>
              <a:rPr lang="en-US" sz="2000" dirty="0">
                <a:solidFill>
                  <a:srgbClr val="2C3E50"/>
                </a:solidFill>
                <a:latin typeface="Meiryo" pitchFamily="34" charset="0"/>
                <a:ea typeface="Meiryo" pitchFamily="34" charset="-122"/>
                <a:cs typeface="Meiryo" pitchFamily="34" charset="-120"/>
              </a:rPr>
              <a:t>／③ 代謝・排泄が遅い</a:t>
            </a:r>
            <a:endParaRPr lang="en-US" sz="2000" dirty="0"/>
          </a:p>
        </p:txBody>
      </p:sp>
      <p:sp>
        <p:nvSpPr>
          <p:cNvPr id="8" name="Shape 6"/>
          <p:cNvSpPr/>
          <p:nvPr/>
        </p:nvSpPr>
        <p:spPr>
          <a:xfrm>
            <a:off x="411480" y="2514600"/>
            <a:ext cx="11365992" cy="1216152"/>
          </a:xfrm>
          <a:prstGeom prst="rect">
            <a:avLst/>
          </a:prstGeom>
          <a:solidFill>
            <a:srgbClr val="FFFFFF"/>
          </a:solidFill>
          <a:ln w="6350">
            <a:solidFill>
              <a:srgbClr val="D5DBDB"/>
            </a:solidFill>
            <a:prstDash val="solid"/>
          </a:ln>
        </p:spPr>
        <p:txBody>
          <a:bodyPr/>
          <a:lstStyle/>
          <a:p>
            <a:endParaRPr lang="ja-JP" altLang="en-US" sz="3200"/>
          </a:p>
        </p:txBody>
      </p:sp>
      <p:sp>
        <p:nvSpPr>
          <p:cNvPr id="9" name="Shape 7"/>
          <p:cNvSpPr/>
          <p:nvPr/>
        </p:nvSpPr>
        <p:spPr>
          <a:xfrm>
            <a:off x="411480" y="2514600"/>
            <a:ext cx="73152" cy="1216152"/>
          </a:xfrm>
          <a:prstGeom prst="rect">
            <a:avLst/>
          </a:prstGeom>
          <a:solidFill>
            <a:srgbClr val="2980B9"/>
          </a:solidFill>
          <a:ln/>
        </p:spPr>
        <p:txBody>
          <a:bodyPr/>
          <a:lstStyle/>
          <a:p>
            <a:endParaRPr lang="ja-JP" altLang="en-US" sz="3200"/>
          </a:p>
        </p:txBody>
      </p:sp>
      <p:sp>
        <p:nvSpPr>
          <p:cNvPr id="10" name="Text 8"/>
          <p:cNvSpPr/>
          <p:nvPr/>
        </p:nvSpPr>
        <p:spPr>
          <a:xfrm>
            <a:off x="594360" y="2587752"/>
            <a:ext cx="11000232" cy="365760"/>
          </a:xfrm>
          <a:prstGeom prst="rect">
            <a:avLst/>
          </a:prstGeom>
          <a:noFill/>
          <a:ln/>
        </p:spPr>
        <p:txBody>
          <a:bodyPr wrap="square" rtlCol="0" anchor="ctr"/>
          <a:lstStyle/>
          <a:p>
            <a:pPr marL="0" indent="0">
              <a:buNone/>
            </a:pPr>
            <a:r>
              <a:rPr lang="en-US" sz="2000" b="1" dirty="0">
                <a:solidFill>
                  <a:srgbClr val="1A5276"/>
                </a:solidFill>
                <a:latin typeface="Meiryo" pitchFamily="34" charset="0"/>
                <a:ea typeface="Meiryo" pitchFamily="34" charset="-122"/>
                <a:cs typeface="Meiryo" pitchFamily="34" charset="-120"/>
              </a:rPr>
              <a:t>Q2. POPsの4つの特性とは？</a:t>
            </a:r>
            <a:endParaRPr lang="en-US" sz="2000" dirty="0"/>
          </a:p>
        </p:txBody>
      </p:sp>
      <p:sp>
        <p:nvSpPr>
          <p:cNvPr id="11" name="Text 9"/>
          <p:cNvSpPr/>
          <p:nvPr/>
        </p:nvSpPr>
        <p:spPr>
          <a:xfrm>
            <a:off x="594360" y="2971800"/>
            <a:ext cx="11000232" cy="685800"/>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① 難分解性　② 高蓄積性　③ 長距離移動性　④ 毒性</a:t>
            </a:r>
            <a:endParaRPr lang="en-US" sz="2000" dirty="0"/>
          </a:p>
        </p:txBody>
      </p:sp>
      <p:sp>
        <p:nvSpPr>
          <p:cNvPr id="12" name="Shape 10"/>
          <p:cNvSpPr/>
          <p:nvPr/>
        </p:nvSpPr>
        <p:spPr>
          <a:xfrm>
            <a:off x="411480" y="3840480"/>
            <a:ext cx="11365992" cy="1216152"/>
          </a:xfrm>
          <a:prstGeom prst="rect">
            <a:avLst/>
          </a:prstGeom>
          <a:solidFill>
            <a:srgbClr val="FFFFFF"/>
          </a:solidFill>
          <a:ln w="6350">
            <a:solidFill>
              <a:srgbClr val="D5DBDB"/>
            </a:solidFill>
            <a:prstDash val="solid"/>
          </a:ln>
        </p:spPr>
        <p:txBody>
          <a:bodyPr/>
          <a:lstStyle/>
          <a:p>
            <a:endParaRPr lang="ja-JP" altLang="en-US" sz="3200"/>
          </a:p>
        </p:txBody>
      </p:sp>
      <p:sp>
        <p:nvSpPr>
          <p:cNvPr id="13" name="Shape 11"/>
          <p:cNvSpPr/>
          <p:nvPr/>
        </p:nvSpPr>
        <p:spPr>
          <a:xfrm>
            <a:off x="411480" y="3840480"/>
            <a:ext cx="73152" cy="1216152"/>
          </a:xfrm>
          <a:prstGeom prst="rect">
            <a:avLst/>
          </a:prstGeom>
          <a:solidFill>
            <a:srgbClr val="2980B9"/>
          </a:solidFill>
          <a:ln/>
        </p:spPr>
        <p:txBody>
          <a:bodyPr/>
          <a:lstStyle/>
          <a:p>
            <a:endParaRPr lang="ja-JP" altLang="en-US" sz="3200"/>
          </a:p>
        </p:txBody>
      </p:sp>
      <p:sp>
        <p:nvSpPr>
          <p:cNvPr id="14" name="Text 12"/>
          <p:cNvSpPr/>
          <p:nvPr/>
        </p:nvSpPr>
        <p:spPr>
          <a:xfrm>
            <a:off x="594360" y="3913632"/>
            <a:ext cx="11000232" cy="365760"/>
          </a:xfrm>
          <a:prstGeom prst="rect">
            <a:avLst/>
          </a:prstGeom>
          <a:noFill/>
          <a:ln/>
        </p:spPr>
        <p:txBody>
          <a:bodyPr wrap="square" rtlCol="0" anchor="ctr"/>
          <a:lstStyle/>
          <a:p>
            <a:pPr marL="0" indent="0">
              <a:buNone/>
            </a:pPr>
            <a:r>
              <a:rPr lang="en-US" sz="2000" b="1" dirty="0">
                <a:solidFill>
                  <a:srgbClr val="1A5276"/>
                </a:solidFill>
                <a:latin typeface="Meiryo" pitchFamily="34" charset="0"/>
                <a:ea typeface="Meiryo" pitchFamily="34" charset="-122"/>
                <a:cs typeface="Meiryo" pitchFamily="34" charset="-120"/>
              </a:rPr>
              <a:t>Q3. </a:t>
            </a:r>
            <a:r>
              <a:rPr lang="ja-JP" altLang="en-US" sz="2000" b="1" dirty="0">
                <a:solidFill>
                  <a:srgbClr val="1A5276"/>
                </a:solidFill>
                <a:latin typeface="Meiryo" pitchFamily="34" charset="0"/>
                <a:ea typeface="Meiryo" pitchFamily="34" charset="-122"/>
                <a:cs typeface="Meiryo" pitchFamily="34" charset="-120"/>
              </a:rPr>
              <a:t>ストックホルム条約に対応する国内法は？</a:t>
            </a:r>
            <a:endParaRPr lang="en-US" sz="2000" dirty="0"/>
          </a:p>
        </p:txBody>
      </p:sp>
      <p:sp>
        <p:nvSpPr>
          <p:cNvPr id="15" name="Text 13"/>
          <p:cNvSpPr/>
          <p:nvPr/>
        </p:nvSpPr>
        <p:spPr>
          <a:xfrm>
            <a:off x="594360" y="4297680"/>
            <a:ext cx="11000232" cy="685800"/>
          </a:xfrm>
          <a:prstGeom prst="rect">
            <a:avLst/>
          </a:prstGeom>
          <a:noFill/>
          <a:ln/>
        </p:spPr>
        <p:txBody>
          <a:bodyPr wrap="square" rtlCol="0" anchor="t"/>
          <a:lstStyle/>
          <a:p>
            <a:pPr marL="0" indent="0" algn="l">
              <a:lnSpc>
                <a:spcPct val="130000"/>
              </a:lnSpc>
              <a:spcAft>
                <a:spcPts val="400"/>
              </a:spcAft>
              <a:buNone/>
            </a:pPr>
            <a:r>
              <a:rPr lang="ja-JP" altLang="en-US" sz="2000" dirty="0">
                <a:solidFill>
                  <a:srgbClr val="2C3E50"/>
                </a:solidFill>
                <a:latin typeface="Meiryo" pitchFamily="34" charset="0"/>
                <a:ea typeface="Meiryo" pitchFamily="34" charset="-122"/>
                <a:cs typeface="Meiryo" pitchFamily="34" charset="-120"/>
              </a:rPr>
              <a:t>残留性有機汚染物質に対応するための国内法は化学物質の審査及び製造等の規制に関する法律（</a:t>
            </a:r>
            <a:r>
              <a:rPr lang="en-US" sz="2000" dirty="0" err="1">
                <a:solidFill>
                  <a:srgbClr val="2C3E50"/>
                </a:solidFill>
                <a:latin typeface="Meiryo" pitchFamily="34" charset="0"/>
                <a:ea typeface="Meiryo" pitchFamily="34" charset="-122"/>
                <a:cs typeface="Meiryo" pitchFamily="34" charset="-120"/>
              </a:rPr>
              <a:t>化審法</a:t>
            </a:r>
            <a:r>
              <a:rPr lang="ja-JP" altLang="en-US" sz="2000" dirty="0">
                <a:solidFill>
                  <a:srgbClr val="2C3E50"/>
                </a:solidFill>
                <a:latin typeface="Meiryo" pitchFamily="34" charset="0"/>
                <a:ea typeface="Meiryo" pitchFamily="34" charset="-122"/>
                <a:cs typeface="Meiryo" pitchFamily="34" charset="-120"/>
              </a:rPr>
              <a:t>）</a:t>
            </a:r>
            <a:endParaRPr lang="en-US" sz="2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0">
    <p:bg>
      <p:bgPr>
        <a:solidFill>
          <a:srgbClr val="1A5276"/>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5276"/>
          </a:solidFill>
          <a:ln/>
        </p:spPr>
        <p:txBody>
          <a:bodyPr/>
          <a:lstStyle/>
          <a:p>
            <a:endParaRPr lang="ja-JP" altLang="en-US"/>
          </a:p>
        </p:txBody>
      </p:sp>
      <p:sp>
        <p:nvSpPr>
          <p:cNvPr id="3" name="Text 1"/>
          <p:cNvSpPr/>
          <p:nvPr/>
        </p:nvSpPr>
        <p:spPr>
          <a:xfrm>
            <a:off x="0" y="1554480"/>
            <a:ext cx="12188952" cy="365760"/>
          </a:xfrm>
          <a:prstGeom prst="rect">
            <a:avLst/>
          </a:prstGeom>
          <a:noFill/>
          <a:ln/>
        </p:spPr>
        <p:txBody>
          <a:bodyPr wrap="square" rtlCol="0" anchor="ctr"/>
          <a:lstStyle/>
          <a:p>
            <a:pPr marL="0" indent="0" algn="ctr">
              <a:buNone/>
            </a:pPr>
            <a:r>
              <a:rPr lang="en-US" sz="1200" kern="0" spc="800" dirty="0">
                <a:solidFill>
                  <a:srgbClr val="AABEC9"/>
                </a:solidFill>
                <a:latin typeface="Meiryo" pitchFamily="34" charset="0"/>
                <a:ea typeface="Meiryo" pitchFamily="34" charset="-122"/>
                <a:cs typeface="Meiryo" pitchFamily="34" charset="-120"/>
              </a:rPr>
              <a:t>SECTION C</a:t>
            </a:r>
            <a:endParaRPr lang="en-US" sz="1200" dirty="0"/>
          </a:p>
        </p:txBody>
      </p:sp>
      <p:sp>
        <p:nvSpPr>
          <p:cNvPr id="4" name="Text 2"/>
          <p:cNvSpPr/>
          <p:nvPr/>
        </p:nvSpPr>
        <p:spPr>
          <a:xfrm>
            <a:off x="0" y="1828800"/>
            <a:ext cx="12188952" cy="1645920"/>
          </a:xfrm>
          <a:prstGeom prst="rect">
            <a:avLst/>
          </a:prstGeom>
          <a:noFill/>
          <a:ln/>
        </p:spPr>
        <p:txBody>
          <a:bodyPr wrap="square" rtlCol="0" anchor="ctr"/>
          <a:lstStyle/>
          <a:p>
            <a:pPr marL="0" indent="0" algn="ctr">
              <a:buNone/>
            </a:pPr>
            <a:r>
              <a:rPr lang="en-US" sz="10000" dirty="0">
                <a:solidFill>
                  <a:srgbClr val="DBE4EE">
                    <a:alpha val="30000"/>
                  </a:srgbClr>
                </a:solidFill>
                <a:latin typeface="Georgia" pitchFamily="34" charset="0"/>
                <a:ea typeface="Georgia" pitchFamily="34" charset="-122"/>
                <a:cs typeface="Georgia" pitchFamily="34" charset="-120"/>
              </a:rPr>
              <a:t>C</a:t>
            </a:r>
            <a:endParaRPr lang="en-US" sz="10000" dirty="0"/>
          </a:p>
        </p:txBody>
      </p:sp>
      <p:sp>
        <p:nvSpPr>
          <p:cNvPr id="5" name="Text 3"/>
          <p:cNvSpPr/>
          <p:nvPr/>
        </p:nvSpPr>
        <p:spPr>
          <a:xfrm>
            <a:off x="0" y="3657600"/>
            <a:ext cx="12188952" cy="822960"/>
          </a:xfrm>
          <a:prstGeom prst="rect">
            <a:avLst/>
          </a:prstGeom>
          <a:noFill/>
          <a:ln/>
        </p:spPr>
        <p:txBody>
          <a:bodyPr wrap="square" rtlCol="0" anchor="ctr"/>
          <a:lstStyle/>
          <a:p>
            <a:pPr marL="0" indent="0" algn="ctr">
              <a:buNone/>
            </a:pPr>
            <a:r>
              <a:rPr lang="en-US" sz="3600" b="1" dirty="0">
                <a:solidFill>
                  <a:srgbClr val="FFFFFF"/>
                </a:solidFill>
                <a:latin typeface="Meiryo" pitchFamily="34" charset="0"/>
                <a:ea typeface="Meiryo" pitchFamily="34" charset="-122"/>
                <a:cs typeface="Meiryo" pitchFamily="34" charset="-120"/>
              </a:rPr>
              <a:t>地球環境問題と国際的取り組み</a:t>
            </a:r>
            <a:endParaRPr lang="en-US" sz="3600" dirty="0"/>
          </a:p>
        </p:txBody>
      </p:sp>
      <p:sp>
        <p:nvSpPr>
          <p:cNvPr id="6" name="Text 4"/>
          <p:cNvSpPr/>
          <p:nvPr/>
        </p:nvSpPr>
        <p:spPr>
          <a:xfrm>
            <a:off x="0" y="4572000"/>
            <a:ext cx="12188952" cy="640080"/>
          </a:xfrm>
          <a:prstGeom prst="rect">
            <a:avLst/>
          </a:prstGeom>
          <a:noFill/>
          <a:ln/>
        </p:spPr>
        <p:txBody>
          <a:bodyPr wrap="square" rtlCol="0" anchor="ctr"/>
          <a:lstStyle/>
          <a:p>
            <a:pPr marL="0" indent="0" algn="ctr">
              <a:buNone/>
            </a:pPr>
            <a:r>
              <a:rPr lang="en-US" sz="1400" dirty="0">
                <a:solidFill>
                  <a:srgbClr val="DBE4EE"/>
                </a:solidFill>
                <a:latin typeface="Meiryo" pitchFamily="34" charset="0"/>
                <a:ea typeface="Meiryo" pitchFamily="34" charset="-122"/>
                <a:cs typeface="Meiryo" pitchFamily="34" charset="-120"/>
              </a:rPr>
              <a:t>オゾン層 — 温暖化 — 酸性雨 — 海洋・生物多様性 — 公害から環境法へ</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53C17-CC9A-A788-7CF8-E96D2DE5EDE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E2B17CB-D1D3-FA0D-00EE-33498C4251A5}"/>
              </a:ext>
            </a:extLst>
          </p:cNvPr>
          <p:cNvSpPr/>
          <p:nvPr/>
        </p:nvSpPr>
        <p:spPr>
          <a:xfrm>
            <a:off x="411480" y="320040"/>
            <a:ext cx="8647938" cy="594360"/>
          </a:xfrm>
          <a:prstGeom prst="rect">
            <a:avLst/>
          </a:prstGeom>
          <a:noFill/>
          <a:ln/>
        </p:spPr>
        <p:txBody>
          <a:bodyPr wrap="square" rtlCol="0" anchor="ctr"/>
          <a:lstStyle/>
          <a:p>
            <a:pPr marL="0" indent="0">
              <a:buNone/>
            </a:pPr>
            <a:r>
              <a:rPr lang="en-US" sz="3600" b="1" dirty="0">
                <a:solidFill>
                  <a:srgbClr val="1A5276"/>
                </a:solidFill>
                <a:latin typeface="Meiryo" pitchFamily="34" charset="0"/>
                <a:ea typeface="Meiryo" pitchFamily="34" charset="-122"/>
                <a:cs typeface="Meiryo" pitchFamily="34" charset="-120"/>
              </a:rPr>
              <a:t>本日の範囲 — 教科書VI-1章の全体構造</a:t>
            </a:r>
            <a:endParaRPr lang="en-US" sz="3600" dirty="0"/>
          </a:p>
        </p:txBody>
      </p:sp>
      <p:sp>
        <p:nvSpPr>
          <p:cNvPr id="3" name="Shape 1">
            <a:extLst>
              <a:ext uri="{FF2B5EF4-FFF2-40B4-BE49-F238E27FC236}">
                <a16:creationId xmlns:a16="http://schemas.microsoft.com/office/drawing/2014/main" id="{189A6F48-E423-BCDD-E0E6-EB4750CB7F0A}"/>
              </a:ext>
            </a:extLst>
          </p:cNvPr>
          <p:cNvSpPr/>
          <p:nvPr/>
        </p:nvSpPr>
        <p:spPr>
          <a:xfrm>
            <a:off x="411480" y="950976"/>
            <a:ext cx="11365992" cy="22860"/>
          </a:xfrm>
          <a:prstGeom prst="rect">
            <a:avLst/>
          </a:prstGeom>
          <a:solidFill>
            <a:srgbClr val="2980B9"/>
          </a:solidFill>
          <a:ln/>
        </p:spPr>
        <p:txBody>
          <a:bodyPr/>
          <a:lstStyle/>
          <a:p>
            <a:endParaRPr lang="ja-JP" altLang="en-US" sz="2800"/>
          </a:p>
        </p:txBody>
      </p:sp>
      <p:sp>
        <p:nvSpPr>
          <p:cNvPr id="7" name="Text 5">
            <a:extLst>
              <a:ext uri="{FF2B5EF4-FFF2-40B4-BE49-F238E27FC236}">
                <a16:creationId xmlns:a16="http://schemas.microsoft.com/office/drawing/2014/main" id="{EB5FEFAC-45FD-288E-C503-1632817F0F96}"/>
              </a:ext>
            </a:extLst>
          </p:cNvPr>
          <p:cNvSpPr/>
          <p:nvPr/>
        </p:nvSpPr>
        <p:spPr>
          <a:xfrm>
            <a:off x="411480" y="6355080"/>
            <a:ext cx="11365992" cy="274320"/>
          </a:xfrm>
          <a:prstGeom prst="rect">
            <a:avLst/>
          </a:prstGeom>
          <a:noFill/>
          <a:ln/>
        </p:spPr>
        <p:txBody>
          <a:bodyPr wrap="square" rtlCol="0" anchor="ctr"/>
          <a:lstStyle/>
          <a:p>
            <a:pPr marL="0" indent="0">
              <a:buNone/>
            </a:pPr>
            <a:r>
              <a:rPr lang="en-US" sz="1600" i="1" dirty="0">
                <a:solidFill>
                  <a:srgbClr val="5D6D7E"/>
                </a:solidFill>
                <a:latin typeface="Meiryo" pitchFamily="34" charset="0"/>
                <a:ea typeface="Meiryo" pitchFamily="34" charset="-122"/>
                <a:cs typeface="Meiryo" pitchFamily="34" charset="-120"/>
              </a:rPr>
              <a:t>★ = 重要度（学術的核心概念）／ 無印も全範囲が試験範囲</a:t>
            </a:r>
            <a:endParaRPr lang="en-US" sz="1600" dirty="0"/>
          </a:p>
        </p:txBody>
      </p:sp>
      <p:sp>
        <p:nvSpPr>
          <p:cNvPr id="8" name="Rectangle 7">
            <a:extLst>
              <a:ext uri="{FF2B5EF4-FFF2-40B4-BE49-F238E27FC236}">
                <a16:creationId xmlns:a16="http://schemas.microsoft.com/office/drawing/2014/main" id="{CD29E688-9EFD-FA04-D973-E4FFDE03D7A8}"/>
              </a:ext>
            </a:extLst>
          </p:cNvPr>
          <p:cNvSpPr/>
          <p:nvPr/>
        </p:nvSpPr>
        <p:spPr>
          <a:xfrm>
            <a:off x="411480"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 name="Rectangle 8">
            <a:extLst>
              <a:ext uri="{FF2B5EF4-FFF2-40B4-BE49-F238E27FC236}">
                <a16:creationId xmlns:a16="http://schemas.microsoft.com/office/drawing/2014/main" id="{E8F7FE5A-CE1A-EB54-E64F-CE041D38C108}"/>
              </a:ext>
            </a:extLst>
          </p:cNvPr>
          <p:cNvSpPr/>
          <p:nvPr/>
        </p:nvSpPr>
        <p:spPr>
          <a:xfrm>
            <a:off x="411480" y="1234440"/>
            <a:ext cx="2718054" cy="9601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a:extLst>
              <a:ext uri="{FF2B5EF4-FFF2-40B4-BE49-F238E27FC236}">
                <a16:creationId xmlns:a16="http://schemas.microsoft.com/office/drawing/2014/main" id="{0BB9DA74-1268-9520-F1A6-108744316FBA}"/>
              </a:ext>
            </a:extLst>
          </p:cNvPr>
          <p:cNvSpPr txBox="1"/>
          <p:nvPr/>
        </p:nvSpPr>
        <p:spPr>
          <a:xfrm>
            <a:off x="548640"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A</a:t>
            </a:r>
          </a:p>
        </p:txBody>
      </p:sp>
      <p:sp>
        <p:nvSpPr>
          <p:cNvPr id="11" name="TextBox 10">
            <a:extLst>
              <a:ext uri="{FF2B5EF4-FFF2-40B4-BE49-F238E27FC236}">
                <a16:creationId xmlns:a16="http://schemas.microsoft.com/office/drawing/2014/main" id="{7FD6FCF1-306E-ED89-5AE7-CE94C416D52A}"/>
              </a:ext>
            </a:extLst>
          </p:cNvPr>
          <p:cNvSpPr txBox="1"/>
          <p:nvPr/>
        </p:nvSpPr>
        <p:spPr>
          <a:xfrm>
            <a:off x="1280160"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地球環境と</a:t>
            </a:r>
          </a:p>
          <a:p>
            <a:pPr algn="l"/>
            <a:r>
              <a:rPr b="1">
                <a:solidFill>
                  <a:srgbClr val="FFFFFF"/>
                </a:solidFill>
                <a:latin typeface="Yu Gothic"/>
              </a:rPr>
              <a:t>生態系の構造</a:t>
            </a:r>
          </a:p>
        </p:txBody>
      </p:sp>
      <p:sp>
        <p:nvSpPr>
          <p:cNvPr id="12" name="Rectangle 11">
            <a:extLst>
              <a:ext uri="{FF2B5EF4-FFF2-40B4-BE49-F238E27FC236}">
                <a16:creationId xmlns:a16="http://schemas.microsoft.com/office/drawing/2014/main" id="{9025A43D-1E4E-E031-2092-99B1EF8C572E}"/>
              </a:ext>
            </a:extLst>
          </p:cNvPr>
          <p:cNvSpPr/>
          <p:nvPr/>
        </p:nvSpPr>
        <p:spPr>
          <a:xfrm>
            <a:off x="521208"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TextBox 12">
            <a:extLst>
              <a:ext uri="{FF2B5EF4-FFF2-40B4-BE49-F238E27FC236}">
                <a16:creationId xmlns:a16="http://schemas.microsoft.com/office/drawing/2014/main" id="{8565BB72-F75D-4F9C-26D2-5E303D8B553E}"/>
              </a:ext>
            </a:extLst>
          </p:cNvPr>
          <p:cNvSpPr txBox="1"/>
          <p:nvPr/>
        </p:nvSpPr>
        <p:spPr>
          <a:xfrm>
            <a:off x="630936" y="2432304"/>
            <a:ext cx="777240" cy="276999"/>
          </a:xfrm>
          <a:prstGeom prst="rect">
            <a:avLst/>
          </a:prstGeom>
          <a:noFill/>
        </p:spPr>
        <p:txBody>
          <a:bodyPr wrap="square" lIns="0" tIns="0" rIns="0" bIns="0" anchor="t">
            <a:spAutoFit/>
          </a:bodyPr>
          <a:lstStyle/>
          <a:p>
            <a:pPr algn="l"/>
            <a:r>
              <a:rPr b="1">
                <a:solidFill>
                  <a:srgbClr val="1A5276"/>
                </a:solidFill>
                <a:latin typeface="Yu Gothic"/>
              </a:rPr>
              <a:t>A-1</a:t>
            </a:r>
          </a:p>
        </p:txBody>
      </p:sp>
      <p:sp>
        <p:nvSpPr>
          <p:cNvPr id="14" name="TextBox 13">
            <a:extLst>
              <a:ext uri="{FF2B5EF4-FFF2-40B4-BE49-F238E27FC236}">
                <a16:creationId xmlns:a16="http://schemas.microsoft.com/office/drawing/2014/main" id="{412BFF46-2187-0895-E303-3D43EBCA0009}"/>
              </a:ext>
            </a:extLst>
          </p:cNvPr>
          <p:cNvSpPr txBox="1"/>
          <p:nvPr/>
        </p:nvSpPr>
        <p:spPr>
          <a:xfrm>
            <a:off x="630936" y="2724912"/>
            <a:ext cx="2443734" cy="246221"/>
          </a:xfrm>
          <a:prstGeom prst="rect">
            <a:avLst/>
          </a:prstGeom>
          <a:noFill/>
        </p:spPr>
        <p:txBody>
          <a:bodyPr wrap="square" lIns="0" tIns="0" rIns="0" bIns="0" anchor="t">
            <a:spAutoFit/>
          </a:bodyPr>
          <a:lstStyle/>
          <a:p>
            <a:pPr algn="l"/>
            <a:r>
              <a:rPr sz="1600" b="0" dirty="0" err="1">
                <a:solidFill>
                  <a:srgbClr val="2C3E50"/>
                </a:solidFill>
                <a:latin typeface="Yu Gothic"/>
              </a:rPr>
              <a:t>四圏（地・水・気・生物</a:t>
            </a:r>
            <a:r>
              <a:rPr sz="1600" b="0" dirty="0">
                <a:solidFill>
                  <a:srgbClr val="2C3E50"/>
                </a:solidFill>
                <a:latin typeface="Yu Gothic"/>
              </a:rPr>
              <a:t>）</a:t>
            </a:r>
          </a:p>
        </p:txBody>
      </p:sp>
      <p:sp>
        <p:nvSpPr>
          <p:cNvPr id="15" name="Rectangle 14">
            <a:extLst>
              <a:ext uri="{FF2B5EF4-FFF2-40B4-BE49-F238E27FC236}">
                <a16:creationId xmlns:a16="http://schemas.microsoft.com/office/drawing/2014/main" id="{63B9AE45-24E3-7BE1-D89C-5D0720ACC489}"/>
              </a:ext>
            </a:extLst>
          </p:cNvPr>
          <p:cNvSpPr/>
          <p:nvPr/>
        </p:nvSpPr>
        <p:spPr>
          <a:xfrm>
            <a:off x="521208"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TextBox 15">
            <a:extLst>
              <a:ext uri="{FF2B5EF4-FFF2-40B4-BE49-F238E27FC236}">
                <a16:creationId xmlns:a16="http://schemas.microsoft.com/office/drawing/2014/main" id="{858C5071-0853-180D-2AFF-A193C8F4A826}"/>
              </a:ext>
            </a:extLst>
          </p:cNvPr>
          <p:cNvSpPr txBox="1"/>
          <p:nvPr/>
        </p:nvSpPr>
        <p:spPr>
          <a:xfrm>
            <a:off x="630936" y="3273552"/>
            <a:ext cx="777240" cy="276999"/>
          </a:xfrm>
          <a:prstGeom prst="rect">
            <a:avLst/>
          </a:prstGeom>
          <a:noFill/>
        </p:spPr>
        <p:txBody>
          <a:bodyPr wrap="square" lIns="0" tIns="0" rIns="0" bIns="0" anchor="t">
            <a:spAutoFit/>
          </a:bodyPr>
          <a:lstStyle/>
          <a:p>
            <a:pPr algn="l"/>
            <a:r>
              <a:rPr b="1">
                <a:solidFill>
                  <a:srgbClr val="1A5276"/>
                </a:solidFill>
                <a:latin typeface="Yu Gothic"/>
              </a:rPr>
              <a:t>A-2</a:t>
            </a:r>
          </a:p>
        </p:txBody>
      </p:sp>
      <p:sp>
        <p:nvSpPr>
          <p:cNvPr id="17" name="TextBox 16">
            <a:extLst>
              <a:ext uri="{FF2B5EF4-FFF2-40B4-BE49-F238E27FC236}">
                <a16:creationId xmlns:a16="http://schemas.microsoft.com/office/drawing/2014/main" id="{03DC5600-8057-7B76-0142-DA37EADD0F15}"/>
              </a:ext>
            </a:extLst>
          </p:cNvPr>
          <p:cNvSpPr txBox="1"/>
          <p:nvPr/>
        </p:nvSpPr>
        <p:spPr>
          <a:xfrm>
            <a:off x="630936"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生態系の構成と機能</a:t>
            </a:r>
          </a:p>
        </p:txBody>
      </p:sp>
      <p:sp>
        <p:nvSpPr>
          <p:cNvPr id="18" name="TextBox 17">
            <a:extLst>
              <a:ext uri="{FF2B5EF4-FFF2-40B4-BE49-F238E27FC236}">
                <a16:creationId xmlns:a16="http://schemas.microsoft.com/office/drawing/2014/main" id="{288E0B2A-B7B2-81BF-B301-BF8AE9840188}"/>
              </a:ext>
            </a:extLst>
          </p:cNvPr>
          <p:cNvSpPr txBox="1"/>
          <p:nvPr/>
        </p:nvSpPr>
        <p:spPr>
          <a:xfrm>
            <a:off x="1280160"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19" name="Rectangle 18">
            <a:extLst>
              <a:ext uri="{FF2B5EF4-FFF2-40B4-BE49-F238E27FC236}">
                <a16:creationId xmlns:a16="http://schemas.microsoft.com/office/drawing/2014/main" id="{FE4EF2A8-8BD0-E7EB-8E38-33897698F334}"/>
              </a:ext>
            </a:extLst>
          </p:cNvPr>
          <p:cNvSpPr/>
          <p:nvPr/>
        </p:nvSpPr>
        <p:spPr>
          <a:xfrm>
            <a:off x="521208"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a:extLst>
              <a:ext uri="{FF2B5EF4-FFF2-40B4-BE49-F238E27FC236}">
                <a16:creationId xmlns:a16="http://schemas.microsoft.com/office/drawing/2014/main" id="{6C3613E0-7AAB-78E5-D291-57C5FC6B83F7}"/>
              </a:ext>
            </a:extLst>
          </p:cNvPr>
          <p:cNvSpPr txBox="1"/>
          <p:nvPr/>
        </p:nvSpPr>
        <p:spPr>
          <a:xfrm>
            <a:off x="630936" y="4114800"/>
            <a:ext cx="777240" cy="276999"/>
          </a:xfrm>
          <a:prstGeom prst="rect">
            <a:avLst/>
          </a:prstGeom>
          <a:noFill/>
        </p:spPr>
        <p:txBody>
          <a:bodyPr wrap="square" lIns="0" tIns="0" rIns="0" bIns="0" anchor="t">
            <a:spAutoFit/>
          </a:bodyPr>
          <a:lstStyle/>
          <a:p>
            <a:pPr algn="l"/>
            <a:r>
              <a:rPr b="1">
                <a:solidFill>
                  <a:srgbClr val="1A5276"/>
                </a:solidFill>
                <a:latin typeface="Yu Gothic"/>
              </a:rPr>
              <a:t>A-3</a:t>
            </a:r>
          </a:p>
        </p:txBody>
      </p:sp>
      <p:sp>
        <p:nvSpPr>
          <p:cNvPr id="21" name="TextBox 20">
            <a:extLst>
              <a:ext uri="{FF2B5EF4-FFF2-40B4-BE49-F238E27FC236}">
                <a16:creationId xmlns:a16="http://schemas.microsoft.com/office/drawing/2014/main" id="{FC70D4BB-3996-2357-8E68-96E706E7DA4A}"/>
              </a:ext>
            </a:extLst>
          </p:cNvPr>
          <p:cNvSpPr txBox="1"/>
          <p:nvPr/>
        </p:nvSpPr>
        <p:spPr>
          <a:xfrm>
            <a:off x="630936"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物質循環（C / N / P）</a:t>
            </a:r>
          </a:p>
        </p:txBody>
      </p:sp>
      <p:sp>
        <p:nvSpPr>
          <p:cNvPr id="22" name="Rectangle 21">
            <a:extLst>
              <a:ext uri="{FF2B5EF4-FFF2-40B4-BE49-F238E27FC236}">
                <a16:creationId xmlns:a16="http://schemas.microsoft.com/office/drawing/2014/main" id="{C551EDE2-BF73-B121-A0CF-FCBCE8D8F7BF}"/>
              </a:ext>
            </a:extLst>
          </p:cNvPr>
          <p:cNvSpPr/>
          <p:nvPr/>
        </p:nvSpPr>
        <p:spPr>
          <a:xfrm>
            <a:off x="3294126"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Rectangle 22">
            <a:extLst>
              <a:ext uri="{FF2B5EF4-FFF2-40B4-BE49-F238E27FC236}">
                <a16:creationId xmlns:a16="http://schemas.microsoft.com/office/drawing/2014/main" id="{E56E0976-1C33-43D8-CD9A-679ECD776DF0}"/>
              </a:ext>
            </a:extLst>
          </p:cNvPr>
          <p:cNvSpPr/>
          <p:nvPr/>
        </p:nvSpPr>
        <p:spPr>
          <a:xfrm>
            <a:off x="3294126" y="1234440"/>
            <a:ext cx="2718054" cy="96012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4" name="TextBox 23">
            <a:extLst>
              <a:ext uri="{FF2B5EF4-FFF2-40B4-BE49-F238E27FC236}">
                <a16:creationId xmlns:a16="http://schemas.microsoft.com/office/drawing/2014/main" id="{6DF79D17-219C-ACB7-BA99-06D57E2A3E02}"/>
              </a:ext>
            </a:extLst>
          </p:cNvPr>
          <p:cNvSpPr txBox="1"/>
          <p:nvPr/>
        </p:nvSpPr>
        <p:spPr>
          <a:xfrm>
            <a:off x="3431286"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B</a:t>
            </a:r>
          </a:p>
        </p:txBody>
      </p:sp>
      <p:sp>
        <p:nvSpPr>
          <p:cNvPr id="25" name="TextBox 24">
            <a:extLst>
              <a:ext uri="{FF2B5EF4-FFF2-40B4-BE49-F238E27FC236}">
                <a16:creationId xmlns:a16="http://schemas.microsoft.com/office/drawing/2014/main" id="{96F22347-CE1C-C4FC-551F-7B98FC685522}"/>
              </a:ext>
            </a:extLst>
          </p:cNvPr>
          <p:cNvSpPr txBox="1"/>
          <p:nvPr/>
        </p:nvSpPr>
        <p:spPr>
          <a:xfrm>
            <a:off x="4162806" y="1437501"/>
            <a:ext cx="1757934" cy="553998"/>
          </a:xfrm>
          <a:prstGeom prst="rect">
            <a:avLst/>
          </a:prstGeom>
          <a:noFill/>
        </p:spPr>
        <p:txBody>
          <a:bodyPr wrap="square" lIns="0" tIns="0" rIns="0" bIns="0" anchor="ctr">
            <a:spAutoFit/>
          </a:bodyPr>
          <a:lstStyle/>
          <a:p>
            <a:pPr algn="l"/>
            <a:r>
              <a:rPr b="1">
                <a:solidFill>
                  <a:srgbClr val="FFFFFF"/>
                </a:solidFill>
                <a:latin typeface="Yu Gothic"/>
              </a:rPr>
              <a:t>化学物質の</a:t>
            </a:r>
          </a:p>
          <a:p>
            <a:pPr algn="l"/>
            <a:r>
              <a:rPr b="1">
                <a:solidFill>
                  <a:srgbClr val="FFFFFF"/>
                </a:solidFill>
                <a:latin typeface="Yu Gothic"/>
              </a:rPr>
              <a:t>環境内動態</a:t>
            </a:r>
          </a:p>
        </p:txBody>
      </p:sp>
      <p:sp>
        <p:nvSpPr>
          <p:cNvPr id="26" name="Rectangle 25">
            <a:extLst>
              <a:ext uri="{FF2B5EF4-FFF2-40B4-BE49-F238E27FC236}">
                <a16:creationId xmlns:a16="http://schemas.microsoft.com/office/drawing/2014/main" id="{32285B16-F884-81EF-4B15-15751D712EC8}"/>
              </a:ext>
            </a:extLst>
          </p:cNvPr>
          <p:cNvSpPr/>
          <p:nvPr/>
        </p:nvSpPr>
        <p:spPr>
          <a:xfrm>
            <a:off x="3403854"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a:extLst>
              <a:ext uri="{FF2B5EF4-FFF2-40B4-BE49-F238E27FC236}">
                <a16:creationId xmlns:a16="http://schemas.microsoft.com/office/drawing/2014/main" id="{5DEE0FB8-55A6-3CC6-4F68-0DBF59711DEC}"/>
              </a:ext>
            </a:extLst>
          </p:cNvPr>
          <p:cNvSpPr txBox="1"/>
          <p:nvPr/>
        </p:nvSpPr>
        <p:spPr>
          <a:xfrm>
            <a:off x="3513582" y="2432304"/>
            <a:ext cx="777240" cy="276999"/>
          </a:xfrm>
          <a:prstGeom prst="rect">
            <a:avLst/>
          </a:prstGeom>
          <a:noFill/>
        </p:spPr>
        <p:txBody>
          <a:bodyPr wrap="square" lIns="0" tIns="0" rIns="0" bIns="0" anchor="t">
            <a:spAutoFit/>
          </a:bodyPr>
          <a:lstStyle/>
          <a:p>
            <a:pPr algn="l"/>
            <a:r>
              <a:rPr b="1">
                <a:solidFill>
                  <a:srgbClr val="2980B9"/>
                </a:solidFill>
                <a:latin typeface="Yu Gothic"/>
              </a:rPr>
              <a:t>B-1</a:t>
            </a:r>
          </a:p>
        </p:txBody>
      </p:sp>
      <p:sp>
        <p:nvSpPr>
          <p:cNvPr id="28" name="TextBox 27">
            <a:extLst>
              <a:ext uri="{FF2B5EF4-FFF2-40B4-BE49-F238E27FC236}">
                <a16:creationId xmlns:a16="http://schemas.microsoft.com/office/drawing/2014/main" id="{4B706129-F313-9538-F372-E9091DB1242A}"/>
              </a:ext>
            </a:extLst>
          </p:cNvPr>
          <p:cNvSpPr txBox="1"/>
          <p:nvPr/>
        </p:nvSpPr>
        <p:spPr>
          <a:xfrm>
            <a:off x="3513582"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環境中の化学物質</a:t>
            </a:r>
          </a:p>
        </p:txBody>
      </p:sp>
      <p:sp>
        <p:nvSpPr>
          <p:cNvPr id="29" name="Rectangle 28">
            <a:extLst>
              <a:ext uri="{FF2B5EF4-FFF2-40B4-BE49-F238E27FC236}">
                <a16:creationId xmlns:a16="http://schemas.microsoft.com/office/drawing/2014/main" id="{4099404C-2747-6426-BF2F-C85AD1D9F615}"/>
              </a:ext>
            </a:extLst>
          </p:cNvPr>
          <p:cNvSpPr/>
          <p:nvPr/>
        </p:nvSpPr>
        <p:spPr>
          <a:xfrm>
            <a:off x="3403854"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a:extLst>
              <a:ext uri="{FF2B5EF4-FFF2-40B4-BE49-F238E27FC236}">
                <a16:creationId xmlns:a16="http://schemas.microsoft.com/office/drawing/2014/main" id="{7AF74459-2B22-378D-969E-A291583FAF1F}"/>
              </a:ext>
            </a:extLst>
          </p:cNvPr>
          <p:cNvSpPr txBox="1"/>
          <p:nvPr/>
        </p:nvSpPr>
        <p:spPr>
          <a:xfrm>
            <a:off x="3513582" y="3273552"/>
            <a:ext cx="777240" cy="276999"/>
          </a:xfrm>
          <a:prstGeom prst="rect">
            <a:avLst/>
          </a:prstGeom>
          <a:noFill/>
        </p:spPr>
        <p:txBody>
          <a:bodyPr wrap="square" lIns="0" tIns="0" rIns="0" bIns="0" anchor="t">
            <a:spAutoFit/>
          </a:bodyPr>
          <a:lstStyle/>
          <a:p>
            <a:pPr algn="l"/>
            <a:r>
              <a:rPr b="1">
                <a:solidFill>
                  <a:srgbClr val="2980B9"/>
                </a:solidFill>
                <a:latin typeface="Yu Gothic"/>
              </a:rPr>
              <a:t>B-2</a:t>
            </a:r>
          </a:p>
        </p:txBody>
      </p:sp>
      <p:sp>
        <p:nvSpPr>
          <p:cNvPr id="31" name="TextBox 30">
            <a:extLst>
              <a:ext uri="{FF2B5EF4-FFF2-40B4-BE49-F238E27FC236}">
                <a16:creationId xmlns:a16="http://schemas.microsoft.com/office/drawing/2014/main" id="{8779EE93-CF0B-F64B-A7CD-EB22338A109E}"/>
              </a:ext>
            </a:extLst>
          </p:cNvPr>
          <p:cNvSpPr txBox="1"/>
          <p:nvPr/>
        </p:nvSpPr>
        <p:spPr>
          <a:xfrm>
            <a:off x="3513582"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生物濃縮</a:t>
            </a:r>
          </a:p>
        </p:txBody>
      </p:sp>
      <p:sp>
        <p:nvSpPr>
          <p:cNvPr id="32" name="TextBox 31">
            <a:extLst>
              <a:ext uri="{FF2B5EF4-FFF2-40B4-BE49-F238E27FC236}">
                <a16:creationId xmlns:a16="http://schemas.microsoft.com/office/drawing/2014/main" id="{AAC20264-BB67-4C44-E92D-5774CB930C06}"/>
              </a:ext>
            </a:extLst>
          </p:cNvPr>
          <p:cNvSpPr txBox="1"/>
          <p:nvPr/>
        </p:nvSpPr>
        <p:spPr>
          <a:xfrm>
            <a:off x="4162806"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3" name="Rectangle 32">
            <a:extLst>
              <a:ext uri="{FF2B5EF4-FFF2-40B4-BE49-F238E27FC236}">
                <a16:creationId xmlns:a16="http://schemas.microsoft.com/office/drawing/2014/main" id="{BF4AF346-47D0-A73E-3CD4-3F184DD1B14E}"/>
              </a:ext>
            </a:extLst>
          </p:cNvPr>
          <p:cNvSpPr/>
          <p:nvPr/>
        </p:nvSpPr>
        <p:spPr>
          <a:xfrm>
            <a:off x="3403854"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TextBox 33">
            <a:extLst>
              <a:ext uri="{FF2B5EF4-FFF2-40B4-BE49-F238E27FC236}">
                <a16:creationId xmlns:a16="http://schemas.microsoft.com/office/drawing/2014/main" id="{BFE42B0B-9EF8-8D84-1F8E-1FEA1A69DF8B}"/>
              </a:ext>
            </a:extLst>
          </p:cNvPr>
          <p:cNvSpPr txBox="1"/>
          <p:nvPr/>
        </p:nvSpPr>
        <p:spPr>
          <a:xfrm>
            <a:off x="3513582" y="4114800"/>
            <a:ext cx="777240" cy="276999"/>
          </a:xfrm>
          <a:prstGeom prst="rect">
            <a:avLst/>
          </a:prstGeom>
          <a:noFill/>
        </p:spPr>
        <p:txBody>
          <a:bodyPr wrap="square" lIns="0" tIns="0" rIns="0" bIns="0" anchor="t">
            <a:spAutoFit/>
          </a:bodyPr>
          <a:lstStyle/>
          <a:p>
            <a:pPr algn="l"/>
            <a:r>
              <a:rPr b="1">
                <a:solidFill>
                  <a:srgbClr val="2980B9"/>
                </a:solidFill>
                <a:latin typeface="Yu Gothic"/>
              </a:rPr>
              <a:t>B-3</a:t>
            </a:r>
          </a:p>
        </p:txBody>
      </p:sp>
      <p:sp>
        <p:nvSpPr>
          <p:cNvPr id="35" name="TextBox 34">
            <a:extLst>
              <a:ext uri="{FF2B5EF4-FFF2-40B4-BE49-F238E27FC236}">
                <a16:creationId xmlns:a16="http://schemas.microsoft.com/office/drawing/2014/main" id="{21CE1590-8C4F-9292-CEE0-726293352385}"/>
              </a:ext>
            </a:extLst>
          </p:cNvPr>
          <p:cNvSpPr txBox="1"/>
          <p:nvPr/>
        </p:nvSpPr>
        <p:spPr>
          <a:xfrm>
            <a:off x="3513582"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POPsと化審法</a:t>
            </a:r>
          </a:p>
        </p:txBody>
      </p:sp>
      <p:sp>
        <p:nvSpPr>
          <p:cNvPr id="36" name="TextBox 35">
            <a:extLst>
              <a:ext uri="{FF2B5EF4-FFF2-40B4-BE49-F238E27FC236}">
                <a16:creationId xmlns:a16="http://schemas.microsoft.com/office/drawing/2014/main" id="{42C79D84-D004-144C-7DDE-6B7F3A8B81C1}"/>
              </a:ext>
            </a:extLst>
          </p:cNvPr>
          <p:cNvSpPr txBox="1"/>
          <p:nvPr/>
        </p:nvSpPr>
        <p:spPr>
          <a:xfrm>
            <a:off x="4162806" y="4096512"/>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7" name="Rectangle 36">
            <a:extLst>
              <a:ext uri="{FF2B5EF4-FFF2-40B4-BE49-F238E27FC236}">
                <a16:creationId xmlns:a16="http://schemas.microsoft.com/office/drawing/2014/main" id="{19A70B11-A874-E94B-3BC4-C607571BCADF}"/>
              </a:ext>
            </a:extLst>
          </p:cNvPr>
          <p:cNvSpPr/>
          <p:nvPr/>
        </p:nvSpPr>
        <p:spPr>
          <a:xfrm>
            <a:off x="6176772" y="1234440"/>
            <a:ext cx="2718054" cy="4892040"/>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8" name="Rectangle 37">
            <a:extLst>
              <a:ext uri="{FF2B5EF4-FFF2-40B4-BE49-F238E27FC236}">
                <a16:creationId xmlns:a16="http://schemas.microsoft.com/office/drawing/2014/main" id="{A4C304BD-D06A-A66A-5CF7-7E76B9571036}"/>
              </a:ext>
            </a:extLst>
          </p:cNvPr>
          <p:cNvSpPr/>
          <p:nvPr/>
        </p:nvSpPr>
        <p:spPr>
          <a:xfrm>
            <a:off x="6176772" y="1234440"/>
            <a:ext cx="2718054" cy="96012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a:extLst>
              <a:ext uri="{FF2B5EF4-FFF2-40B4-BE49-F238E27FC236}">
                <a16:creationId xmlns:a16="http://schemas.microsoft.com/office/drawing/2014/main" id="{33EE7B38-9E82-6493-FECE-E0745C5E847E}"/>
              </a:ext>
            </a:extLst>
          </p:cNvPr>
          <p:cNvSpPr txBox="1"/>
          <p:nvPr/>
        </p:nvSpPr>
        <p:spPr>
          <a:xfrm>
            <a:off x="6313932"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C</a:t>
            </a:r>
          </a:p>
        </p:txBody>
      </p:sp>
      <p:sp>
        <p:nvSpPr>
          <p:cNvPr id="40" name="TextBox 39">
            <a:extLst>
              <a:ext uri="{FF2B5EF4-FFF2-40B4-BE49-F238E27FC236}">
                <a16:creationId xmlns:a16="http://schemas.microsoft.com/office/drawing/2014/main" id="{420EB629-2B93-DD50-6070-DBF97120BD9F}"/>
              </a:ext>
            </a:extLst>
          </p:cNvPr>
          <p:cNvSpPr txBox="1"/>
          <p:nvPr/>
        </p:nvSpPr>
        <p:spPr>
          <a:xfrm>
            <a:off x="7045452"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地球環境問題と</a:t>
            </a:r>
          </a:p>
          <a:p>
            <a:pPr algn="l"/>
            <a:r>
              <a:rPr b="1">
                <a:solidFill>
                  <a:srgbClr val="FFFFFF"/>
                </a:solidFill>
                <a:latin typeface="Yu Gothic"/>
              </a:rPr>
              <a:t>国際的取り組み</a:t>
            </a:r>
          </a:p>
        </p:txBody>
      </p:sp>
      <p:sp>
        <p:nvSpPr>
          <p:cNvPr id="41" name="Rectangle 40">
            <a:extLst>
              <a:ext uri="{FF2B5EF4-FFF2-40B4-BE49-F238E27FC236}">
                <a16:creationId xmlns:a16="http://schemas.microsoft.com/office/drawing/2014/main" id="{04220C8D-896B-217B-536C-65CC354D97FA}"/>
              </a:ext>
            </a:extLst>
          </p:cNvPr>
          <p:cNvSpPr/>
          <p:nvPr/>
        </p:nvSpPr>
        <p:spPr>
          <a:xfrm>
            <a:off x="6286500" y="2359152"/>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2" name="TextBox 41">
            <a:extLst>
              <a:ext uri="{FF2B5EF4-FFF2-40B4-BE49-F238E27FC236}">
                <a16:creationId xmlns:a16="http://schemas.microsoft.com/office/drawing/2014/main" id="{8172BA68-6EFF-E212-DE9E-B945B6909D5E}"/>
              </a:ext>
            </a:extLst>
          </p:cNvPr>
          <p:cNvSpPr txBox="1"/>
          <p:nvPr/>
        </p:nvSpPr>
        <p:spPr>
          <a:xfrm>
            <a:off x="6396228" y="2432304"/>
            <a:ext cx="777240" cy="276999"/>
          </a:xfrm>
          <a:prstGeom prst="rect">
            <a:avLst/>
          </a:prstGeom>
          <a:noFill/>
        </p:spPr>
        <p:txBody>
          <a:bodyPr wrap="square" lIns="0" tIns="0" rIns="0" bIns="0" anchor="t">
            <a:spAutoFit/>
          </a:bodyPr>
          <a:lstStyle/>
          <a:p>
            <a:pPr algn="l"/>
            <a:r>
              <a:rPr b="1">
                <a:solidFill>
                  <a:srgbClr val="E67E22"/>
                </a:solidFill>
                <a:latin typeface="Yu Gothic"/>
              </a:rPr>
              <a:t>C-1</a:t>
            </a:r>
          </a:p>
        </p:txBody>
      </p:sp>
      <p:sp>
        <p:nvSpPr>
          <p:cNvPr id="43" name="TextBox 42">
            <a:extLst>
              <a:ext uri="{FF2B5EF4-FFF2-40B4-BE49-F238E27FC236}">
                <a16:creationId xmlns:a16="http://schemas.microsoft.com/office/drawing/2014/main" id="{305D15C9-CE22-D2BD-5BBE-769961FA2A97}"/>
              </a:ext>
            </a:extLst>
          </p:cNvPr>
          <p:cNvSpPr txBox="1"/>
          <p:nvPr/>
        </p:nvSpPr>
        <p:spPr>
          <a:xfrm>
            <a:off x="6396228"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オゾン層破壊</a:t>
            </a:r>
          </a:p>
        </p:txBody>
      </p:sp>
      <p:sp>
        <p:nvSpPr>
          <p:cNvPr id="44" name="TextBox 43">
            <a:extLst>
              <a:ext uri="{FF2B5EF4-FFF2-40B4-BE49-F238E27FC236}">
                <a16:creationId xmlns:a16="http://schemas.microsoft.com/office/drawing/2014/main" id="{00BBDA44-ED17-C076-AFA9-3198F1423B8A}"/>
              </a:ext>
            </a:extLst>
          </p:cNvPr>
          <p:cNvSpPr txBox="1"/>
          <p:nvPr/>
        </p:nvSpPr>
        <p:spPr>
          <a:xfrm>
            <a:off x="7045452"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5" name="Rectangle 44">
            <a:extLst>
              <a:ext uri="{FF2B5EF4-FFF2-40B4-BE49-F238E27FC236}">
                <a16:creationId xmlns:a16="http://schemas.microsoft.com/office/drawing/2014/main" id="{E4C7E34D-B460-B8BC-4071-5DEE0C8F344F}"/>
              </a:ext>
            </a:extLst>
          </p:cNvPr>
          <p:cNvSpPr/>
          <p:nvPr/>
        </p:nvSpPr>
        <p:spPr>
          <a:xfrm>
            <a:off x="6286500" y="3079699"/>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6" name="TextBox 45">
            <a:extLst>
              <a:ext uri="{FF2B5EF4-FFF2-40B4-BE49-F238E27FC236}">
                <a16:creationId xmlns:a16="http://schemas.microsoft.com/office/drawing/2014/main" id="{C1D97BF7-C8BF-7309-2B29-F30F0513FD93}"/>
              </a:ext>
            </a:extLst>
          </p:cNvPr>
          <p:cNvSpPr txBox="1"/>
          <p:nvPr/>
        </p:nvSpPr>
        <p:spPr>
          <a:xfrm>
            <a:off x="6396228" y="3152851"/>
            <a:ext cx="777240" cy="276999"/>
          </a:xfrm>
          <a:prstGeom prst="rect">
            <a:avLst/>
          </a:prstGeom>
          <a:noFill/>
        </p:spPr>
        <p:txBody>
          <a:bodyPr wrap="square" lIns="0" tIns="0" rIns="0" bIns="0" anchor="t">
            <a:spAutoFit/>
          </a:bodyPr>
          <a:lstStyle/>
          <a:p>
            <a:pPr algn="l"/>
            <a:r>
              <a:rPr b="1">
                <a:solidFill>
                  <a:srgbClr val="E67E22"/>
                </a:solidFill>
                <a:latin typeface="Yu Gothic"/>
              </a:rPr>
              <a:t>C-2</a:t>
            </a:r>
          </a:p>
        </p:txBody>
      </p:sp>
      <p:sp>
        <p:nvSpPr>
          <p:cNvPr id="47" name="TextBox 46">
            <a:extLst>
              <a:ext uri="{FF2B5EF4-FFF2-40B4-BE49-F238E27FC236}">
                <a16:creationId xmlns:a16="http://schemas.microsoft.com/office/drawing/2014/main" id="{E52BF072-A28C-64A0-32CA-EE950A046007}"/>
              </a:ext>
            </a:extLst>
          </p:cNvPr>
          <p:cNvSpPr txBox="1"/>
          <p:nvPr/>
        </p:nvSpPr>
        <p:spPr>
          <a:xfrm>
            <a:off x="6396228" y="3445459"/>
            <a:ext cx="2279142" cy="246221"/>
          </a:xfrm>
          <a:prstGeom prst="rect">
            <a:avLst/>
          </a:prstGeom>
          <a:noFill/>
        </p:spPr>
        <p:txBody>
          <a:bodyPr wrap="square" lIns="0" tIns="0" rIns="0" bIns="0" anchor="t">
            <a:spAutoFit/>
          </a:bodyPr>
          <a:lstStyle/>
          <a:p>
            <a:pPr algn="l"/>
            <a:r>
              <a:rPr sz="1600" b="0">
                <a:solidFill>
                  <a:srgbClr val="2C3E50"/>
                </a:solidFill>
                <a:latin typeface="Yu Gothic"/>
              </a:rPr>
              <a:t>地球温暖化</a:t>
            </a:r>
          </a:p>
        </p:txBody>
      </p:sp>
      <p:sp>
        <p:nvSpPr>
          <p:cNvPr id="48" name="TextBox 47">
            <a:extLst>
              <a:ext uri="{FF2B5EF4-FFF2-40B4-BE49-F238E27FC236}">
                <a16:creationId xmlns:a16="http://schemas.microsoft.com/office/drawing/2014/main" id="{C4DE10DE-8B3B-1CD6-4D90-5178A891F700}"/>
              </a:ext>
            </a:extLst>
          </p:cNvPr>
          <p:cNvSpPr txBox="1"/>
          <p:nvPr/>
        </p:nvSpPr>
        <p:spPr>
          <a:xfrm>
            <a:off x="7045452" y="3134563"/>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9" name="Rectangle 48">
            <a:extLst>
              <a:ext uri="{FF2B5EF4-FFF2-40B4-BE49-F238E27FC236}">
                <a16:creationId xmlns:a16="http://schemas.microsoft.com/office/drawing/2014/main" id="{6EC740AA-34AD-FBBD-C008-81A337FA9EA0}"/>
              </a:ext>
            </a:extLst>
          </p:cNvPr>
          <p:cNvSpPr/>
          <p:nvPr/>
        </p:nvSpPr>
        <p:spPr>
          <a:xfrm>
            <a:off x="6286500" y="3800246"/>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0" name="TextBox 49">
            <a:extLst>
              <a:ext uri="{FF2B5EF4-FFF2-40B4-BE49-F238E27FC236}">
                <a16:creationId xmlns:a16="http://schemas.microsoft.com/office/drawing/2014/main" id="{ACA63DC5-3BC3-0040-38EA-545D308AA35A}"/>
              </a:ext>
            </a:extLst>
          </p:cNvPr>
          <p:cNvSpPr txBox="1"/>
          <p:nvPr/>
        </p:nvSpPr>
        <p:spPr>
          <a:xfrm>
            <a:off x="6396228" y="3873398"/>
            <a:ext cx="777240" cy="276999"/>
          </a:xfrm>
          <a:prstGeom prst="rect">
            <a:avLst/>
          </a:prstGeom>
          <a:noFill/>
        </p:spPr>
        <p:txBody>
          <a:bodyPr wrap="square" lIns="0" tIns="0" rIns="0" bIns="0" anchor="t">
            <a:spAutoFit/>
          </a:bodyPr>
          <a:lstStyle/>
          <a:p>
            <a:pPr algn="l"/>
            <a:r>
              <a:rPr b="1">
                <a:solidFill>
                  <a:srgbClr val="E67E22"/>
                </a:solidFill>
                <a:latin typeface="Yu Gothic"/>
              </a:rPr>
              <a:t>C-3</a:t>
            </a:r>
          </a:p>
        </p:txBody>
      </p:sp>
      <p:sp>
        <p:nvSpPr>
          <p:cNvPr id="51" name="TextBox 50">
            <a:extLst>
              <a:ext uri="{FF2B5EF4-FFF2-40B4-BE49-F238E27FC236}">
                <a16:creationId xmlns:a16="http://schemas.microsoft.com/office/drawing/2014/main" id="{35BF245B-4906-EED3-67F9-D849D7DDEED4}"/>
              </a:ext>
            </a:extLst>
          </p:cNvPr>
          <p:cNvSpPr txBox="1"/>
          <p:nvPr/>
        </p:nvSpPr>
        <p:spPr>
          <a:xfrm>
            <a:off x="6396228" y="4166006"/>
            <a:ext cx="2279142" cy="246221"/>
          </a:xfrm>
          <a:prstGeom prst="rect">
            <a:avLst/>
          </a:prstGeom>
          <a:noFill/>
        </p:spPr>
        <p:txBody>
          <a:bodyPr wrap="square" lIns="0" tIns="0" rIns="0" bIns="0" anchor="t">
            <a:spAutoFit/>
          </a:bodyPr>
          <a:lstStyle/>
          <a:p>
            <a:pPr algn="l"/>
            <a:r>
              <a:rPr sz="1600" b="0">
                <a:solidFill>
                  <a:srgbClr val="2C3E50"/>
                </a:solidFill>
                <a:latin typeface="Yu Gothic"/>
              </a:rPr>
              <a:t>酸性雨</a:t>
            </a:r>
          </a:p>
        </p:txBody>
      </p:sp>
      <p:sp>
        <p:nvSpPr>
          <p:cNvPr id="52" name="TextBox 51">
            <a:extLst>
              <a:ext uri="{FF2B5EF4-FFF2-40B4-BE49-F238E27FC236}">
                <a16:creationId xmlns:a16="http://schemas.microsoft.com/office/drawing/2014/main" id="{FCB08B4F-34EC-47CB-D2B6-9403F5430A22}"/>
              </a:ext>
            </a:extLst>
          </p:cNvPr>
          <p:cNvSpPr txBox="1"/>
          <p:nvPr/>
        </p:nvSpPr>
        <p:spPr>
          <a:xfrm>
            <a:off x="7045452" y="3855110"/>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53" name="Rectangle 52">
            <a:extLst>
              <a:ext uri="{FF2B5EF4-FFF2-40B4-BE49-F238E27FC236}">
                <a16:creationId xmlns:a16="http://schemas.microsoft.com/office/drawing/2014/main" id="{8E62C099-7ACB-4503-62F3-C0023ABB2AF8}"/>
              </a:ext>
            </a:extLst>
          </p:cNvPr>
          <p:cNvSpPr/>
          <p:nvPr/>
        </p:nvSpPr>
        <p:spPr>
          <a:xfrm>
            <a:off x="6286500" y="4520793"/>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4" name="TextBox 53">
            <a:extLst>
              <a:ext uri="{FF2B5EF4-FFF2-40B4-BE49-F238E27FC236}">
                <a16:creationId xmlns:a16="http://schemas.microsoft.com/office/drawing/2014/main" id="{A10B3E3D-9118-4AAD-E081-7ADDEC993DA0}"/>
              </a:ext>
            </a:extLst>
          </p:cNvPr>
          <p:cNvSpPr txBox="1"/>
          <p:nvPr/>
        </p:nvSpPr>
        <p:spPr>
          <a:xfrm>
            <a:off x="6396228" y="4593945"/>
            <a:ext cx="777240" cy="276999"/>
          </a:xfrm>
          <a:prstGeom prst="rect">
            <a:avLst/>
          </a:prstGeom>
          <a:noFill/>
        </p:spPr>
        <p:txBody>
          <a:bodyPr wrap="square" lIns="0" tIns="0" rIns="0" bIns="0" anchor="t">
            <a:spAutoFit/>
          </a:bodyPr>
          <a:lstStyle/>
          <a:p>
            <a:pPr algn="l"/>
            <a:r>
              <a:rPr b="1">
                <a:solidFill>
                  <a:srgbClr val="E67E22"/>
                </a:solidFill>
                <a:latin typeface="Yu Gothic"/>
              </a:rPr>
              <a:t>C-4</a:t>
            </a:r>
          </a:p>
        </p:txBody>
      </p:sp>
      <p:sp>
        <p:nvSpPr>
          <p:cNvPr id="55" name="TextBox 54">
            <a:extLst>
              <a:ext uri="{FF2B5EF4-FFF2-40B4-BE49-F238E27FC236}">
                <a16:creationId xmlns:a16="http://schemas.microsoft.com/office/drawing/2014/main" id="{7EC17D94-2EA3-80EB-8D4D-A307D0FEDC37}"/>
              </a:ext>
            </a:extLst>
          </p:cNvPr>
          <p:cNvSpPr txBox="1"/>
          <p:nvPr/>
        </p:nvSpPr>
        <p:spPr>
          <a:xfrm>
            <a:off x="6396228" y="4886553"/>
            <a:ext cx="2279142" cy="246221"/>
          </a:xfrm>
          <a:prstGeom prst="rect">
            <a:avLst/>
          </a:prstGeom>
          <a:noFill/>
        </p:spPr>
        <p:txBody>
          <a:bodyPr wrap="square" lIns="0" tIns="0" rIns="0" bIns="0" anchor="t">
            <a:spAutoFit/>
          </a:bodyPr>
          <a:lstStyle/>
          <a:p>
            <a:pPr algn="l"/>
            <a:r>
              <a:rPr sz="1600" b="0">
                <a:solidFill>
                  <a:srgbClr val="2C3E50"/>
                </a:solidFill>
                <a:latin typeface="Yu Gothic"/>
              </a:rPr>
              <a:t>海洋汚染・生物多様性</a:t>
            </a:r>
          </a:p>
        </p:txBody>
      </p:sp>
      <p:sp>
        <p:nvSpPr>
          <p:cNvPr id="56" name="Rectangle 55">
            <a:extLst>
              <a:ext uri="{FF2B5EF4-FFF2-40B4-BE49-F238E27FC236}">
                <a16:creationId xmlns:a16="http://schemas.microsoft.com/office/drawing/2014/main" id="{9195CA4F-DAAA-037B-F7D6-7E9A040083F5}"/>
              </a:ext>
            </a:extLst>
          </p:cNvPr>
          <p:cNvSpPr/>
          <p:nvPr/>
        </p:nvSpPr>
        <p:spPr>
          <a:xfrm>
            <a:off x="6286500" y="5241340"/>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a:extLst>
              <a:ext uri="{FF2B5EF4-FFF2-40B4-BE49-F238E27FC236}">
                <a16:creationId xmlns:a16="http://schemas.microsoft.com/office/drawing/2014/main" id="{CE2AC6FD-8C5E-CA74-287E-ADE7ED227188}"/>
              </a:ext>
            </a:extLst>
          </p:cNvPr>
          <p:cNvSpPr txBox="1"/>
          <p:nvPr/>
        </p:nvSpPr>
        <p:spPr>
          <a:xfrm>
            <a:off x="6396228" y="5314492"/>
            <a:ext cx="777240" cy="276999"/>
          </a:xfrm>
          <a:prstGeom prst="rect">
            <a:avLst/>
          </a:prstGeom>
          <a:noFill/>
        </p:spPr>
        <p:txBody>
          <a:bodyPr wrap="square" lIns="0" tIns="0" rIns="0" bIns="0" anchor="t">
            <a:spAutoFit/>
          </a:bodyPr>
          <a:lstStyle/>
          <a:p>
            <a:pPr algn="l"/>
            <a:r>
              <a:rPr b="1">
                <a:solidFill>
                  <a:srgbClr val="E67E22"/>
                </a:solidFill>
                <a:latin typeface="Yu Gothic"/>
              </a:rPr>
              <a:t>C-5</a:t>
            </a:r>
          </a:p>
        </p:txBody>
      </p:sp>
      <p:sp>
        <p:nvSpPr>
          <p:cNvPr id="58" name="TextBox 57">
            <a:extLst>
              <a:ext uri="{FF2B5EF4-FFF2-40B4-BE49-F238E27FC236}">
                <a16:creationId xmlns:a16="http://schemas.microsoft.com/office/drawing/2014/main" id="{196F349A-7446-E534-BEC9-576D9685F0AD}"/>
              </a:ext>
            </a:extLst>
          </p:cNvPr>
          <p:cNvSpPr txBox="1"/>
          <p:nvPr/>
        </p:nvSpPr>
        <p:spPr>
          <a:xfrm>
            <a:off x="6396228" y="5607100"/>
            <a:ext cx="2279142" cy="246221"/>
          </a:xfrm>
          <a:prstGeom prst="rect">
            <a:avLst/>
          </a:prstGeom>
          <a:noFill/>
        </p:spPr>
        <p:txBody>
          <a:bodyPr wrap="square" lIns="0" tIns="0" rIns="0" bIns="0" anchor="t">
            <a:spAutoFit/>
          </a:bodyPr>
          <a:lstStyle/>
          <a:p>
            <a:pPr algn="l"/>
            <a:r>
              <a:rPr sz="1600" b="0">
                <a:solidFill>
                  <a:srgbClr val="2C3E50"/>
                </a:solidFill>
                <a:latin typeface="Yu Gothic"/>
              </a:rPr>
              <a:t>公害から環境法へ</a:t>
            </a:r>
          </a:p>
        </p:txBody>
      </p:sp>
      <p:sp>
        <p:nvSpPr>
          <p:cNvPr id="59" name="Rectangle 58">
            <a:extLst>
              <a:ext uri="{FF2B5EF4-FFF2-40B4-BE49-F238E27FC236}">
                <a16:creationId xmlns:a16="http://schemas.microsoft.com/office/drawing/2014/main" id="{1DC59948-3C7C-3B7C-F25D-6D1FED240D92}"/>
              </a:ext>
            </a:extLst>
          </p:cNvPr>
          <p:cNvSpPr/>
          <p:nvPr/>
        </p:nvSpPr>
        <p:spPr>
          <a:xfrm>
            <a:off x="9059418" y="1234440"/>
            <a:ext cx="2718054" cy="4892040"/>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0" name="Rectangle 59">
            <a:extLst>
              <a:ext uri="{FF2B5EF4-FFF2-40B4-BE49-F238E27FC236}">
                <a16:creationId xmlns:a16="http://schemas.microsoft.com/office/drawing/2014/main" id="{73251642-AEE7-7DE1-DC20-EB0E6D885AE3}"/>
              </a:ext>
            </a:extLst>
          </p:cNvPr>
          <p:cNvSpPr/>
          <p:nvPr/>
        </p:nvSpPr>
        <p:spPr>
          <a:xfrm>
            <a:off x="9059418" y="1234440"/>
            <a:ext cx="2718054" cy="960120"/>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a:extLst>
              <a:ext uri="{FF2B5EF4-FFF2-40B4-BE49-F238E27FC236}">
                <a16:creationId xmlns:a16="http://schemas.microsoft.com/office/drawing/2014/main" id="{793A9894-46F2-2AAE-27FC-F90343E98037}"/>
              </a:ext>
            </a:extLst>
          </p:cNvPr>
          <p:cNvSpPr txBox="1"/>
          <p:nvPr/>
        </p:nvSpPr>
        <p:spPr>
          <a:xfrm>
            <a:off x="9196578"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D</a:t>
            </a:r>
          </a:p>
        </p:txBody>
      </p:sp>
      <p:sp>
        <p:nvSpPr>
          <p:cNvPr id="62" name="TextBox 61">
            <a:extLst>
              <a:ext uri="{FF2B5EF4-FFF2-40B4-BE49-F238E27FC236}">
                <a16:creationId xmlns:a16="http://schemas.microsoft.com/office/drawing/2014/main" id="{343609F5-BA32-5551-A991-98B4FC88023B}"/>
              </a:ext>
            </a:extLst>
          </p:cNvPr>
          <p:cNvSpPr txBox="1"/>
          <p:nvPr/>
        </p:nvSpPr>
        <p:spPr>
          <a:xfrm>
            <a:off x="9928098" y="1299001"/>
            <a:ext cx="1757934" cy="830997"/>
          </a:xfrm>
          <a:prstGeom prst="rect">
            <a:avLst/>
          </a:prstGeom>
          <a:noFill/>
        </p:spPr>
        <p:txBody>
          <a:bodyPr wrap="square" lIns="0" tIns="0" rIns="0" bIns="0" anchor="ctr">
            <a:spAutoFit/>
          </a:bodyPr>
          <a:lstStyle/>
          <a:p>
            <a:pPr algn="l"/>
            <a:r>
              <a:rPr b="1">
                <a:solidFill>
                  <a:srgbClr val="FFFFFF"/>
                </a:solidFill>
                <a:latin typeface="Yu Gothic"/>
              </a:rPr>
              <a:t>環境リスク評価と</a:t>
            </a:r>
          </a:p>
          <a:p>
            <a:pPr algn="l"/>
            <a:r>
              <a:rPr b="1">
                <a:solidFill>
                  <a:srgbClr val="FFFFFF"/>
                </a:solidFill>
                <a:latin typeface="Yu Gothic"/>
              </a:rPr>
              <a:t>リスコミ</a:t>
            </a:r>
          </a:p>
        </p:txBody>
      </p:sp>
      <p:sp>
        <p:nvSpPr>
          <p:cNvPr id="63" name="Rectangle 62">
            <a:extLst>
              <a:ext uri="{FF2B5EF4-FFF2-40B4-BE49-F238E27FC236}">
                <a16:creationId xmlns:a16="http://schemas.microsoft.com/office/drawing/2014/main" id="{2CE559E2-2F00-CA5A-D8C8-996CA339EEC2}"/>
              </a:ext>
            </a:extLst>
          </p:cNvPr>
          <p:cNvSpPr/>
          <p:nvPr/>
        </p:nvSpPr>
        <p:spPr>
          <a:xfrm>
            <a:off x="9169146"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4" name="TextBox 63">
            <a:extLst>
              <a:ext uri="{FF2B5EF4-FFF2-40B4-BE49-F238E27FC236}">
                <a16:creationId xmlns:a16="http://schemas.microsoft.com/office/drawing/2014/main" id="{F144AD7B-1192-D50C-77F7-BFC18A514D0D}"/>
              </a:ext>
            </a:extLst>
          </p:cNvPr>
          <p:cNvSpPr txBox="1"/>
          <p:nvPr/>
        </p:nvSpPr>
        <p:spPr>
          <a:xfrm>
            <a:off x="9278874" y="2432304"/>
            <a:ext cx="777240" cy="276999"/>
          </a:xfrm>
          <a:prstGeom prst="rect">
            <a:avLst/>
          </a:prstGeom>
          <a:noFill/>
        </p:spPr>
        <p:txBody>
          <a:bodyPr wrap="square" lIns="0" tIns="0" rIns="0" bIns="0" anchor="t">
            <a:spAutoFit/>
          </a:bodyPr>
          <a:lstStyle/>
          <a:p>
            <a:pPr algn="l"/>
            <a:r>
              <a:rPr b="1">
                <a:solidFill>
                  <a:srgbClr val="8E44AD"/>
                </a:solidFill>
                <a:latin typeface="Yu Gothic"/>
              </a:rPr>
              <a:t>D-1</a:t>
            </a:r>
          </a:p>
        </p:txBody>
      </p:sp>
      <p:sp>
        <p:nvSpPr>
          <p:cNvPr id="65" name="TextBox 64">
            <a:extLst>
              <a:ext uri="{FF2B5EF4-FFF2-40B4-BE49-F238E27FC236}">
                <a16:creationId xmlns:a16="http://schemas.microsoft.com/office/drawing/2014/main" id="{DA0A78D8-6D65-C28C-FAA4-44E25F03BC2A}"/>
              </a:ext>
            </a:extLst>
          </p:cNvPr>
          <p:cNvSpPr txBox="1"/>
          <p:nvPr/>
        </p:nvSpPr>
        <p:spPr>
          <a:xfrm>
            <a:off x="9278874"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リスク評価の基本</a:t>
            </a:r>
          </a:p>
        </p:txBody>
      </p:sp>
      <p:sp>
        <p:nvSpPr>
          <p:cNvPr id="66" name="TextBox 65">
            <a:extLst>
              <a:ext uri="{FF2B5EF4-FFF2-40B4-BE49-F238E27FC236}">
                <a16:creationId xmlns:a16="http://schemas.microsoft.com/office/drawing/2014/main" id="{0E364799-DE88-EC3C-5BA0-E7ECD86FA20A}"/>
              </a:ext>
            </a:extLst>
          </p:cNvPr>
          <p:cNvSpPr txBox="1"/>
          <p:nvPr/>
        </p:nvSpPr>
        <p:spPr>
          <a:xfrm>
            <a:off x="9928098"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67" name="Rectangle 66">
            <a:extLst>
              <a:ext uri="{FF2B5EF4-FFF2-40B4-BE49-F238E27FC236}">
                <a16:creationId xmlns:a16="http://schemas.microsoft.com/office/drawing/2014/main" id="{EDB52D7E-F711-802E-37DF-8988BCC7D591}"/>
              </a:ext>
            </a:extLst>
          </p:cNvPr>
          <p:cNvSpPr/>
          <p:nvPr/>
        </p:nvSpPr>
        <p:spPr>
          <a:xfrm>
            <a:off x="9169146"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8" name="TextBox 67">
            <a:extLst>
              <a:ext uri="{FF2B5EF4-FFF2-40B4-BE49-F238E27FC236}">
                <a16:creationId xmlns:a16="http://schemas.microsoft.com/office/drawing/2014/main" id="{C8516961-7141-6627-3F5A-E61BCB84840D}"/>
              </a:ext>
            </a:extLst>
          </p:cNvPr>
          <p:cNvSpPr txBox="1"/>
          <p:nvPr/>
        </p:nvSpPr>
        <p:spPr>
          <a:xfrm>
            <a:off x="9278874" y="3273552"/>
            <a:ext cx="777240" cy="276999"/>
          </a:xfrm>
          <a:prstGeom prst="rect">
            <a:avLst/>
          </a:prstGeom>
          <a:noFill/>
        </p:spPr>
        <p:txBody>
          <a:bodyPr wrap="square" lIns="0" tIns="0" rIns="0" bIns="0" anchor="t">
            <a:spAutoFit/>
          </a:bodyPr>
          <a:lstStyle/>
          <a:p>
            <a:pPr algn="l"/>
            <a:r>
              <a:rPr b="1">
                <a:solidFill>
                  <a:srgbClr val="8E44AD"/>
                </a:solidFill>
                <a:latin typeface="Yu Gothic"/>
              </a:rPr>
              <a:t>D-2</a:t>
            </a:r>
          </a:p>
        </p:txBody>
      </p:sp>
      <p:sp>
        <p:nvSpPr>
          <p:cNvPr id="69" name="TextBox 68">
            <a:extLst>
              <a:ext uri="{FF2B5EF4-FFF2-40B4-BE49-F238E27FC236}">
                <a16:creationId xmlns:a16="http://schemas.microsoft.com/office/drawing/2014/main" id="{66E235CE-C8B9-1DBA-C528-723EC4FB1F27}"/>
              </a:ext>
            </a:extLst>
          </p:cNvPr>
          <p:cNvSpPr txBox="1"/>
          <p:nvPr/>
        </p:nvSpPr>
        <p:spPr>
          <a:xfrm>
            <a:off x="9278874"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ADI / VSD / ARfD</a:t>
            </a:r>
          </a:p>
        </p:txBody>
      </p:sp>
      <p:sp>
        <p:nvSpPr>
          <p:cNvPr id="70" name="TextBox 69">
            <a:extLst>
              <a:ext uri="{FF2B5EF4-FFF2-40B4-BE49-F238E27FC236}">
                <a16:creationId xmlns:a16="http://schemas.microsoft.com/office/drawing/2014/main" id="{6B30ED3D-E6D8-08B0-887E-F58E9403A390}"/>
              </a:ext>
            </a:extLst>
          </p:cNvPr>
          <p:cNvSpPr txBox="1"/>
          <p:nvPr/>
        </p:nvSpPr>
        <p:spPr>
          <a:xfrm>
            <a:off x="9928098"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71" name="Rectangle 70">
            <a:extLst>
              <a:ext uri="{FF2B5EF4-FFF2-40B4-BE49-F238E27FC236}">
                <a16:creationId xmlns:a16="http://schemas.microsoft.com/office/drawing/2014/main" id="{0E06101E-25F7-A84C-F8C7-833770228617}"/>
              </a:ext>
            </a:extLst>
          </p:cNvPr>
          <p:cNvSpPr/>
          <p:nvPr/>
        </p:nvSpPr>
        <p:spPr>
          <a:xfrm>
            <a:off x="9169146"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2" name="TextBox 71">
            <a:extLst>
              <a:ext uri="{FF2B5EF4-FFF2-40B4-BE49-F238E27FC236}">
                <a16:creationId xmlns:a16="http://schemas.microsoft.com/office/drawing/2014/main" id="{0C6CD07F-10DD-6DFF-61A8-8B872FAE8696}"/>
              </a:ext>
            </a:extLst>
          </p:cNvPr>
          <p:cNvSpPr txBox="1"/>
          <p:nvPr/>
        </p:nvSpPr>
        <p:spPr>
          <a:xfrm>
            <a:off x="9278874" y="4114800"/>
            <a:ext cx="777240" cy="276999"/>
          </a:xfrm>
          <a:prstGeom prst="rect">
            <a:avLst/>
          </a:prstGeom>
          <a:noFill/>
        </p:spPr>
        <p:txBody>
          <a:bodyPr wrap="square" lIns="0" tIns="0" rIns="0" bIns="0" anchor="t">
            <a:spAutoFit/>
          </a:bodyPr>
          <a:lstStyle/>
          <a:p>
            <a:pPr algn="l"/>
            <a:r>
              <a:rPr b="1">
                <a:solidFill>
                  <a:srgbClr val="8E44AD"/>
                </a:solidFill>
                <a:latin typeface="Yu Gothic"/>
              </a:rPr>
              <a:t>D-3</a:t>
            </a:r>
          </a:p>
        </p:txBody>
      </p:sp>
      <p:sp>
        <p:nvSpPr>
          <p:cNvPr id="73" name="TextBox 72">
            <a:extLst>
              <a:ext uri="{FF2B5EF4-FFF2-40B4-BE49-F238E27FC236}">
                <a16:creationId xmlns:a16="http://schemas.microsoft.com/office/drawing/2014/main" id="{49CDEA3F-9CC0-785D-D215-BFD174D2BCEE}"/>
              </a:ext>
            </a:extLst>
          </p:cNvPr>
          <p:cNvSpPr txBox="1"/>
          <p:nvPr/>
        </p:nvSpPr>
        <p:spPr>
          <a:xfrm>
            <a:off x="9278874" y="4407408"/>
            <a:ext cx="2628900" cy="279400"/>
          </a:xfrm>
          <a:prstGeom prst="rect">
            <a:avLst/>
          </a:prstGeom>
          <a:noFill/>
        </p:spPr>
        <p:txBody>
          <a:bodyPr wrap="square" lIns="0" tIns="0" rIns="0" bIns="0" anchor="t">
            <a:spAutoFit/>
          </a:bodyPr>
          <a:lstStyle/>
          <a:p>
            <a:pPr algn="l"/>
            <a:r>
              <a:rPr sz="1600" b="0">
                <a:solidFill>
                  <a:srgbClr val="2C3E50"/>
                </a:solidFill>
                <a:latin typeface="Yu Gothic"/>
              </a:rPr>
              <a:t>リスクコミュニケーション</a:t>
            </a:r>
          </a:p>
        </p:txBody>
      </p:sp>
    </p:spTree>
    <p:extLst>
      <p:ext uri="{BB962C8B-B14F-4D97-AF65-F5344CB8AC3E}">
        <p14:creationId xmlns:p14="http://schemas.microsoft.com/office/powerpoint/2010/main" val="6222447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a:extLst>
              <a:ext uri="{FF2B5EF4-FFF2-40B4-BE49-F238E27FC236}">
                <a16:creationId xmlns:a16="http://schemas.microsoft.com/office/drawing/2014/main" id="{76261A9D-4044-D5A8-12BF-28A9DE5529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103" y="3752076"/>
            <a:ext cx="8382000" cy="2828925"/>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5D3EAADE-71E1-2B2F-8E11-C2C1AC917001}"/>
              </a:ext>
            </a:extLst>
          </p:cNvPr>
          <p:cNvSpPr txBox="1"/>
          <p:nvPr/>
        </p:nvSpPr>
        <p:spPr>
          <a:xfrm>
            <a:off x="838200" y="6581001"/>
            <a:ext cx="12754465" cy="276999"/>
          </a:xfrm>
          <a:prstGeom prst="rect">
            <a:avLst/>
          </a:prstGeom>
          <a:noFill/>
        </p:spPr>
        <p:txBody>
          <a:bodyPr wrap="square">
            <a:spAutoFit/>
          </a:bodyPr>
          <a:lstStyle/>
          <a:p>
            <a:r>
              <a:rPr lang="ja-JP" altLang="en-US" sz="1200">
                <a:latin typeface="+mn-ea"/>
              </a:rPr>
              <a:t>株式会社新光電気 </a:t>
            </a:r>
            <a:r>
              <a:rPr lang="en-US" altLang="ja-JP" sz="1200">
                <a:latin typeface="+mn-ea"/>
              </a:rPr>
              <a:t>(2021)</a:t>
            </a:r>
            <a:r>
              <a:rPr lang="ja-JP" altLang="en-US" sz="1200">
                <a:latin typeface="+mn-ea"/>
              </a:rPr>
              <a:t> </a:t>
            </a:r>
            <a:r>
              <a:rPr lang="en-US" altLang="ja-JP" sz="1200">
                <a:latin typeface="+mn-ea"/>
              </a:rPr>
              <a:t>【</a:t>
            </a:r>
            <a:r>
              <a:rPr lang="ja-JP" altLang="en-US" sz="1200">
                <a:latin typeface="+mn-ea"/>
              </a:rPr>
              <a:t>ひかりペディア</a:t>
            </a:r>
            <a:r>
              <a:rPr lang="en-US" altLang="ja-JP" sz="1200">
                <a:latin typeface="+mn-ea"/>
              </a:rPr>
              <a:t>】</a:t>
            </a:r>
            <a:r>
              <a:rPr lang="ja-JP" altLang="en-US" sz="1200">
                <a:latin typeface="+mn-ea"/>
              </a:rPr>
              <a:t>光の基本、波の性質と電磁波　</a:t>
            </a:r>
            <a:r>
              <a:rPr lang="en-US" altLang="ja-JP" sz="1200">
                <a:latin typeface="+mn-ea"/>
              </a:rPr>
              <a:t>https://www.shinko-ele.co.jp/media/hikari-pedia/hikari-nami-denziha</a:t>
            </a:r>
            <a:endParaRPr lang="ja-JP" altLang="en-US" sz="1200">
              <a:latin typeface="+mn-ea"/>
            </a:endParaRPr>
          </a:p>
        </p:txBody>
      </p:sp>
      <p:pic>
        <p:nvPicPr>
          <p:cNvPr id="2052" name="Picture 4">
            <a:extLst>
              <a:ext uri="{FF2B5EF4-FFF2-40B4-BE49-F238E27FC236}">
                <a16:creationId xmlns:a16="http://schemas.microsoft.com/office/drawing/2014/main" id="{5AEE4484-AAC3-91F1-58C9-0AFEEDBE2F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483" y="285750"/>
            <a:ext cx="10001017" cy="3727652"/>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644EDD4A-43BD-8580-9EF5-6398D1338C89}"/>
              </a:ext>
            </a:extLst>
          </p:cNvPr>
          <p:cNvSpPr txBox="1"/>
          <p:nvPr/>
        </p:nvSpPr>
        <p:spPr>
          <a:xfrm>
            <a:off x="171449" y="101084"/>
            <a:ext cx="6097376" cy="400110"/>
          </a:xfrm>
          <a:prstGeom prst="rect">
            <a:avLst/>
          </a:prstGeom>
          <a:noFill/>
        </p:spPr>
        <p:txBody>
          <a:bodyPr wrap="square" rtlCol="0">
            <a:spAutoFit/>
          </a:bodyPr>
          <a:lstStyle/>
          <a:p>
            <a:r>
              <a:rPr kumimoji="1" lang="ja-JP" altLang="en-US" sz="2000"/>
              <a:t>光には波の性質がある（電場と磁場の波：電磁波）</a:t>
            </a:r>
          </a:p>
        </p:txBody>
      </p:sp>
      <p:pic>
        <p:nvPicPr>
          <p:cNvPr id="8" name="図 7">
            <a:extLst>
              <a:ext uri="{FF2B5EF4-FFF2-40B4-BE49-F238E27FC236}">
                <a16:creationId xmlns:a16="http://schemas.microsoft.com/office/drawing/2014/main" id="{68635E7D-03D9-849D-16C7-CB00CC73A4AA}"/>
              </a:ext>
            </a:extLst>
          </p:cNvPr>
          <p:cNvPicPr>
            <a:picLocks noChangeAspect="1"/>
          </p:cNvPicPr>
          <p:nvPr/>
        </p:nvPicPr>
        <p:blipFill>
          <a:blip r:embed="rId4"/>
          <a:stretch>
            <a:fillRect/>
          </a:stretch>
        </p:blipFill>
        <p:spPr>
          <a:xfrm>
            <a:off x="8099788" y="285750"/>
            <a:ext cx="3139712" cy="838273"/>
          </a:xfrm>
          <a:prstGeom prst="rect">
            <a:avLst/>
          </a:prstGeom>
        </p:spPr>
      </p:pic>
      <p:sp>
        <p:nvSpPr>
          <p:cNvPr id="10" name="テキスト ボックス 9">
            <a:extLst>
              <a:ext uri="{FF2B5EF4-FFF2-40B4-BE49-F238E27FC236}">
                <a16:creationId xmlns:a16="http://schemas.microsoft.com/office/drawing/2014/main" id="{80F7E624-DE82-B047-4D8F-A660FFDAAB8D}"/>
              </a:ext>
            </a:extLst>
          </p:cNvPr>
          <p:cNvSpPr txBox="1"/>
          <p:nvPr/>
        </p:nvSpPr>
        <p:spPr>
          <a:xfrm>
            <a:off x="238124" y="3059668"/>
            <a:ext cx="6796086" cy="369332"/>
          </a:xfrm>
          <a:prstGeom prst="rect">
            <a:avLst/>
          </a:prstGeom>
          <a:noFill/>
        </p:spPr>
        <p:txBody>
          <a:bodyPr wrap="square">
            <a:spAutoFit/>
          </a:bodyPr>
          <a:lstStyle/>
          <a:p>
            <a:pPr algn="l"/>
            <a:r>
              <a:rPr lang="ja-JP" altLang="en-US" b="1" i="0">
                <a:solidFill>
                  <a:srgbClr val="000000"/>
                </a:solidFill>
                <a:effectLst/>
                <a:latin typeface="Noto Sans" panose="020B0502040504020204" pitchFamily="34" charset="0"/>
              </a:rPr>
              <a:t>色の違いは波の違い</a:t>
            </a:r>
          </a:p>
        </p:txBody>
      </p:sp>
      <p:sp>
        <p:nvSpPr>
          <p:cNvPr id="12" name="テキスト ボックス 11">
            <a:extLst>
              <a:ext uri="{FF2B5EF4-FFF2-40B4-BE49-F238E27FC236}">
                <a16:creationId xmlns:a16="http://schemas.microsoft.com/office/drawing/2014/main" id="{A95D9C68-327C-B017-32CA-7BF89EA24B6C}"/>
              </a:ext>
            </a:extLst>
          </p:cNvPr>
          <p:cNvSpPr txBox="1"/>
          <p:nvPr/>
        </p:nvSpPr>
        <p:spPr>
          <a:xfrm>
            <a:off x="456706" y="3601485"/>
            <a:ext cx="6796086" cy="646331"/>
          </a:xfrm>
          <a:prstGeom prst="rect">
            <a:avLst/>
          </a:prstGeom>
          <a:noFill/>
        </p:spPr>
        <p:txBody>
          <a:bodyPr wrap="square">
            <a:spAutoFit/>
          </a:bodyPr>
          <a:lstStyle/>
          <a:p>
            <a:r>
              <a:rPr lang="ja-JP" altLang="en-US" b="1" i="0">
                <a:solidFill>
                  <a:srgbClr val="000000"/>
                </a:solidFill>
                <a:effectLst/>
                <a:latin typeface="Noto Sans" panose="020B0502040504020204" pitchFamily="34" charset="0"/>
              </a:rPr>
              <a:t>波長の違いが色の違いとして目に見える</a:t>
            </a:r>
            <a:br>
              <a:rPr lang="ja-JP" altLang="en-US"/>
            </a:br>
            <a:endParaRPr lang="ja-JP" altLang="en-US"/>
          </a:p>
        </p:txBody>
      </p:sp>
      <p:sp>
        <p:nvSpPr>
          <p:cNvPr id="13" name="テキスト ボックス 12">
            <a:extLst>
              <a:ext uri="{FF2B5EF4-FFF2-40B4-BE49-F238E27FC236}">
                <a16:creationId xmlns:a16="http://schemas.microsoft.com/office/drawing/2014/main" id="{661172E2-88C7-9823-CD01-9C597994D2D1}"/>
              </a:ext>
            </a:extLst>
          </p:cNvPr>
          <p:cNvSpPr txBox="1"/>
          <p:nvPr/>
        </p:nvSpPr>
        <p:spPr>
          <a:xfrm>
            <a:off x="1614734" y="4576392"/>
            <a:ext cx="1076325" cy="369332"/>
          </a:xfrm>
          <a:prstGeom prst="rect">
            <a:avLst/>
          </a:prstGeom>
          <a:noFill/>
        </p:spPr>
        <p:txBody>
          <a:bodyPr wrap="square" rtlCol="0">
            <a:spAutoFit/>
          </a:bodyPr>
          <a:lstStyle/>
          <a:p>
            <a:r>
              <a:rPr kumimoji="1" lang="en-US" altLang="ja-JP"/>
              <a:t>380 nm</a:t>
            </a:r>
            <a:endParaRPr kumimoji="1" lang="ja-JP" altLang="en-US"/>
          </a:p>
        </p:txBody>
      </p:sp>
      <p:sp>
        <p:nvSpPr>
          <p:cNvPr id="14" name="テキスト ボックス 13">
            <a:extLst>
              <a:ext uri="{FF2B5EF4-FFF2-40B4-BE49-F238E27FC236}">
                <a16:creationId xmlns:a16="http://schemas.microsoft.com/office/drawing/2014/main" id="{21FA3843-E122-6F15-DFE1-D98E2DFEBFE0}"/>
              </a:ext>
            </a:extLst>
          </p:cNvPr>
          <p:cNvSpPr txBox="1"/>
          <p:nvPr/>
        </p:nvSpPr>
        <p:spPr>
          <a:xfrm>
            <a:off x="9244259" y="4576392"/>
            <a:ext cx="1076325" cy="369332"/>
          </a:xfrm>
          <a:prstGeom prst="rect">
            <a:avLst/>
          </a:prstGeom>
          <a:noFill/>
        </p:spPr>
        <p:txBody>
          <a:bodyPr wrap="square" rtlCol="0">
            <a:spAutoFit/>
          </a:bodyPr>
          <a:lstStyle/>
          <a:p>
            <a:r>
              <a:rPr kumimoji="1" lang="en-US" altLang="ja-JP"/>
              <a:t>780 nm</a:t>
            </a:r>
            <a:endParaRPr kumimoji="1" lang="ja-JP" altLang="en-US"/>
          </a:p>
        </p:txBody>
      </p:sp>
    </p:spTree>
    <p:extLst>
      <p:ext uri="{BB962C8B-B14F-4D97-AF65-F5344CB8AC3E}">
        <p14:creationId xmlns:p14="http://schemas.microsoft.com/office/powerpoint/2010/main" val="24128854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96915D07-0499-AF61-FAA7-6B7E53DF3C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470" y="1979758"/>
            <a:ext cx="11288807" cy="4592492"/>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5D3EAADE-71E1-2B2F-8E11-C2C1AC917001}"/>
              </a:ext>
            </a:extLst>
          </p:cNvPr>
          <p:cNvSpPr txBox="1"/>
          <p:nvPr/>
        </p:nvSpPr>
        <p:spPr>
          <a:xfrm>
            <a:off x="838200" y="6581001"/>
            <a:ext cx="12754465" cy="276999"/>
          </a:xfrm>
          <a:prstGeom prst="rect">
            <a:avLst/>
          </a:prstGeom>
          <a:noFill/>
        </p:spPr>
        <p:txBody>
          <a:bodyPr wrap="square">
            <a:spAutoFit/>
          </a:bodyPr>
          <a:lstStyle/>
          <a:p>
            <a:r>
              <a:rPr lang="ja-JP" altLang="en-US" sz="1200">
                <a:latin typeface="+mn-ea"/>
              </a:rPr>
              <a:t>株式会社新光電気 </a:t>
            </a:r>
            <a:r>
              <a:rPr lang="en-US" altLang="ja-JP" sz="1200">
                <a:latin typeface="+mn-ea"/>
              </a:rPr>
              <a:t>(2021)</a:t>
            </a:r>
            <a:r>
              <a:rPr lang="ja-JP" altLang="en-US" sz="1200">
                <a:latin typeface="+mn-ea"/>
              </a:rPr>
              <a:t> </a:t>
            </a:r>
            <a:r>
              <a:rPr lang="en-US" altLang="ja-JP" sz="1200">
                <a:latin typeface="+mn-ea"/>
              </a:rPr>
              <a:t>【</a:t>
            </a:r>
            <a:r>
              <a:rPr lang="ja-JP" altLang="en-US" sz="1200">
                <a:latin typeface="+mn-ea"/>
              </a:rPr>
              <a:t>ひかりペディア</a:t>
            </a:r>
            <a:r>
              <a:rPr lang="en-US" altLang="ja-JP" sz="1200">
                <a:latin typeface="+mn-ea"/>
              </a:rPr>
              <a:t>】</a:t>
            </a:r>
            <a:r>
              <a:rPr lang="ja-JP" altLang="en-US" sz="1200">
                <a:latin typeface="+mn-ea"/>
              </a:rPr>
              <a:t>光の基本、波の性質と電磁波　</a:t>
            </a:r>
            <a:r>
              <a:rPr lang="en-US" altLang="ja-JP" sz="1200">
                <a:latin typeface="+mn-ea"/>
              </a:rPr>
              <a:t>https://www.shinko-ele.co.jp/media/hikari-pedia/hikari-nami-denziha</a:t>
            </a:r>
            <a:endParaRPr lang="ja-JP" altLang="en-US" sz="1200">
              <a:latin typeface="+mn-ea"/>
            </a:endParaRPr>
          </a:p>
        </p:txBody>
      </p:sp>
      <p:sp>
        <p:nvSpPr>
          <p:cNvPr id="6" name="テキスト ボックス 5">
            <a:extLst>
              <a:ext uri="{FF2B5EF4-FFF2-40B4-BE49-F238E27FC236}">
                <a16:creationId xmlns:a16="http://schemas.microsoft.com/office/drawing/2014/main" id="{644EDD4A-43BD-8580-9EF5-6398D1338C89}"/>
              </a:ext>
            </a:extLst>
          </p:cNvPr>
          <p:cNvSpPr txBox="1"/>
          <p:nvPr/>
        </p:nvSpPr>
        <p:spPr>
          <a:xfrm>
            <a:off x="171449" y="285750"/>
            <a:ext cx="4867275" cy="369332"/>
          </a:xfrm>
          <a:prstGeom prst="rect">
            <a:avLst/>
          </a:prstGeom>
          <a:noFill/>
        </p:spPr>
        <p:txBody>
          <a:bodyPr wrap="square" rtlCol="0">
            <a:spAutoFit/>
          </a:bodyPr>
          <a:lstStyle/>
          <a:p>
            <a:r>
              <a:rPr kumimoji="1" lang="ja-JP" altLang="en-US"/>
              <a:t>光には波の性質がある（電場と磁場の波）</a:t>
            </a:r>
          </a:p>
        </p:txBody>
      </p:sp>
      <p:sp>
        <p:nvSpPr>
          <p:cNvPr id="13" name="テキスト ボックス 12">
            <a:extLst>
              <a:ext uri="{FF2B5EF4-FFF2-40B4-BE49-F238E27FC236}">
                <a16:creationId xmlns:a16="http://schemas.microsoft.com/office/drawing/2014/main" id="{661172E2-88C7-9823-CD01-9C597994D2D1}"/>
              </a:ext>
            </a:extLst>
          </p:cNvPr>
          <p:cNvSpPr txBox="1"/>
          <p:nvPr/>
        </p:nvSpPr>
        <p:spPr>
          <a:xfrm>
            <a:off x="1042987" y="4686300"/>
            <a:ext cx="1076325" cy="369332"/>
          </a:xfrm>
          <a:prstGeom prst="rect">
            <a:avLst/>
          </a:prstGeom>
          <a:noFill/>
        </p:spPr>
        <p:txBody>
          <a:bodyPr wrap="square" rtlCol="0">
            <a:spAutoFit/>
          </a:bodyPr>
          <a:lstStyle/>
          <a:p>
            <a:r>
              <a:rPr kumimoji="1" lang="en-US" altLang="ja-JP"/>
              <a:t>380 nm</a:t>
            </a:r>
            <a:endParaRPr kumimoji="1" lang="ja-JP" altLang="en-US"/>
          </a:p>
        </p:txBody>
      </p:sp>
      <p:sp>
        <p:nvSpPr>
          <p:cNvPr id="14" name="テキスト ボックス 13">
            <a:extLst>
              <a:ext uri="{FF2B5EF4-FFF2-40B4-BE49-F238E27FC236}">
                <a16:creationId xmlns:a16="http://schemas.microsoft.com/office/drawing/2014/main" id="{21FA3843-E122-6F15-DFE1-D98E2DFEBFE0}"/>
              </a:ext>
            </a:extLst>
          </p:cNvPr>
          <p:cNvSpPr txBox="1"/>
          <p:nvPr/>
        </p:nvSpPr>
        <p:spPr>
          <a:xfrm>
            <a:off x="9820521" y="4761058"/>
            <a:ext cx="1076325" cy="369332"/>
          </a:xfrm>
          <a:prstGeom prst="rect">
            <a:avLst/>
          </a:prstGeom>
          <a:noFill/>
        </p:spPr>
        <p:txBody>
          <a:bodyPr wrap="square" rtlCol="0">
            <a:spAutoFit/>
          </a:bodyPr>
          <a:lstStyle/>
          <a:p>
            <a:r>
              <a:rPr kumimoji="1" lang="en-US" altLang="ja-JP"/>
              <a:t>780 nm</a:t>
            </a:r>
            <a:endParaRPr kumimoji="1" lang="ja-JP" altLang="en-US"/>
          </a:p>
        </p:txBody>
      </p:sp>
      <p:sp>
        <p:nvSpPr>
          <p:cNvPr id="3" name="テキスト ボックス 2">
            <a:extLst>
              <a:ext uri="{FF2B5EF4-FFF2-40B4-BE49-F238E27FC236}">
                <a16:creationId xmlns:a16="http://schemas.microsoft.com/office/drawing/2014/main" id="{86469187-B621-8883-4709-FC1AEB7A6831}"/>
              </a:ext>
            </a:extLst>
          </p:cNvPr>
          <p:cNvSpPr txBox="1"/>
          <p:nvPr/>
        </p:nvSpPr>
        <p:spPr>
          <a:xfrm>
            <a:off x="346471" y="836229"/>
            <a:ext cx="11499056" cy="923330"/>
          </a:xfrm>
          <a:prstGeom prst="rect">
            <a:avLst/>
          </a:prstGeom>
          <a:noFill/>
        </p:spPr>
        <p:txBody>
          <a:bodyPr wrap="square">
            <a:spAutoFit/>
          </a:bodyPr>
          <a:lstStyle/>
          <a:p>
            <a:r>
              <a:rPr lang="ja-JP" altLang="en-US" b="0" i="0">
                <a:solidFill>
                  <a:srgbClr val="000000"/>
                </a:solidFill>
                <a:effectLst/>
                <a:latin typeface="Noto Sans" panose="020B0502040504020204" pitchFamily="34" charset="0"/>
              </a:rPr>
              <a:t>　光は電磁波の一種で</a:t>
            </a:r>
            <a:r>
              <a:rPr lang="ja-JP" altLang="en-US">
                <a:solidFill>
                  <a:srgbClr val="000000"/>
                </a:solidFill>
                <a:latin typeface="Noto Sans" panose="020B0502040504020204" pitchFamily="34" charset="0"/>
              </a:rPr>
              <a:t>ある</a:t>
            </a:r>
            <a:r>
              <a:rPr lang="ja-JP" altLang="en-US" b="0" i="0">
                <a:solidFill>
                  <a:srgbClr val="000000"/>
                </a:solidFill>
                <a:effectLst/>
                <a:latin typeface="Noto Sans" panose="020B0502040504020204" pitchFamily="34" charset="0"/>
              </a:rPr>
              <a:t>。電磁波は、携帯電話の電波やレントゲン写真などに使われている類のものです。</a:t>
            </a:r>
            <a:br>
              <a:rPr lang="ja-JP" altLang="en-US"/>
            </a:br>
            <a:r>
              <a:rPr lang="ja-JP" altLang="en-US" b="0" i="0">
                <a:solidFill>
                  <a:srgbClr val="000000"/>
                </a:solidFill>
                <a:effectLst/>
                <a:latin typeface="Noto Sans" panose="020B0502040504020204" pitchFamily="34" charset="0"/>
              </a:rPr>
              <a:t>実は光はそのような電磁波のとほぼ同じ存在なのです。では、何が違うかというと、これも光の色の違いと一緒で”波長”の長さが違うだけです。</a:t>
            </a:r>
            <a:endParaRPr lang="ja-JP" altLang="en-US"/>
          </a:p>
        </p:txBody>
      </p:sp>
      <p:pic>
        <p:nvPicPr>
          <p:cNvPr id="7" name="グラフィックス 6" descr="がい骨 単色塗りつぶし">
            <a:extLst>
              <a:ext uri="{FF2B5EF4-FFF2-40B4-BE49-F238E27FC236}">
                <a16:creationId xmlns:a16="http://schemas.microsoft.com/office/drawing/2014/main" id="{4813D91F-C544-267B-4F98-D2C6D8052ED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71800" y="1768310"/>
            <a:ext cx="914400" cy="914400"/>
          </a:xfrm>
          <a:prstGeom prst="rect">
            <a:avLst/>
          </a:prstGeom>
        </p:spPr>
      </p:pic>
      <p:pic>
        <p:nvPicPr>
          <p:cNvPr id="11" name="グラフィックス 10" descr="サングラス 単色塗りつぶし">
            <a:extLst>
              <a:ext uri="{FF2B5EF4-FFF2-40B4-BE49-F238E27FC236}">
                <a16:creationId xmlns:a16="http://schemas.microsoft.com/office/drawing/2014/main" id="{DD3F04C3-3CD1-8365-9061-39A96E91EAB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37822" y="1812595"/>
            <a:ext cx="914400" cy="914400"/>
          </a:xfrm>
          <a:prstGeom prst="rect">
            <a:avLst/>
          </a:prstGeom>
        </p:spPr>
      </p:pic>
      <p:pic>
        <p:nvPicPr>
          <p:cNvPr id="16" name="グラフィックス 15" descr="たき火 単色塗りつぶし">
            <a:extLst>
              <a:ext uri="{FF2B5EF4-FFF2-40B4-BE49-F238E27FC236}">
                <a16:creationId xmlns:a16="http://schemas.microsoft.com/office/drawing/2014/main" id="{7B7ABF4C-4026-8211-2AE5-7AFE70CF78F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82629" y="1768310"/>
            <a:ext cx="914400" cy="914400"/>
          </a:xfrm>
          <a:prstGeom prst="rect">
            <a:avLst/>
          </a:prstGeom>
        </p:spPr>
      </p:pic>
      <p:pic>
        <p:nvPicPr>
          <p:cNvPr id="18" name="グラフィックス 17" descr="Wi-Fi 単色塗りつぶし">
            <a:extLst>
              <a:ext uri="{FF2B5EF4-FFF2-40B4-BE49-F238E27FC236}">
                <a16:creationId xmlns:a16="http://schemas.microsoft.com/office/drawing/2014/main" id="{F4502828-3679-9F2F-A026-9695D80D51F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06429" y="1812595"/>
            <a:ext cx="914400" cy="914400"/>
          </a:xfrm>
          <a:prstGeom prst="rect">
            <a:avLst/>
          </a:prstGeom>
        </p:spPr>
      </p:pic>
      <p:pic>
        <p:nvPicPr>
          <p:cNvPr id="20" name="グラフィックス 19" descr="原子 単色塗りつぶし">
            <a:extLst>
              <a:ext uri="{FF2B5EF4-FFF2-40B4-BE49-F238E27FC236}">
                <a16:creationId xmlns:a16="http://schemas.microsoft.com/office/drawing/2014/main" id="{2ADA00C1-5DA3-0CC3-C21B-744109BA8CF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25722" y="1786163"/>
            <a:ext cx="914400" cy="914400"/>
          </a:xfrm>
          <a:prstGeom prst="rect">
            <a:avLst/>
          </a:prstGeom>
        </p:spPr>
      </p:pic>
    </p:spTree>
    <p:extLst>
      <p:ext uri="{BB962C8B-B14F-4D97-AF65-F5344CB8AC3E}">
        <p14:creationId xmlns:p14="http://schemas.microsoft.com/office/powerpoint/2010/main" val="35127760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854DC8-1374-518B-0123-0966223C1BD3}"/>
              </a:ext>
            </a:extLst>
          </p:cNvPr>
          <p:cNvSpPr>
            <a:spLocks noGrp="1"/>
          </p:cNvSpPr>
          <p:nvPr>
            <p:ph type="title"/>
          </p:nvPr>
        </p:nvSpPr>
        <p:spPr/>
        <p:txBody>
          <a:bodyPr/>
          <a:lstStyle/>
          <a:p>
            <a:endParaRPr kumimoji="1" lang="ja-JP" altLang="en-US" dirty="0"/>
          </a:p>
        </p:txBody>
      </p:sp>
      <p:sp>
        <p:nvSpPr>
          <p:cNvPr id="3" name="コンテンツ プレースホルダー 2">
            <a:extLst>
              <a:ext uri="{FF2B5EF4-FFF2-40B4-BE49-F238E27FC236}">
                <a16:creationId xmlns:a16="http://schemas.microsoft.com/office/drawing/2014/main" id="{A6EC536A-2602-07F4-F171-63A2C3FD0E08}"/>
              </a:ext>
            </a:extLst>
          </p:cNvPr>
          <p:cNvSpPr>
            <a:spLocks noGrp="1"/>
          </p:cNvSpPr>
          <p:nvPr>
            <p:ph idx="1"/>
          </p:nvPr>
        </p:nvSpPr>
        <p:spPr/>
        <p:txBody>
          <a:bodyPr/>
          <a:lstStyle/>
          <a:p>
            <a:endParaRPr kumimoji="1" lang="ja-JP" altLang="en-US" dirty="0"/>
          </a:p>
        </p:txBody>
      </p:sp>
      <p:pic>
        <p:nvPicPr>
          <p:cNvPr id="5" name="図 4">
            <a:extLst>
              <a:ext uri="{FF2B5EF4-FFF2-40B4-BE49-F238E27FC236}">
                <a16:creationId xmlns:a16="http://schemas.microsoft.com/office/drawing/2014/main" id="{7D37C121-F72F-9A3F-6284-D6173FE115C6}"/>
              </a:ext>
            </a:extLst>
          </p:cNvPr>
          <p:cNvPicPr>
            <a:picLocks noChangeAspect="1"/>
          </p:cNvPicPr>
          <p:nvPr/>
        </p:nvPicPr>
        <p:blipFill>
          <a:blip r:embed="rId2"/>
          <a:stretch>
            <a:fillRect/>
          </a:stretch>
        </p:blipFill>
        <p:spPr>
          <a:xfrm>
            <a:off x="510823" y="239111"/>
            <a:ext cx="11337501" cy="6142835"/>
          </a:xfrm>
          <a:prstGeom prst="rect">
            <a:avLst/>
          </a:prstGeom>
        </p:spPr>
      </p:pic>
      <p:sp>
        <p:nvSpPr>
          <p:cNvPr id="7" name="テキスト ボックス 6">
            <a:extLst>
              <a:ext uri="{FF2B5EF4-FFF2-40B4-BE49-F238E27FC236}">
                <a16:creationId xmlns:a16="http://schemas.microsoft.com/office/drawing/2014/main" id="{E752E203-62E6-1887-EBA9-BDAE924E979C}"/>
              </a:ext>
            </a:extLst>
          </p:cNvPr>
          <p:cNvSpPr txBox="1"/>
          <p:nvPr/>
        </p:nvSpPr>
        <p:spPr>
          <a:xfrm>
            <a:off x="7883166" y="6357279"/>
            <a:ext cx="6094428" cy="523220"/>
          </a:xfrm>
          <a:prstGeom prst="rect">
            <a:avLst/>
          </a:prstGeom>
          <a:noFill/>
        </p:spPr>
        <p:txBody>
          <a:bodyPr wrap="square">
            <a:spAutoFit/>
          </a:bodyPr>
          <a:lstStyle/>
          <a:p>
            <a:r>
              <a:rPr lang="ja-JP" altLang="en-US" sz="1400">
                <a:latin typeface="+mn-ea"/>
              </a:rPr>
              <a:t>環境省（</a:t>
            </a:r>
            <a:r>
              <a:rPr lang="en-US" altLang="ja-JP" sz="1400">
                <a:latin typeface="+mn-ea"/>
              </a:rPr>
              <a:t>2015</a:t>
            </a:r>
            <a:r>
              <a:rPr lang="ja-JP" altLang="en-US" sz="1400">
                <a:latin typeface="+mn-ea"/>
              </a:rPr>
              <a:t>）紫外線環境保健マニュアル</a:t>
            </a:r>
            <a:r>
              <a:rPr lang="en-US" altLang="ja-JP" sz="1400">
                <a:latin typeface="+mn-ea"/>
              </a:rPr>
              <a:t>http://www.env.go.jp/chemi/uv/uv_manual.html</a:t>
            </a:r>
            <a:endParaRPr lang="ja-JP" altLang="en-US" sz="1400">
              <a:latin typeface="+mn-ea"/>
            </a:endParaRPr>
          </a:p>
        </p:txBody>
      </p:sp>
    </p:spTree>
    <p:extLst>
      <p:ext uri="{BB962C8B-B14F-4D97-AF65-F5344CB8AC3E}">
        <p14:creationId xmlns:p14="http://schemas.microsoft.com/office/powerpoint/2010/main" val="9961461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A7FDE7-EADA-2180-3928-7A2C55658679}"/>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39086ED7-EA77-D122-9BE8-B1D620A21243}"/>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AD3518A0-BDEF-4118-CA75-1FB9924E4727}"/>
              </a:ext>
            </a:extLst>
          </p:cNvPr>
          <p:cNvPicPr>
            <a:picLocks noChangeAspect="1"/>
          </p:cNvPicPr>
          <p:nvPr/>
        </p:nvPicPr>
        <p:blipFill>
          <a:blip r:embed="rId2"/>
          <a:stretch>
            <a:fillRect/>
          </a:stretch>
        </p:blipFill>
        <p:spPr>
          <a:xfrm>
            <a:off x="509352" y="60628"/>
            <a:ext cx="10893088" cy="6797372"/>
          </a:xfrm>
          <a:prstGeom prst="rect">
            <a:avLst/>
          </a:prstGeom>
        </p:spPr>
      </p:pic>
      <p:sp>
        <p:nvSpPr>
          <p:cNvPr id="6" name="テキスト ボックス 5">
            <a:extLst>
              <a:ext uri="{FF2B5EF4-FFF2-40B4-BE49-F238E27FC236}">
                <a16:creationId xmlns:a16="http://schemas.microsoft.com/office/drawing/2014/main" id="{455B17D6-5711-5D84-AE13-7574FBC4E063}"/>
              </a:ext>
            </a:extLst>
          </p:cNvPr>
          <p:cNvSpPr txBox="1"/>
          <p:nvPr/>
        </p:nvSpPr>
        <p:spPr>
          <a:xfrm>
            <a:off x="7883166" y="6357279"/>
            <a:ext cx="4308834" cy="523220"/>
          </a:xfrm>
          <a:prstGeom prst="rect">
            <a:avLst/>
          </a:prstGeom>
          <a:noFill/>
        </p:spPr>
        <p:txBody>
          <a:bodyPr wrap="square">
            <a:spAutoFit/>
          </a:bodyPr>
          <a:lstStyle/>
          <a:p>
            <a:r>
              <a:rPr lang="ja-JP" altLang="en-US" sz="1400">
                <a:latin typeface="+mn-ea"/>
              </a:rPr>
              <a:t>環境省（</a:t>
            </a:r>
            <a:r>
              <a:rPr lang="en-US" altLang="ja-JP" sz="1400">
                <a:latin typeface="+mn-ea"/>
              </a:rPr>
              <a:t>2015</a:t>
            </a:r>
            <a:r>
              <a:rPr lang="ja-JP" altLang="en-US" sz="1400">
                <a:latin typeface="+mn-ea"/>
              </a:rPr>
              <a:t>）紫外線環境保健マニュアル</a:t>
            </a:r>
            <a:r>
              <a:rPr lang="en-US" altLang="ja-JP" sz="1400">
                <a:latin typeface="+mn-ea"/>
              </a:rPr>
              <a:t>http://www.env.go.jp/chemi/uv/uv_manual.html</a:t>
            </a:r>
            <a:endParaRPr lang="ja-JP" altLang="en-US" sz="1400">
              <a:latin typeface="+mn-ea"/>
            </a:endParaRPr>
          </a:p>
        </p:txBody>
      </p:sp>
    </p:spTree>
    <p:extLst>
      <p:ext uri="{BB962C8B-B14F-4D97-AF65-F5344CB8AC3E}">
        <p14:creationId xmlns:p14="http://schemas.microsoft.com/office/powerpoint/2010/main" val="12802326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0735AFA7-B74B-4ADF-565C-1F0CF62C7C9C}"/>
              </a:ext>
            </a:extLst>
          </p:cNvPr>
          <p:cNvPicPr>
            <a:picLocks noChangeAspect="1"/>
          </p:cNvPicPr>
          <p:nvPr/>
        </p:nvPicPr>
        <p:blipFill>
          <a:blip r:embed="rId2"/>
          <a:stretch>
            <a:fillRect/>
          </a:stretch>
        </p:blipFill>
        <p:spPr>
          <a:xfrm>
            <a:off x="742950" y="0"/>
            <a:ext cx="9830225" cy="6690649"/>
          </a:xfrm>
          <a:prstGeom prst="rect">
            <a:avLst/>
          </a:prstGeom>
        </p:spPr>
      </p:pic>
      <p:sp>
        <p:nvSpPr>
          <p:cNvPr id="6" name="テキスト ボックス 5">
            <a:extLst>
              <a:ext uri="{FF2B5EF4-FFF2-40B4-BE49-F238E27FC236}">
                <a16:creationId xmlns:a16="http://schemas.microsoft.com/office/drawing/2014/main" id="{35B3A348-2558-544E-3E2E-87AEACBE3F98}"/>
              </a:ext>
            </a:extLst>
          </p:cNvPr>
          <p:cNvSpPr txBox="1"/>
          <p:nvPr/>
        </p:nvSpPr>
        <p:spPr>
          <a:xfrm>
            <a:off x="5581650" y="6581001"/>
            <a:ext cx="8268190" cy="276999"/>
          </a:xfrm>
          <a:prstGeom prst="rect">
            <a:avLst/>
          </a:prstGeom>
          <a:noFill/>
        </p:spPr>
        <p:txBody>
          <a:bodyPr wrap="square">
            <a:spAutoFit/>
          </a:bodyPr>
          <a:lstStyle/>
          <a:p>
            <a:r>
              <a:rPr lang="ja-JP" altLang="en-US" sz="1200">
                <a:latin typeface="+mn-ea"/>
              </a:rPr>
              <a:t>佐々木政子</a:t>
            </a:r>
            <a:r>
              <a:rPr lang="en-US" altLang="ja-JP" sz="1200">
                <a:latin typeface="+mn-ea"/>
              </a:rPr>
              <a:t>(2006)</a:t>
            </a:r>
            <a:r>
              <a:rPr lang="ja-JP" altLang="en-US" sz="1200">
                <a:latin typeface="+mn-ea"/>
              </a:rPr>
              <a:t> 絵とデータで読む太陽紫外線　独立行政法人国立環境研究所　つくば市　</a:t>
            </a:r>
          </a:p>
        </p:txBody>
      </p:sp>
    </p:spTree>
    <p:extLst>
      <p:ext uri="{BB962C8B-B14F-4D97-AF65-F5344CB8AC3E}">
        <p14:creationId xmlns:p14="http://schemas.microsoft.com/office/powerpoint/2010/main" val="13518925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画像">
            <a:extLst>
              <a:ext uri="{FF2B5EF4-FFF2-40B4-BE49-F238E27FC236}">
                <a16:creationId xmlns:a16="http://schemas.microsoft.com/office/drawing/2014/main" id="{A5A36104-7C7D-3762-64D9-4365046420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90" y="0"/>
            <a:ext cx="8085137"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C75DB1EC-D9A6-6F23-8B90-602615212267}"/>
              </a:ext>
            </a:extLst>
          </p:cNvPr>
          <p:cNvSpPr txBox="1"/>
          <p:nvPr/>
        </p:nvSpPr>
        <p:spPr>
          <a:xfrm>
            <a:off x="9242699" y="5948120"/>
            <a:ext cx="2597205" cy="600164"/>
          </a:xfrm>
          <a:prstGeom prst="rect">
            <a:avLst/>
          </a:prstGeom>
          <a:noFill/>
        </p:spPr>
        <p:txBody>
          <a:bodyPr wrap="square">
            <a:spAutoFit/>
          </a:bodyPr>
          <a:lstStyle/>
          <a:p>
            <a:r>
              <a:rPr lang="ja-JP" altLang="en-US" sz="1100" b="0" i="0">
                <a:solidFill>
                  <a:srgbClr val="0F1419"/>
                </a:solidFill>
                <a:effectLst/>
                <a:latin typeface="Segoe UI" panose="020B0502040204020203" pitchFamily="34" charset="0"/>
              </a:rPr>
              <a:t>藤井 一至（</a:t>
            </a:r>
            <a:r>
              <a:rPr lang="en-US" altLang="ja-JP" sz="1100" b="0" i="0">
                <a:solidFill>
                  <a:srgbClr val="0F1419"/>
                </a:solidFill>
                <a:effectLst/>
                <a:latin typeface="Segoe UI" panose="020B0502040204020203" pitchFamily="34" charset="0"/>
              </a:rPr>
              <a:t>2024</a:t>
            </a:r>
            <a:r>
              <a:rPr lang="ja-JP" altLang="en-US" sz="1100" b="0" i="0">
                <a:solidFill>
                  <a:srgbClr val="0F1419"/>
                </a:solidFill>
                <a:effectLst/>
                <a:latin typeface="Segoe UI" panose="020B0502040204020203" pitchFamily="34" charset="0"/>
              </a:rPr>
              <a:t>）土と生命の</a:t>
            </a:r>
            <a:r>
              <a:rPr lang="en-US" altLang="ja-JP" sz="1100" b="0" i="0">
                <a:solidFill>
                  <a:srgbClr val="0F1419"/>
                </a:solidFill>
                <a:effectLst/>
                <a:latin typeface="Segoe UI" panose="020B0502040204020203" pitchFamily="34" charset="0"/>
              </a:rPr>
              <a:t>46</a:t>
            </a:r>
            <a:r>
              <a:rPr lang="ja-JP" altLang="en-US" sz="1100" b="0" i="0">
                <a:solidFill>
                  <a:srgbClr val="0F1419"/>
                </a:solidFill>
                <a:effectLst/>
                <a:latin typeface="Segoe UI" panose="020B0502040204020203" pitchFamily="34" charset="0"/>
              </a:rPr>
              <a:t>億年史 土と進化の謎に迫る </a:t>
            </a:r>
            <a:r>
              <a:rPr lang="en-US" altLang="ja-JP" sz="1100" b="0" i="0">
                <a:solidFill>
                  <a:srgbClr val="0F1419"/>
                </a:solidFill>
                <a:effectLst/>
                <a:latin typeface="Segoe UI" panose="020B0502040204020203" pitchFamily="34" charset="0"/>
              </a:rPr>
              <a:t>(</a:t>
            </a:r>
            <a:r>
              <a:rPr lang="ja-JP" altLang="en-US" sz="1100" b="0" i="0">
                <a:solidFill>
                  <a:srgbClr val="0F1419"/>
                </a:solidFill>
                <a:effectLst/>
                <a:latin typeface="Segoe UI" panose="020B0502040204020203" pitchFamily="34" charset="0"/>
              </a:rPr>
              <a:t>ブルーバックス </a:t>
            </a:r>
            <a:r>
              <a:rPr lang="en-US" altLang="ja-JP" sz="1100" b="0" i="0">
                <a:solidFill>
                  <a:srgbClr val="0F1419"/>
                </a:solidFill>
                <a:effectLst/>
                <a:latin typeface="Segoe UI" panose="020B0502040204020203" pitchFamily="34" charset="0"/>
              </a:rPr>
              <a:t>B 2278)</a:t>
            </a:r>
            <a:r>
              <a:rPr lang="ja-JP" altLang="en-US" sz="1100" b="0" i="0">
                <a:solidFill>
                  <a:srgbClr val="0F1419"/>
                </a:solidFill>
                <a:effectLst/>
                <a:latin typeface="Segoe UI" panose="020B0502040204020203" pitchFamily="34" charset="0"/>
              </a:rPr>
              <a:t>講談社、東京</a:t>
            </a:r>
            <a:endParaRPr lang="ja-JP" altLang="en-US" sz="1100"/>
          </a:p>
        </p:txBody>
      </p:sp>
      <p:pic>
        <p:nvPicPr>
          <p:cNvPr id="7" name="図 6">
            <a:extLst>
              <a:ext uri="{FF2B5EF4-FFF2-40B4-BE49-F238E27FC236}">
                <a16:creationId xmlns:a16="http://schemas.microsoft.com/office/drawing/2014/main" id="{61779461-FD2F-E522-3F8F-ED0B8A3FE208}"/>
              </a:ext>
            </a:extLst>
          </p:cNvPr>
          <p:cNvPicPr>
            <a:picLocks noChangeAspect="1"/>
          </p:cNvPicPr>
          <p:nvPr/>
        </p:nvPicPr>
        <p:blipFill>
          <a:blip r:embed="rId3"/>
          <a:stretch>
            <a:fillRect/>
          </a:stretch>
        </p:blipFill>
        <p:spPr>
          <a:xfrm>
            <a:off x="9280750" y="1765737"/>
            <a:ext cx="2521101" cy="3918855"/>
          </a:xfrm>
          <a:prstGeom prst="rect">
            <a:avLst/>
          </a:prstGeom>
        </p:spPr>
      </p:pic>
      <p:sp>
        <p:nvSpPr>
          <p:cNvPr id="9" name="テキスト ボックス 8">
            <a:extLst>
              <a:ext uri="{FF2B5EF4-FFF2-40B4-BE49-F238E27FC236}">
                <a16:creationId xmlns:a16="http://schemas.microsoft.com/office/drawing/2014/main" id="{D36A0774-0486-8B07-D5CE-83DE50DCC6FB}"/>
              </a:ext>
            </a:extLst>
          </p:cNvPr>
          <p:cNvSpPr txBox="1"/>
          <p:nvPr/>
        </p:nvSpPr>
        <p:spPr>
          <a:xfrm>
            <a:off x="7520152" y="248978"/>
            <a:ext cx="4578458" cy="1384995"/>
          </a:xfrm>
          <a:prstGeom prst="rect">
            <a:avLst/>
          </a:prstGeom>
          <a:noFill/>
        </p:spPr>
        <p:txBody>
          <a:bodyPr wrap="square">
            <a:spAutoFit/>
          </a:bodyPr>
          <a:lstStyle/>
          <a:p>
            <a:r>
              <a:rPr lang="ja-JP" altLang="en-US" sz="1400" b="0" i="0">
                <a:solidFill>
                  <a:srgbClr val="0F1419"/>
                </a:solidFill>
                <a:effectLst/>
                <a:latin typeface="Segoe UI" panose="020B0502040204020203" pitchFamily="34" charset="0"/>
              </a:rPr>
              <a:t>地球</a:t>
            </a:r>
            <a:r>
              <a:rPr lang="en-US" altLang="ja-JP" sz="1400" b="0" i="0">
                <a:solidFill>
                  <a:srgbClr val="0F1419"/>
                </a:solidFill>
                <a:effectLst/>
                <a:latin typeface="Segoe UI" panose="020B0502040204020203" pitchFamily="34" charset="0"/>
              </a:rPr>
              <a:t>46</a:t>
            </a:r>
            <a:r>
              <a:rPr lang="ja-JP" altLang="en-US" sz="1400" b="0" i="0">
                <a:solidFill>
                  <a:srgbClr val="0F1419"/>
                </a:solidFill>
                <a:effectLst/>
                <a:latin typeface="Segoe UI" panose="020B0502040204020203" pitchFamily="34" charset="0"/>
              </a:rPr>
              <a:t>億年は想像しにくい。億をとって地球お母さんの半生を考えると、小学</a:t>
            </a:r>
            <a:r>
              <a:rPr lang="en-US" altLang="ja-JP" sz="1400" b="0" i="0">
                <a:solidFill>
                  <a:srgbClr val="0F1419"/>
                </a:solidFill>
                <a:effectLst/>
                <a:latin typeface="Segoe UI" panose="020B0502040204020203" pitchFamily="34" charset="0"/>
              </a:rPr>
              <a:t>1</a:t>
            </a:r>
            <a:r>
              <a:rPr lang="ja-JP" altLang="en-US" sz="1400" b="0" i="0">
                <a:solidFill>
                  <a:srgbClr val="0F1419"/>
                </a:solidFill>
                <a:effectLst/>
                <a:latin typeface="Segoe UI" panose="020B0502040204020203" pitchFamily="34" charset="0"/>
              </a:rPr>
              <a:t>年で生物係（生命誕生）、</a:t>
            </a:r>
            <a:r>
              <a:rPr lang="en-US" altLang="ja-JP" sz="1400" b="0" i="0">
                <a:solidFill>
                  <a:srgbClr val="0F1419"/>
                </a:solidFill>
                <a:effectLst/>
                <a:latin typeface="Segoe UI" panose="020B0502040204020203" pitchFamily="34" charset="0"/>
              </a:rPr>
              <a:t>19</a:t>
            </a:r>
            <a:r>
              <a:rPr lang="ja-JP" altLang="en-US" sz="1400" b="0" i="0">
                <a:solidFill>
                  <a:srgbClr val="0F1419"/>
                </a:solidFill>
                <a:effectLst/>
                <a:latin typeface="Segoe UI" panose="020B0502040204020203" pitchFamily="34" charset="0"/>
              </a:rPr>
              <a:t>歳で生計独立（光合成開始）、</a:t>
            </a:r>
            <a:r>
              <a:rPr lang="en-US" altLang="ja-JP" sz="1400" b="0" i="0">
                <a:solidFill>
                  <a:srgbClr val="0F1419"/>
                </a:solidFill>
                <a:effectLst/>
                <a:latin typeface="Segoe UI" panose="020B0502040204020203" pitchFamily="34" charset="0"/>
              </a:rPr>
              <a:t>41</a:t>
            </a:r>
            <a:r>
              <a:rPr lang="ja-JP" altLang="en-US" sz="1400" b="0" i="0">
                <a:solidFill>
                  <a:srgbClr val="0F1419"/>
                </a:solidFill>
                <a:effectLst/>
                <a:latin typeface="Segoe UI" panose="020B0502040204020203" pitchFamily="34" charset="0"/>
              </a:rPr>
              <a:t>歳で一念発起して家庭菜園を始めたものの（植物上陸）、恐竜兄さんが半年前に失踪、</a:t>
            </a:r>
            <a:r>
              <a:rPr lang="en-US" altLang="ja-JP" sz="1400" b="0" i="0">
                <a:solidFill>
                  <a:srgbClr val="0F1419"/>
                </a:solidFill>
                <a:effectLst/>
                <a:latin typeface="Segoe UI" panose="020B0502040204020203" pitchFamily="34" charset="0"/>
              </a:rPr>
              <a:t>10</a:t>
            </a:r>
            <a:r>
              <a:rPr lang="ja-JP" altLang="en-US" sz="1400" b="0" i="0">
                <a:solidFill>
                  <a:srgbClr val="0F1419"/>
                </a:solidFill>
                <a:effectLst/>
                <a:latin typeface="Segoe UI" panose="020B0502040204020203" pitchFamily="34" charset="0"/>
              </a:rPr>
              <a:t>日前に小人たちが温室栽培を始めた。人類である。</a:t>
            </a:r>
            <a:endParaRPr lang="ja-JP" altLang="en-US" sz="1400"/>
          </a:p>
        </p:txBody>
      </p:sp>
      <p:sp>
        <p:nvSpPr>
          <p:cNvPr id="2" name="テキスト ボックス 1">
            <a:extLst>
              <a:ext uri="{FF2B5EF4-FFF2-40B4-BE49-F238E27FC236}">
                <a16:creationId xmlns:a16="http://schemas.microsoft.com/office/drawing/2014/main" id="{C6990EC7-B6D6-F8D8-4F08-7763E0B458E8}"/>
              </a:ext>
            </a:extLst>
          </p:cNvPr>
          <p:cNvSpPr txBox="1"/>
          <p:nvPr/>
        </p:nvSpPr>
        <p:spPr>
          <a:xfrm>
            <a:off x="819150" y="142875"/>
            <a:ext cx="571500" cy="369332"/>
          </a:xfrm>
          <a:prstGeom prst="rect">
            <a:avLst/>
          </a:prstGeom>
          <a:noFill/>
        </p:spPr>
        <p:txBody>
          <a:bodyPr wrap="square" rtlCol="0">
            <a:spAutoFit/>
          </a:bodyPr>
          <a:lstStyle/>
          <a:p>
            <a:r>
              <a:rPr kumimoji="1" lang="en-US" altLang="ja-JP" dirty="0"/>
              <a:t>6</a:t>
            </a:r>
            <a:r>
              <a:rPr kumimoji="1" lang="ja-JP" altLang="en-US" dirty="0"/>
              <a:t>歳</a:t>
            </a:r>
          </a:p>
        </p:txBody>
      </p:sp>
      <p:sp>
        <p:nvSpPr>
          <p:cNvPr id="3" name="テキスト ボックス 2">
            <a:extLst>
              <a:ext uri="{FF2B5EF4-FFF2-40B4-BE49-F238E27FC236}">
                <a16:creationId xmlns:a16="http://schemas.microsoft.com/office/drawing/2014/main" id="{88771C2C-8597-FECE-CCA3-E167A3E7538D}"/>
              </a:ext>
            </a:extLst>
          </p:cNvPr>
          <p:cNvSpPr txBox="1"/>
          <p:nvPr/>
        </p:nvSpPr>
        <p:spPr>
          <a:xfrm>
            <a:off x="2949521" y="161925"/>
            <a:ext cx="755704" cy="369332"/>
          </a:xfrm>
          <a:prstGeom prst="rect">
            <a:avLst/>
          </a:prstGeom>
          <a:noFill/>
        </p:spPr>
        <p:txBody>
          <a:bodyPr wrap="square" rtlCol="0">
            <a:spAutoFit/>
          </a:bodyPr>
          <a:lstStyle/>
          <a:p>
            <a:r>
              <a:rPr kumimoji="1" lang="en-US" altLang="ja-JP" dirty="0"/>
              <a:t>19</a:t>
            </a:r>
            <a:r>
              <a:rPr kumimoji="1" lang="ja-JP" altLang="en-US" dirty="0"/>
              <a:t>歳</a:t>
            </a:r>
          </a:p>
        </p:txBody>
      </p:sp>
      <p:sp>
        <p:nvSpPr>
          <p:cNvPr id="4" name="テキスト ボックス 3">
            <a:extLst>
              <a:ext uri="{FF2B5EF4-FFF2-40B4-BE49-F238E27FC236}">
                <a16:creationId xmlns:a16="http://schemas.microsoft.com/office/drawing/2014/main" id="{3146DB26-2A99-F62E-9B0A-82ADC4389872}"/>
              </a:ext>
            </a:extLst>
          </p:cNvPr>
          <p:cNvSpPr txBox="1"/>
          <p:nvPr/>
        </p:nvSpPr>
        <p:spPr>
          <a:xfrm>
            <a:off x="5506874" y="142875"/>
            <a:ext cx="755704" cy="369332"/>
          </a:xfrm>
          <a:prstGeom prst="rect">
            <a:avLst/>
          </a:prstGeom>
          <a:noFill/>
        </p:spPr>
        <p:txBody>
          <a:bodyPr wrap="square" rtlCol="0">
            <a:spAutoFit/>
          </a:bodyPr>
          <a:lstStyle/>
          <a:p>
            <a:r>
              <a:rPr kumimoji="1" lang="en-US" altLang="ja-JP" dirty="0"/>
              <a:t>41</a:t>
            </a:r>
            <a:r>
              <a:rPr kumimoji="1" lang="ja-JP" altLang="en-US" dirty="0"/>
              <a:t>歳</a:t>
            </a:r>
          </a:p>
        </p:txBody>
      </p:sp>
      <p:sp>
        <p:nvSpPr>
          <p:cNvPr id="6" name="テキスト ボックス 5">
            <a:extLst>
              <a:ext uri="{FF2B5EF4-FFF2-40B4-BE49-F238E27FC236}">
                <a16:creationId xmlns:a16="http://schemas.microsoft.com/office/drawing/2014/main" id="{EFFCADDB-4D44-A549-05ED-02656DDD9048}"/>
              </a:ext>
            </a:extLst>
          </p:cNvPr>
          <p:cNvSpPr txBox="1"/>
          <p:nvPr/>
        </p:nvSpPr>
        <p:spPr>
          <a:xfrm>
            <a:off x="6896099" y="38100"/>
            <a:ext cx="828675" cy="369332"/>
          </a:xfrm>
          <a:prstGeom prst="rect">
            <a:avLst/>
          </a:prstGeom>
          <a:noFill/>
        </p:spPr>
        <p:txBody>
          <a:bodyPr wrap="square" rtlCol="0">
            <a:spAutoFit/>
          </a:bodyPr>
          <a:lstStyle/>
          <a:p>
            <a:r>
              <a:rPr kumimoji="1" lang="en-US" altLang="ja-JP" dirty="0"/>
              <a:t>45.5</a:t>
            </a:r>
            <a:r>
              <a:rPr kumimoji="1" lang="ja-JP" altLang="en-US" dirty="0"/>
              <a:t>歳</a:t>
            </a:r>
          </a:p>
        </p:txBody>
      </p:sp>
    </p:spTree>
    <p:extLst>
      <p:ext uri="{BB962C8B-B14F-4D97-AF65-F5344CB8AC3E}">
        <p14:creationId xmlns:p14="http://schemas.microsoft.com/office/powerpoint/2010/main" val="5332761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B79CABBD-E357-A88E-DF82-92E7A0D3BF00}"/>
              </a:ext>
            </a:extLst>
          </p:cNvPr>
          <p:cNvSpPr>
            <a:spLocks noGrp="1"/>
          </p:cNvSpPr>
          <p:nvPr>
            <p:ph idx="1"/>
          </p:nvPr>
        </p:nvSpPr>
        <p:spPr/>
        <p:txBody>
          <a:bodyPr/>
          <a:lstStyle/>
          <a:p>
            <a:endParaRPr kumimoji="1" lang="ja-JP" altLang="en-US" dirty="0"/>
          </a:p>
        </p:txBody>
      </p:sp>
      <p:pic>
        <p:nvPicPr>
          <p:cNvPr id="5" name="図 4">
            <a:extLst>
              <a:ext uri="{FF2B5EF4-FFF2-40B4-BE49-F238E27FC236}">
                <a16:creationId xmlns:a16="http://schemas.microsoft.com/office/drawing/2014/main" id="{4873D005-D023-1BF8-8B48-A43447E19BA1}"/>
              </a:ext>
            </a:extLst>
          </p:cNvPr>
          <p:cNvPicPr>
            <a:picLocks noChangeAspect="1"/>
          </p:cNvPicPr>
          <p:nvPr/>
        </p:nvPicPr>
        <p:blipFill>
          <a:blip r:embed="rId2"/>
          <a:stretch>
            <a:fillRect/>
          </a:stretch>
        </p:blipFill>
        <p:spPr>
          <a:xfrm>
            <a:off x="4996930" y="2104321"/>
            <a:ext cx="7195070" cy="3913224"/>
          </a:xfrm>
          <a:prstGeom prst="rect">
            <a:avLst/>
          </a:prstGeom>
        </p:spPr>
      </p:pic>
      <p:sp>
        <p:nvSpPr>
          <p:cNvPr id="7" name="テキスト ボックス 6">
            <a:extLst>
              <a:ext uri="{FF2B5EF4-FFF2-40B4-BE49-F238E27FC236}">
                <a16:creationId xmlns:a16="http://schemas.microsoft.com/office/drawing/2014/main" id="{7A16EC30-6412-D128-1726-1A4E61A28656}"/>
              </a:ext>
            </a:extLst>
          </p:cNvPr>
          <p:cNvSpPr txBox="1"/>
          <p:nvPr/>
        </p:nvSpPr>
        <p:spPr>
          <a:xfrm>
            <a:off x="5486400" y="6211669"/>
            <a:ext cx="8305800" cy="646331"/>
          </a:xfrm>
          <a:prstGeom prst="rect">
            <a:avLst/>
          </a:prstGeom>
          <a:noFill/>
        </p:spPr>
        <p:txBody>
          <a:bodyPr wrap="square">
            <a:spAutoFit/>
          </a:bodyPr>
          <a:lstStyle/>
          <a:p>
            <a:r>
              <a:rPr lang="ja-JP" altLang="en-US"/>
              <a:t>気象庁（</a:t>
            </a:r>
            <a:r>
              <a:rPr lang="en-US" altLang="ja-JP"/>
              <a:t>2023</a:t>
            </a:r>
            <a:r>
              <a:rPr lang="ja-JP" altLang="en-US"/>
              <a:t>）南極オゾンホールの状況https://www.data.jma.go.jp/env/ozonehp/diag_o3hole_2023.html</a:t>
            </a:r>
          </a:p>
        </p:txBody>
      </p:sp>
      <p:pic>
        <p:nvPicPr>
          <p:cNvPr id="1026" name="Picture 2" descr="max hole">
            <a:extLst>
              <a:ext uri="{FF2B5EF4-FFF2-40B4-BE49-F238E27FC236}">
                <a16:creationId xmlns:a16="http://schemas.microsoft.com/office/drawing/2014/main" id="{2F05B599-AA24-8AB5-703F-491F385D7C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3" y="2011781"/>
            <a:ext cx="5143500" cy="2886075"/>
          </a:xfrm>
          <a:prstGeom prst="rect">
            <a:avLst/>
          </a:prstGeom>
          <a:noFill/>
          <a:extLst>
            <a:ext uri="{909E8E84-426E-40DD-AFC4-6F175D3DCCD1}">
              <a14:hiddenFill xmlns:a14="http://schemas.microsoft.com/office/drawing/2010/main">
                <a:solidFill>
                  <a:srgbClr val="FFFFFF"/>
                </a:solidFill>
              </a14:hiddenFill>
            </a:ext>
          </a:extLst>
        </p:spPr>
      </p:pic>
      <p:sp>
        <p:nvSpPr>
          <p:cNvPr id="10" name="テキスト ボックス 9">
            <a:extLst>
              <a:ext uri="{FF2B5EF4-FFF2-40B4-BE49-F238E27FC236}">
                <a16:creationId xmlns:a16="http://schemas.microsoft.com/office/drawing/2014/main" id="{031593D9-06DF-372A-20D7-1BA448B33702}"/>
              </a:ext>
            </a:extLst>
          </p:cNvPr>
          <p:cNvSpPr txBox="1"/>
          <p:nvPr/>
        </p:nvSpPr>
        <p:spPr>
          <a:xfrm>
            <a:off x="30785" y="5032961"/>
            <a:ext cx="5396255" cy="1200329"/>
          </a:xfrm>
          <a:prstGeom prst="rect">
            <a:avLst/>
          </a:prstGeom>
          <a:noFill/>
        </p:spPr>
        <p:txBody>
          <a:bodyPr wrap="square">
            <a:spAutoFit/>
          </a:bodyPr>
          <a:lstStyle/>
          <a:p>
            <a:pPr algn="l"/>
            <a:r>
              <a:rPr lang="ja-JP" altLang="en-US" b="0" i="0">
                <a:solidFill>
                  <a:srgbClr val="58585B"/>
                </a:solidFill>
                <a:effectLst/>
                <a:latin typeface="Public Sans Web"/>
              </a:rPr>
              <a:t>オゾン層破壊は気温が低いときに起こるので、オゾンホールは南半球では冬の終わりの</a:t>
            </a:r>
            <a:r>
              <a:rPr lang="en-US" altLang="ja-JP" b="0" i="0">
                <a:solidFill>
                  <a:srgbClr val="58585B"/>
                </a:solidFill>
                <a:effectLst/>
                <a:latin typeface="Public Sans Web"/>
              </a:rPr>
              <a:t>9</a:t>
            </a:r>
            <a:r>
              <a:rPr lang="ja-JP" altLang="en-US" b="0" i="0">
                <a:solidFill>
                  <a:srgbClr val="58585B"/>
                </a:solidFill>
                <a:effectLst/>
                <a:latin typeface="Public Sans Web"/>
              </a:rPr>
              <a:t>月か</a:t>
            </a:r>
            <a:r>
              <a:rPr lang="en-US" altLang="ja-JP" b="0" i="0">
                <a:solidFill>
                  <a:srgbClr val="58585B"/>
                </a:solidFill>
                <a:effectLst/>
                <a:latin typeface="Public Sans Web"/>
              </a:rPr>
              <a:t>10</a:t>
            </a:r>
            <a:r>
              <a:rPr lang="ja-JP" altLang="en-US" b="0" i="0">
                <a:solidFill>
                  <a:srgbClr val="58585B"/>
                </a:solidFill>
                <a:effectLst/>
                <a:latin typeface="Public Sans Web"/>
              </a:rPr>
              <a:t>月に年間最大になる。</a:t>
            </a:r>
          </a:p>
          <a:p>
            <a:pPr algn="l"/>
            <a:r>
              <a:rPr lang="ja-JP" altLang="en-US" b="0" i="0">
                <a:solidFill>
                  <a:srgbClr val="000000"/>
                </a:solidFill>
                <a:effectLst/>
                <a:latin typeface="Public Sans Web"/>
              </a:rPr>
              <a:t>クレジット</a:t>
            </a:r>
            <a:r>
              <a:rPr lang="en-US" altLang="ja-JP" b="0" i="0">
                <a:solidFill>
                  <a:srgbClr val="000000"/>
                </a:solidFill>
                <a:effectLst/>
                <a:latin typeface="Public Sans Web"/>
              </a:rPr>
              <a:t>NASA/NASA Ozone Watch/Katy Mersmann</a:t>
            </a:r>
          </a:p>
        </p:txBody>
      </p:sp>
      <p:sp>
        <p:nvSpPr>
          <p:cNvPr id="9" name="テキスト ボックス 8">
            <a:extLst>
              <a:ext uri="{FF2B5EF4-FFF2-40B4-BE49-F238E27FC236}">
                <a16:creationId xmlns:a16="http://schemas.microsoft.com/office/drawing/2014/main" id="{D8DACC5D-4273-1038-8297-FA3BD3B863E5}"/>
              </a:ext>
            </a:extLst>
          </p:cNvPr>
          <p:cNvSpPr txBox="1"/>
          <p:nvPr/>
        </p:nvSpPr>
        <p:spPr>
          <a:xfrm>
            <a:off x="52388" y="1589088"/>
            <a:ext cx="5133975" cy="369332"/>
          </a:xfrm>
          <a:prstGeom prst="rect">
            <a:avLst/>
          </a:prstGeom>
          <a:noFill/>
        </p:spPr>
        <p:txBody>
          <a:bodyPr wrap="square" rtlCol="0">
            <a:spAutoFit/>
          </a:bodyPr>
          <a:lstStyle/>
          <a:p>
            <a:r>
              <a:rPr kumimoji="1" lang="ja-JP" altLang="en-US"/>
              <a:t>南極域のオゾン濃度の低い領域：オゾンホール</a:t>
            </a:r>
          </a:p>
        </p:txBody>
      </p:sp>
      <p:sp>
        <p:nvSpPr>
          <p:cNvPr id="2" name="Text 4">
            <a:extLst>
              <a:ext uri="{FF2B5EF4-FFF2-40B4-BE49-F238E27FC236}">
                <a16:creationId xmlns:a16="http://schemas.microsoft.com/office/drawing/2014/main" id="{512C9420-45C5-EFCC-3D42-CB6527500F17}"/>
              </a:ext>
            </a:extLst>
          </p:cNvPr>
          <p:cNvSpPr/>
          <p:nvPr/>
        </p:nvSpPr>
        <p:spPr>
          <a:xfrm>
            <a:off x="6842128" y="1006940"/>
            <a:ext cx="5879592" cy="2286000"/>
          </a:xfrm>
          <a:prstGeom prst="rect">
            <a:avLst/>
          </a:prstGeom>
          <a:noFill/>
          <a:ln/>
        </p:spPr>
        <p:txBody>
          <a:bodyPr wrap="square" rtlCol="0" anchor="t"/>
          <a:lstStyle/>
          <a:p>
            <a:pPr marL="0" indent="0" algn="l">
              <a:lnSpc>
                <a:spcPct val="135000"/>
              </a:lnSpc>
              <a:spcAft>
                <a:spcPts val="600"/>
              </a:spcAft>
              <a:buNone/>
            </a:pPr>
            <a:r>
              <a:rPr lang="en-US" sz="1200" dirty="0">
                <a:solidFill>
                  <a:srgbClr val="2C3E50"/>
                </a:solidFill>
                <a:latin typeface="Meiryo" pitchFamily="34" charset="0"/>
                <a:ea typeface="Meiryo" pitchFamily="34" charset="-122"/>
                <a:cs typeface="Meiryo" pitchFamily="34" charset="-120"/>
              </a:rPr>
              <a:t>▸ 南極上空の</a:t>
            </a:r>
            <a:r>
              <a:rPr lang="en-US" sz="1200" b="1" dirty="0">
                <a:solidFill>
                  <a:srgbClr val="1A5276"/>
                </a:solidFill>
                <a:latin typeface="Meiryo" pitchFamily="34" charset="0"/>
                <a:ea typeface="Meiryo" pitchFamily="34" charset="-122"/>
                <a:cs typeface="Meiryo" pitchFamily="34" charset="-120"/>
              </a:rPr>
              <a:t>春</a:t>
            </a:r>
            <a:r>
              <a:rPr lang="en-US" sz="1200" dirty="0">
                <a:solidFill>
                  <a:srgbClr val="2C3E50"/>
                </a:solidFill>
                <a:latin typeface="Meiryo" pitchFamily="34" charset="0"/>
                <a:ea typeface="Meiryo" pitchFamily="34" charset="-122"/>
                <a:cs typeface="Meiryo" pitchFamily="34" charset="-120"/>
              </a:rPr>
              <a:t>（9–10月）に出現</a:t>
            </a:r>
            <a:endParaRPr lang="en-US" sz="1200" dirty="0"/>
          </a:p>
          <a:p>
            <a:pPr marL="0" indent="0" algn="l">
              <a:lnSpc>
                <a:spcPct val="135000"/>
              </a:lnSpc>
              <a:spcAft>
                <a:spcPts val="600"/>
              </a:spcAft>
              <a:buNone/>
            </a:pPr>
            <a:r>
              <a:rPr lang="en-US" sz="1200" dirty="0">
                <a:solidFill>
                  <a:srgbClr val="2C3E50"/>
                </a:solidFill>
                <a:latin typeface="Meiryo" pitchFamily="34" charset="0"/>
                <a:ea typeface="Meiryo" pitchFamily="34" charset="-122"/>
                <a:cs typeface="Meiryo" pitchFamily="34" charset="-120"/>
              </a:rPr>
              <a:t>▸ 定義: 全オゾン量が </a:t>
            </a:r>
            <a:r>
              <a:rPr lang="en-US" sz="1200" b="1" dirty="0">
                <a:solidFill>
                  <a:srgbClr val="1A5276"/>
                </a:solidFill>
                <a:latin typeface="Meiryo" pitchFamily="34" charset="0"/>
                <a:ea typeface="Meiryo" pitchFamily="34" charset="-122"/>
                <a:cs typeface="Meiryo" pitchFamily="34" charset="-120"/>
              </a:rPr>
              <a:t>220 m atm-cm</a:t>
            </a:r>
            <a:r>
              <a:rPr lang="en-US" sz="1200" dirty="0">
                <a:solidFill>
                  <a:srgbClr val="2C3E50"/>
                </a:solidFill>
                <a:latin typeface="Meiryo" pitchFamily="34" charset="0"/>
                <a:ea typeface="Meiryo" pitchFamily="34" charset="-122"/>
                <a:cs typeface="Meiryo" pitchFamily="34" charset="-120"/>
              </a:rPr>
              <a:t> 以下の領域</a:t>
            </a:r>
            <a:endParaRPr lang="en-US" sz="1200" dirty="0"/>
          </a:p>
          <a:p>
            <a:pPr marL="0" indent="0" algn="l">
              <a:lnSpc>
                <a:spcPct val="135000"/>
              </a:lnSpc>
              <a:spcAft>
                <a:spcPts val="600"/>
              </a:spcAft>
              <a:buNone/>
            </a:pPr>
            <a:r>
              <a:rPr lang="en-US" sz="1200" dirty="0">
                <a:solidFill>
                  <a:srgbClr val="2C3E50"/>
                </a:solidFill>
                <a:latin typeface="Meiryo" pitchFamily="34" charset="0"/>
                <a:ea typeface="Meiryo" pitchFamily="34" charset="-122"/>
                <a:cs typeface="Meiryo" pitchFamily="34" charset="-120"/>
              </a:rPr>
              <a:t>▸ 原因: </a:t>
            </a:r>
            <a:r>
              <a:rPr lang="en-US" sz="1200" b="1" dirty="0">
                <a:solidFill>
                  <a:srgbClr val="1A5276"/>
                </a:solidFill>
                <a:latin typeface="Meiryo" pitchFamily="34" charset="0"/>
                <a:ea typeface="Meiryo" pitchFamily="34" charset="-122"/>
                <a:cs typeface="Meiryo" pitchFamily="34" charset="-120"/>
              </a:rPr>
              <a:t>極成層圏雲（PSC）</a:t>
            </a:r>
            <a:r>
              <a:rPr lang="en-US" sz="1200" dirty="0">
                <a:solidFill>
                  <a:srgbClr val="2C3E50"/>
                </a:solidFill>
                <a:latin typeface="Meiryo" pitchFamily="34" charset="0"/>
                <a:ea typeface="Meiryo" pitchFamily="34" charset="-122"/>
                <a:cs typeface="Meiryo" pitchFamily="34" charset="-120"/>
              </a:rPr>
              <a:t>表面でClが活性化</a:t>
            </a:r>
            <a:endParaRPr lang="en-US" sz="1200" dirty="0"/>
          </a:p>
        </p:txBody>
      </p:sp>
      <p:sp>
        <p:nvSpPr>
          <p:cNvPr id="4" name="Text 0">
            <a:extLst>
              <a:ext uri="{FF2B5EF4-FFF2-40B4-BE49-F238E27FC236}">
                <a16:creationId xmlns:a16="http://schemas.microsoft.com/office/drawing/2014/main" id="{F7A34AC1-8331-5BE1-E762-177CBCD1FE5A}"/>
              </a:ext>
            </a:extLst>
          </p:cNvPr>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C-1. オゾンホール — 南極上空で何が起きているか</a:t>
            </a:r>
            <a:endParaRPr lang="en-US" sz="2600" dirty="0"/>
          </a:p>
        </p:txBody>
      </p:sp>
      <p:sp>
        <p:nvSpPr>
          <p:cNvPr id="6" name="Shape 1">
            <a:extLst>
              <a:ext uri="{FF2B5EF4-FFF2-40B4-BE49-F238E27FC236}">
                <a16:creationId xmlns:a16="http://schemas.microsoft.com/office/drawing/2014/main" id="{30A2C5AF-7708-8C4D-63F1-B25DCA8C0EEA}"/>
              </a:ext>
            </a:extLst>
          </p:cNvPr>
          <p:cNvSpPr/>
          <p:nvPr/>
        </p:nvSpPr>
        <p:spPr>
          <a:xfrm>
            <a:off x="411480" y="950976"/>
            <a:ext cx="11365992" cy="22860"/>
          </a:xfrm>
          <a:prstGeom prst="rect">
            <a:avLst/>
          </a:prstGeom>
          <a:solidFill>
            <a:srgbClr val="2980B9"/>
          </a:solidFill>
          <a:ln/>
        </p:spPr>
        <p:txBody>
          <a:bodyPr/>
          <a:lstStyle/>
          <a:p>
            <a:endParaRPr lang="ja-JP" altLang="en-US"/>
          </a:p>
        </p:txBody>
      </p:sp>
    </p:spTree>
    <p:extLst>
      <p:ext uri="{BB962C8B-B14F-4D97-AF65-F5344CB8AC3E}">
        <p14:creationId xmlns:p14="http://schemas.microsoft.com/office/powerpoint/2010/main" val="33535708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340509" y="236392"/>
            <a:ext cx="11701120" cy="1496695"/>
          </a:xfrm>
        </p:spPr>
        <p:txBody>
          <a:bodyPr>
            <a:normAutofit/>
          </a:bodyPr>
          <a:lstStyle/>
          <a:p>
            <a:r>
              <a:rPr lang="en-US" altLang="ja-JP" sz="2400" dirty="0"/>
              <a:t>1974</a:t>
            </a:r>
            <a:r>
              <a:rPr lang="ja-JP" altLang="en-US" sz="2400" dirty="0"/>
              <a:t>年、米国カリフォルニア大学</a:t>
            </a:r>
            <a:r>
              <a:rPr lang="ja-JP" altLang="en-US" sz="2400"/>
              <a:t>のローランド（</a:t>
            </a:r>
            <a:r>
              <a:rPr lang="en-US" altLang="ja-JP" sz="2400"/>
              <a:t>1927-2012</a:t>
            </a:r>
            <a:r>
              <a:rPr lang="ja-JP" altLang="en-US" sz="2400"/>
              <a:t>）とモリーナ（</a:t>
            </a:r>
            <a:r>
              <a:rPr lang="en-US" altLang="ja-JP" sz="2400"/>
              <a:t>1943-2020</a:t>
            </a:r>
            <a:r>
              <a:rPr lang="ja-JP" altLang="en-US" sz="2400"/>
              <a:t>）</a:t>
            </a:r>
            <a:r>
              <a:rPr lang="ja-JP" altLang="en-US" sz="2400" dirty="0"/>
              <a:t>が、上部成層圏（高度約</a:t>
            </a:r>
            <a:r>
              <a:rPr lang="en-US" altLang="ja-JP" sz="2400" dirty="0"/>
              <a:t>40km</a:t>
            </a:r>
            <a:r>
              <a:rPr lang="ja-JP" altLang="en-US" sz="2400" dirty="0"/>
              <a:t>）でのフロンによるオゾン破壊の可能性を、初めて指摘した。</a:t>
            </a:r>
            <a:endParaRPr kumimoji="1" lang="ja-JP" altLang="en-US" sz="2400" dirty="0"/>
          </a:p>
        </p:txBody>
      </p:sp>
      <p:pic>
        <p:nvPicPr>
          <p:cNvPr id="7" name="図 6"/>
          <p:cNvPicPr>
            <a:picLocks noChangeAspect="1"/>
          </p:cNvPicPr>
          <p:nvPr/>
        </p:nvPicPr>
        <p:blipFill>
          <a:blip r:embed="rId2"/>
          <a:stretch>
            <a:fillRect/>
          </a:stretch>
        </p:blipFill>
        <p:spPr>
          <a:xfrm>
            <a:off x="150371" y="1371892"/>
            <a:ext cx="9245748" cy="5095731"/>
          </a:xfrm>
          <a:prstGeom prst="rect">
            <a:avLst/>
          </a:prstGeom>
        </p:spPr>
      </p:pic>
      <p:sp>
        <p:nvSpPr>
          <p:cNvPr id="2" name="テキスト ボックス 1">
            <a:extLst>
              <a:ext uri="{FF2B5EF4-FFF2-40B4-BE49-F238E27FC236}">
                <a16:creationId xmlns:a16="http://schemas.microsoft.com/office/drawing/2014/main" id="{2C2B0EBC-FDFE-14C9-BCD1-161802E6B174}"/>
              </a:ext>
            </a:extLst>
          </p:cNvPr>
          <p:cNvSpPr txBox="1"/>
          <p:nvPr/>
        </p:nvSpPr>
        <p:spPr>
          <a:xfrm>
            <a:off x="9785717" y="1230757"/>
            <a:ext cx="2700992" cy="307777"/>
          </a:xfrm>
          <a:prstGeom prst="rect">
            <a:avLst/>
          </a:prstGeom>
          <a:noFill/>
        </p:spPr>
        <p:txBody>
          <a:bodyPr wrap="square" rtlCol="0">
            <a:spAutoFit/>
          </a:bodyPr>
          <a:lstStyle/>
          <a:p>
            <a:r>
              <a:rPr kumimoji="1" lang="en-US" altLang="ja-JP" sz="1400"/>
              <a:t>1995</a:t>
            </a:r>
            <a:r>
              <a:rPr kumimoji="1" lang="ja-JP" altLang="en-US" sz="1400"/>
              <a:t>年ノーベル化学賞</a:t>
            </a:r>
          </a:p>
        </p:txBody>
      </p:sp>
      <p:sp>
        <p:nvSpPr>
          <p:cNvPr id="8" name="テキスト ボックス 7">
            <a:extLst>
              <a:ext uri="{FF2B5EF4-FFF2-40B4-BE49-F238E27FC236}">
                <a16:creationId xmlns:a16="http://schemas.microsoft.com/office/drawing/2014/main" id="{E29A3BAD-3867-794B-C4A7-5695D142599E}"/>
              </a:ext>
            </a:extLst>
          </p:cNvPr>
          <p:cNvSpPr txBox="1"/>
          <p:nvPr/>
        </p:nvSpPr>
        <p:spPr>
          <a:xfrm>
            <a:off x="9396119" y="6106427"/>
            <a:ext cx="2861990" cy="769441"/>
          </a:xfrm>
          <a:prstGeom prst="rect">
            <a:avLst/>
          </a:prstGeom>
          <a:noFill/>
        </p:spPr>
        <p:txBody>
          <a:bodyPr wrap="square">
            <a:spAutoFit/>
          </a:bodyPr>
          <a:lstStyle/>
          <a:p>
            <a:r>
              <a:rPr lang="en-US" altLang="ja-JP" sz="1100" b="1">
                <a:solidFill>
                  <a:schemeClr val="tx1">
                    <a:lumMod val="65000"/>
                    <a:lumOff val="35000"/>
                  </a:schemeClr>
                </a:solidFill>
              </a:rPr>
              <a:t>Mario Molina</a:t>
            </a:r>
            <a:r>
              <a:rPr lang="en-US" altLang="ja-JP" sz="1100">
                <a:solidFill>
                  <a:schemeClr val="tx1">
                    <a:lumMod val="65000"/>
                    <a:lumOff val="35000"/>
                  </a:schemeClr>
                </a:solidFill>
              </a:rPr>
              <a:t>, at the Nobel Laurate Globalsymposium 2011, at Vetenskapsakademien in Stockholm, discussing climate change. Photo by Janwikifoto</a:t>
            </a:r>
            <a:endParaRPr lang="ja-JP" altLang="en-US" sz="1100">
              <a:solidFill>
                <a:schemeClr val="tx1">
                  <a:lumMod val="65000"/>
                  <a:lumOff val="35000"/>
                </a:schemeClr>
              </a:solidFill>
            </a:endParaRPr>
          </a:p>
        </p:txBody>
      </p:sp>
      <p:sp>
        <p:nvSpPr>
          <p:cNvPr id="9" name="テキスト ボックス 8">
            <a:extLst>
              <a:ext uri="{FF2B5EF4-FFF2-40B4-BE49-F238E27FC236}">
                <a16:creationId xmlns:a16="http://schemas.microsoft.com/office/drawing/2014/main" id="{277F9921-999B-54D0-1FF0-3F8E1BA22DD5}"/>
              </a:ext>
            </a:extLst>
          </p:cNvPr>
          <p:cNvSpPr txBox="1"/>
          <p:nvPr/>
        </p:nvSpPr>
        <p:spPr>
          <a:xfrm>
            <a:off x="141051" y="6607599"/>
            <a:ext cx="4105073" cy="307777"/>
          </a:xfrm>
          <a:prstGeom prst="rect">
            <a:avLst/>
          </a:prstGeom>
          <a:noFill/>
        </p:spPr>
        <p:txBody>
          <a:bodyPr wrap="square" rtlCol="0">
            <a:spAutoFit/>
          </a:bodyPr>
          <a:lstStyle/>
          <a:p>
            <a:r>
              <a:rPr kumimoji="1" lang="ja-JP" altLang="en-US" sz="1400"/>
              <a:t>気象庁　フロンによるオゾン層の破壊</a:t>
            </a:r>
          </a:p>
        </p:txBody>
      </p:sp>
      <p:pic>
        <p:nvPicPr>
          <p:cNvPr id="1026" name="Picture 2">
            <a:extLst>
              <a:ext uri="{FF2B5EF4-FFF2-40B4-BE49-F238E27FC236}">
                <a16:creationId xmlns:a16="http://schemas.microsoft.com/office/drawing/2014/main" id="{AC484B25-178C-DD2C-B1D2-07EBABDA07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2603" y="4157185"/>
            <a:ext cx="1463807" cy="195418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ndefined">
            <a:extLst>
              <a:ext uri="{FF2B5EF4-FFF2-40B4-BE49-F238E27FC236}">
                <a16:creationId xmlns:a16="http://schemas.microsoft.com/office/drawing/2014/main" id="{2C4898E5-93B1-D1FA-A310-99904CE3B1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07126" y="1573848"/>
            <a:ext cx="1423496" cy="1709216"/>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ボックス 10">
            <a:extLst>
              <a:ext uri="{FF2B5EF4-FFF2-40B4-BE49-F238E27FC236}">
                <a16:creationId xmlns:a16="http://schemas.microsoft.com/office/drawing/2014/main" id="{83BC5934-A9AD-8B93-B70F-0D0915A456B0}"/>
              </a:ext>
            </a:extLst>
          </p:cNvPr>
          <p:cNvSpPr txBox="1"/>
          <p:nvPr/>
        </p:nvSpPr>
        <p:spPr>
          <a:xfrm>
            <a:off x="9686564" y="3335404"/>
            <a:ext cx="2355065" cy="769441"/>
          </a:xfrm>
          <a:prstGeom prst="rect">
            <a:avLst/>
          </a:prstGeom>
          <a:noFill/>
        </p:spPr>
        <p:txBody>
          <a:bodyPr wrap="square">
            <a:spAutoFit/>
          </a:bodyPr>
          <a:lstStyle/>
          <a:p>
            <a:r>
              <a:rPr lang="en-US" altLang="ja-JP" sz="1100" b="1">
                <a:solidFill>
                  <a:schemeClr val="tx1">
                    <a:lumMod val="65000"/>
                    <a:lumOff val="35000"/>
                  </a:schemeClr>
                </a:solidFill>
              </a:rPr>
              <a:t>Frank Sherwood Rowland</a:t>
            </a:r>
            <a:r>
              <a:rPr lang="en-US" altLang="ja-JP" sz="1100">
                <a:solidFill>
                  <a:schemeClr val="tx1">
                    <a:lumMod val="65000"/>
                    <a:lumOff val="35000"/>
                  </a:schemeClr>
                </a:solidFill>
              </a:rPr>
              <a:t>, at the inaugural World Science Summit in New York City, MAa 2008.</a:t>
            </a:r>
            <a:r>
              <a:rPr lang="ja-JP" altLang="en-US" sz="1100">
                <a:solidFill>
                  <a:schemeClr val="tx1">
                    <a:lumMod val="65000"/>
                    <a:lumOff val="35000"/>
                  </a:schemeClr>
                </a:solidFill>
              </a:rPr>
              <a:t>　</a:t>
            </a:r>
            <a:r>
              <a:rPr lang="en-US" altLang="ja-JP" sz="1100">
                <a:solidFill>
                  <a:schemeClr val="tx1">
                    <a:lumMod val="65000"/>
                    <a:lumOff val="35000"/>
                  </a:schemeClr>
                </a:solidFill>
              </a:rPr>
              <a:t>Photo by</a:t>
            </a:r>
            <a:r>
              <a:rPr lang="ja-JP" altLang="en-US" sz="1100">
                <a:solidFill>
                  <a:schemeClr val="tx1">
                    <a:lumMod val="65000"/>
                    <a:lumOff val="35000"/>
                  </a:schemeClr>
                </a:solidFill>
              </a:rPr>
              <a:t> </a:t>
            </a:r>
            <a:r>
              <a:rPr lang="en-US" altLang="ja-JP" sz="1100">
                <a:solidFill>
                  <a:schemeClr val="tx1">
                    <a:lumMod val="65000"/>
                    <a:lumOff val="35000"/>
                  </a:schemeClr>
                </a:solidFill>
              </a:rPr>
              <a:t>Markus Pössel</a:t>
            </a:r>
            <a:endParaRPr lang="ja-JP" altLang="en-US" sz="1100">
              <a:solidFill>
                <a:schemeClr val="tx1">
                  <a:lumMod val="65000"/>
                  <a:lumOff val="35000"/>
                </a:schemeClr>
              </a:solidFill>
            </a:endParaRPr>
          </a:p>
        </p:txBody>
      </p:sp>
    </p:spTree>
    <p:extLst>
      <p:ext uri="{BB962C8B-B14F-4D97-AF65-F5344CB8AC3E}">
        <p14:creationId xmlns:p14="http://schemas.microsoft.com/office/powerpoint/2010/main" val="31111359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C-1. オゾンの生成と分解（Chapman機構）</a:t>
            </a:r>
            <a:endParaRPr lang="en-US" sz="2600" dirty="0"/>
          </a:p>
        </p:txBody>
      </p:sp>
      <p:sp>
        <p:nvSpPr>
          <p:cNvPr id="15" name="テキスト ボックス 14">
            <a:extLst>
              <a:ext uri="{FF2B5EF4-FFF2-40B4-BE49-F238E27FC236}">
                <a16:creationId xmlns:a16="http://schemas.microsoft.com/office/drawing/2014/main" id="{B59E9B1E-A9D8-507D-B806-0A447AC1A7A3}"/>
              </a:ext>
            </a:extLst>
          </p:cNvPr>
          <p:cNvSpPr txBox="1"/>
          <p:nvPr/>
        </p:nvSpPr>
        <p:spPr>
          <a:xfrm>
            <a:off x="0" y="6307574"/>
            <a:ext cx="7210425" cy="523220"/>
          </a:xfrm>
          <a:prstGeom prst="rect">
            <a:avLst/>
          </a:prstGeom>
          <a:noFill/>
        </p:spPr>
        <p:txBody>
          <a:bodyPr wrap="square">
            <a:spAutoFit/>
          </a:bodyPr>
          <a:lstStyle/>
          <a:p>
            <a:r>
              <a:rPr lang="ja-JP" altLang="en-US" sz="1400" b="1" dirty="0"/>
              <a:t>「オゾン層の破壊」とはどんなことですか？三菱電機ビルソリューションジャーナル</a:t>
            </a:r>
          </a:p>
          <a:p>
            <a:r>
              <a:rPr lang="ja-JP" altLang="en-US" sz="1400" dirty="0"/>
              <a:t>https://www.mebs.co.jp/useful/technology/ozone.html</a:t>
            </a:r>
          </a:p>
        </p:txBody>
      </p:sp>
      <p:pic>
        <p:nvPicPr>
          <p:cNvPr id="17" name="図 16" descr="The diagram illustrates the mechanism of ozone depletion caused by chlorine, showing how chlorine atoms, released from chlorofluorocarbons (CFCs), react with ozone, leading to a chain reaction that depletes the ozone layer.&#10;&#10;AI 生成コンテンツは誤りを含む可能性があります。">
            <a:extLst>
              <a:ext uri="{FF2B5EF4-FFF2-40B4-BE49-F238E27FC236}">
                <a16:creationId xmlns:a16="http://schemas.microsoft.com/office/drawing/2014/main" id="{08305A0D-1A29-212E-61B7-956F7EEA1549}"/>
              </a:ext>
            </a:extLst>
          </p:cNvPr>
          <p:cNvPicPr>
            <a:picLocks noChangeAspect="1"/>
          </p:cNvPicPr>
          <p:nvPr/>
        </p:nvPicPr>
        <p:blipFill>
          <a:blip r:embed="rId3"/>
          <a:stretch>
            <a:fillRect/>
          </a:stretch>
        </p:blipFill>
        <p:spPr>
          <a:xfrm>
            <a:off x="208995" y="1057063"/>
            <a:ext cx="11766446" cy="4486487"/>
          </a:xfrm>
          <a:prstGeom prst="rect">
            <a:avLst/>
          </a:prstGeom>
        </p:spPr>
      </p:pic>
      <p:sp>
        <p:nvSpPr>
          <p:cNvPr id="18" name="Shape 8">
            <a:extLst>
              <a:ext uri="{FF2B5EF4-FFF2-40B4-BE49-F238E27FC236}">
                <a16:creationId xmlns:a16="http://schemas.microsoft.com/office/drawing/2014/main" id="{BDAF756A-E016-7A32-B520-A31DEDD618CC}"/>
              </a:ext>
            </a:extLst>
          </p:cNvPr>
          <p:cNvSpPr/>
          <p:nvPr/>
        </p:nvSpPr>
        <p:spPr>
          <a:xfrm>
            <a:off x="7210425" y="5196078"/>
            <a:ext cx="4673576" cy="1444752"/>
          </a:xfrm>
          <a:prstGeom prst="rect">
            <a:avLst/>
          </a:prstGeom>
          <a:solidFill>
            <a:srgbClr val="FDEDEC"/>
          </a:solidFill>
          <a:ln/>
        </p:spPr>
        <p:txBody>
          <a:bodyPr/>
          <a:lstStyle/>
          <a:p>
            <a:endParaRPr lang="ja-JP" altLang="en-US" sz="3200"/>
          </a:p>
        </p:txBody>
      </p:sp>
      <p:sp>
        <p:nvSpPr>
          <p:cNvPr id="19" name="Shape 9">
            <a:extLst>
              <a:ext uri="{FF2B5EF4-FFF2-40B4-BE49-F238E27FC236}">
                <a16:creationId xmlns:a16="http://schemas.microsoft.com/office/drawing/2014/main" id="{12818B7E-ED67-4E67-B09E-B542FA400219}"/>
              </a:ext>
            </a:extLst>
          </p:cNvPr>
          <p:cNvSpPr/>
          <p:nvPr/>
        </p:nvSpPr>
        <p:spPr>
          <a:xfrm>
            <a:off x="7210425" y="5196078"/>
            <a:ext cx="164592" cy="1444752"/>
          </a:xfrm>
          <a:prstGeom prst="rect">
            <a:avLst/>
          </a:prstGeom>
          <a:solidFill>
            <a:srgbClr val="C0392B"/>
          </a:solidFill>
          <a:ln/>
        </p:spPr>
        <p:txBody>
          <a:bodyPr/>
          <a:lstStyle/>
          <a:p>
            <a:endParaRPr lang="ja-JP" altLang="en-US"/>
          </a:p>
        </p:txBody>
      </p:sp>
      <p:sp>
        <p:nvSpPr>
          <p:cNvPr id="20" name="Text 10">
            <a:extLst>
              <a:ext uri="{FF2B5EF4-FFF2-40B4-BE49-F238E27FC236}">
                <a16:creationId xmlns:a16="http://schemas.microsoft.com/office/drawing/2014/main" id="{6FD725D2-9DB8-6CCF-BEFB-A951EA075BBF}"/>
              </a:ext>
            </a:extLst>
          </p:cNvPr>
          <p:cNvSpPr/>
          <p:nvPr/>
        </p:nvSpPr>
        <p:spPr>
          <a:xfrm>
            <a:off x="7375017" y="5250942"/>
            <a:ext cx="5605272" cy="292608"/>
          </a:xfrm>
          <a:prstGeom prst="rect">
            <a:avLst/>
          </a:prstGeom>
          <a:noFill/>
          <a:ln/>
        </p:spPr>
        <p:txBody>
          <a:bodyPr wrap="square" rtlCol="0" anchor="ctr"/>
          <a:lstStyle/>
          <a:p>
            <a:pPr marL="0" indent="0">
              <a:buNone/>
            </a:pPr>
            <a:r>
              <a:rPr lang="en-US" b="1" dirty="0">
                <a:solidFill>
                  <a:srgbClr val="C0392B"/>
                </a:solidFill>
                <a:latin typeface="Meiryo" pitchFamily="34" charset="0"/>
                <a:ea typeface="Meiryo" pitchFamily="34" charset="-122"/>
                <a:cs typeface="Meiryo" pitchFamily="34" charset="-120"/>
              </a:rPr>
              <a:t>触媒として機能</a:t>
            </a:r>
            <a:endParaRPr lang="en-US" dirty="0"/>
          </a:p>
        </p:txBody>
      </p:sp>
      <p:sp>
        <p:nvSpPr>
          <p:cNvPr id="21" name="Text 11">
            <a:extLst>
              <a:ext uri="{FF2B5EF4-FFF2-40B4-BE49-F238E27FC236}">
                <a16:creationId xmlns:a16="http://schemas.microsoft.com/office/drawing/2014/main" id="{7A276BE7-B095-0B6A-88F3-2ED95F1BA115}"/>
              </a:ext>
            </a:extLst>
          </p:cNvPr>
          <p:cNvSpPr/>
          <p:nvPr/>
        </p:nvSpPr>
        <p:spPr>
          <a:xfrm>
            <a:off x="7375017" y="5534406"/>
            <a:ext cx="5605272" cy="144475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Yu Gothic" pitchFamily="34" charset="0"/>
                <a:ea typeface="Meiryo" pitchFamily="34" charset="-122"/>
                <a:cs typeface="Meiryo" pitchFamily="34" charset="-120"/>
              </a:rPr>
              <a:t>Cl·は消費されない → 1個のCl·が</a:t>
            </a:r>
          </a:p>
          <a:p>
            <a:pPr marL="0" indent="0" algn="l">
              <a:lnSpc>
                <a:spcPct val="130000"/>
              </a:lnSpc>
              <a:spcAft>
                <a:spcPts val="400"/>
              </a:spcAft>
              <a:buNone/>
            </a:pPr>
            <a:r>
              <a:rPr lang="en-US" sz="2000" b="1" dirty="0">
                <a:solidFill>
                  <a:srgbClr val="C0392B"/>
                </a:solidFill>
                <a:latin typeface="Meiryo" pitchFamily="34" charset="0"/>
                <a:ea typeface="Meiryo" pitchFamily="34" charset="-122"/>
                <a:cs typeface="Meiryo" pitchFamily="34" charset="-120"/>
              </a:rPr>
              <a:t>約10万個</a:t>
            </a:r>
            <a:r>
              <a:rPr lang="en-US" sz="2000" dirty="0">
                <a:solidFill>
                  <a:srgbClr val="2C3E50"/>
                </a:solidFill>
                <a:latin typeface="Meiryo" pitchFamily="34" charset="0"/>
                <a:ea typeface="Meiryo" pitchFamily="34" charset="-122"/>
                <a:cs typeface="Meiryo" pitchFamily="34" charset="-120"/>
              </a:rPr>
              <a:t>のO₃を破壊する</a:t>
            </a:r>
            <a:endParaRPr lang="en-US" sz="2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20E9D2F-9FA2-FF40-C530-7A0C600A185A}"/>
              </a:ext>
            </a:extLst>
          </p:cNvPr>
          <p:cNvSpPr txBox="1"/>
          <p:nvPr/>
        </p:nvSpPr>
        <p:spPr>
          <a:xfrm>
            <a:off x="134844" y="136455"/>
            <a:ext cx="12057156" cy="830997"/>
          </a:xfrm>
          <a:prstGeom prst="rect">
            <a:avLst/>
          </a:prstGeom>
          <a:noFill/>
        </p:spPr>
        <p:txBody>
          <a:bodyPr wrap="square" rtlCol="0">
            <a:spAutoFit/>
          </a:bodyPr>
          <a:lstStyle/>
          <a:p>
            <a:r>
              <a:rPr kumimoji="1" lang="ja-JP" altLang="en-US" sz="4800">
                <a:latin typeface="+mn-ea"/>
              </a:rPr>
              <a:t>特定フロン</a:t>
            </a:r>
            <a:r>
              <a:rPr kumimoji="1" lang="en-US" altLang="ja-JP" sz="4800">
                <a:latin typeface="+mn-ea"/>
              </a:rPr>
              <a:t>CFC</a:t>
            </a:r>
            <a:r>
              <a:rPr kumimoji="1" lang="ja-JP" altLang="en-US" sz="4800">
                <a:latin typeface="+mn-ea"/>
              </a:rPr>
              <a:t>・</a:t>
            </a:r>
            <a:r>
              <a:rPr kumimoji="1" lang="en-US" altLang="ja-JP" sz="4800">
                <a:latin typeface="+mn-ea"/>
              </a:rPr>
              <a:t>HCFC</a:t>
            </a:r>
            <a:r>
              <a:rPr kumimoji="1" lang="ja-JP" altLang="en-US" sz="4800">
                <a:latin typeface="+mn-ea"/>
              </a:rPr>
              <a:t>→代替フロン</a:t>
            </a:r>
            <a:r>
              <a:rPr kumimoji="1" lang="en-US" altLang="ja-JP" sz="4800">
                <a:latin typeface="+mn-ea"/>
              </a:rPr>
              <a:t>HFC</a:t>
            </a:r>
            <a:endParaRPr kumimoji="1" lang="ja-JP" altLang="en-US" sz="4800">
              <a:latin typeface="+mn-ea"/>
            </a:endParaRPr>
          </a:p>
        </p:txBody>
      </p:sp>
      <p:sp>
        <p:nvSpPr>
          <p:cNvPr id="13" name="テキスト ボックス 12">
            <a:extLst>
              <a:ext uri="{FF2B5EF4-FFF2-40B4-BE49-F238E27FC236}">
                <a16:creationId xmlns:a16="http://schemas.microsoft.com/office/drawing/2014/main" id="{3E3DCBDF-13EC-C90D-CB3B-DCAEAD44DEB6}"/>
              </a:ext>
            </a:extLst>
          </p:cNvPr>
          <p:cNvSpPr txBox="1"/>
          <p:nvPr/>
        </p:nvSpPr>
        <p:spPr>
          <a:xfrm>
            <a:off x="204107" y="1202249"/>
            <a:ext cx="7990114" cy="369332"/>
          </a:xfrm>
          <a:prstGeom prst="rect">
            <a:avLst/>
          </a:prstGeom>
          <a:noFill/>
        </p:spPr>
        <p:txBody>
          <a:bodyPr wrap="square">
            <a:spAutoFit/>
          </a:bodyPr>
          <a:lstStyle/>
          <a:p>
            <a:r>
              <a:rPr lang="ja-JP" altLang="en-US"/>
              <a:t>化学的、熱的に極めて安定で、且つ不燃性で冷媒として優れた性能</a:t>
            </a:r>
            <a:endParaRPr lang="en-US" altLang="ja-JP"/>
          </a:p>
        </p:txBody>
      </p:sp>
      <p:pic>
        <p:nvPicPr>
          <p:cNvPr id="7" name="図 6" descr="The image displays a series of chemical structures, primarily representing different halogenated hydrocarbons and their structural formulas.&#10;&#10;AI 生成コンテンツは誤りを含む可能性があります。">
            <a:extLst>
              <a:ext uri="{FF2B5EF4-FFF2-40B4-BE49-F238E27FC236}">
                <a16:creationId xmlns:a16="http://schemas.microsoft.com/office/drawing/2014/main" id="{C9FB60DD-0894-4A37-2EF3-2469E5251FF7}"/>
              </a:ext>
            </a:extLst>
          </p:cNvPr>
          <p:cNvPicPr>
            <a:picLocks noChangeAspect="1"/>
          </p:cNvPicPr>
          <p:nvPr/>
        </p:nvPicPr>
        <p:blipFill>
          <a:blip r:embed="rId2"/>
          <a:stretch>
            <a:fillRect/>
          </a:stretch>
        </p:blipFill>
        <p:spPr>
          <a:xfrm>
            <a:off x="366031" y="1806378"/>
            <a:ext cx="11193835" cy="2995176"/>
          </a:xfrm>
          <a:prstGeom prst="rect">
            <a:avLst/>
          </a:prstGeom>
        </p:spPr>
      </p:pic>
      <p:sp>
        <p:nvSpPr>
          <p:cNvPr id="10" name="四角形: 角を丸くする 9">
            <a:extLst>
              <a:ext uri="{FF2B5EF4-FFF2-40B4-BE49-F238E27FC236}">
                <a16:creationId xmlns:a16="http://schemas.microsoft.com/office/drawing/2014/main" id="{9075FD87-9566-AB97-CD37-6EE427D111BA}"/>
              </a:ext>
            </a:extLst>
          </p:cNvPr>
          <p:cNvSpPr/>
          <p:nvPr/>
        </p:nvSpPr>
        <p:spPr>
          <a:xfrm>
            <a:off x="638175" y="2124075"/>
            <a:ext cx="1476375" cy="1933575"/>
          </a:xfrm>
          <a:prstGeom prst="round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5CE01358-E3A2-B8B1-6A43-23DFAEDE35C5}"/>
              </a:ext>
            </a:extLst>
          </p:cNvPr>
          <p:cNvSpPr/>
          <p:nvPr/>
        </p:nvSpPr>
        <p:spPr>
          <a:xfrm>
            <a:off x="2722789" y="2124074"/>
            <a:ext cx="1887311" cy="1933575"/>
          </a:xfrm>
          <a:prstGeom prst="round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17093F44-4395-75BC-734A-47F5B2352ABE}"/>
              </a:ext>
            </a:extLst>
          </p:cNvPr>
          <p:cNvSpPr/>
          <p:nvPr/>
        </p:nvSpPr>
        <p:spPr>
          <a:xfrm>
            <a:off x="9649423" y="2124073"/>
            <a:ext cx="1628177" cy="1933575"/>
          </a:xfrm>
          <a:prstGeom prst="round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55D0ED79-D96E-B4AB-DE42-648AEEE76464}"/>
              </a:ext>
            </a:extLst>
          </p:cNvPr>
          <p:cNvSpPr txBox="1"/>
          <p:nvPr/>
        </p:nvSpPr>
        <p:spPr>
          <a:xfrm>
            <a:off x="571500" y="5284001"/>
            <a:ext cx="11334750" cy="1200329"/>
          </a:xfrm>
          <a:prstGeom prst="rect">
            <a:avLst/>
          </a:prstGeom>
          <a:noFill/>
        </p:spPr>
        <p:txBody>
          <a:bodyPr wrap="square" rtlCol="0">
            <a:spAutoFit/>
          </a:bodyPr>
          <a:lstStyle/>
          <a:p>
            <a:r>
              <a:rPr kumimoji="1" lang="ja-JP" altLang="en-US" sz="2400" b="1" dirty="0">
                <a:solidFill>
                  <a:srgbClr val="C00000"/>
                </a:solidFill>
              </a:rPr>
              <a:t>塩素元素</a:t>
            </a:r>
            <a:r>
              <a:rPr kumimoji="1" lang="ja-JP" altLang="en-US" sz="2400" dirty="0"/>
              <a:t>がついていると、</a:t>
            </a:r>
            <a:r>
              <a:rPr kumimoji="1" lang="ja-JP" altLang="en-US" sz="2400" b="1" dirty="0">
                <a:solidFill>
                  <a:srgbClr val="C00000"/>
                </a:solidFill>
              </a:rPr>
              <a:t>オゾンが破壊</a:t>
            </a:r>
            <a:r>
              <a:rPr kumimoji="1" lang="ja-JP" altLang="en-US" sz="2400" dirty="0"/>
              <a:t>される。</a:t>
            </a:r>
            <a:endParaRPr kumimoji="1" lang="en-US" altLang="ja-JP" sz="2400" dirty="0"/>
          </a:p>
          <a:p>
            <a:r>
              <a:rPr kumimoji="1" lang="ja-JP" altLang="en-US" sz="2400" dirty="0"/>
              <a:t>塩素がついていないハイドロフルオロカーボン（</a:t>
            </a:r>
            <a:r>
              <a:rPr kumimoji="1" lang="en-US" altLang="ja-JP" sz="2400" dirty="0"/>
              <a:t>HFC</a:t>
            </a:r>
            <a:r>
              <a:rPr kumimoji="1" lang="ja-JP" altLang="en-US" sz="2400" dirty="0"/>
              <a:t>）であれば、オゾン層が破壊されないため、代替フロンとしてしようされてきたが、、、</a:t>
            </a:r>
          </a:p>
        </p:txBody>
      </p:sp>
    </p:spTree>
    <p:extLst>
      <p:ext uri="{BB962C8B-B14F-4D97-AF65-F5344CB8AC3E}">
        <p14:creationId xmlns:p14="http://schemas.microsoft.com/office/powerpoint/2010/main" val="9386315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AA4B40-C678-37FB-E08D-16E33B42A096}"/>
              </a:ext>
            </a:extLst>
          </p:cNvPr>
          <p:cNvSpPr>
            <a:spLocks noGrp="1"/>
          </p:cNvSpPr>
          <p:nvPr>
            <p:ph type="title"/>
          </p:nvPr>
        </p:nvSpPr>
        <p:spPr/>
        <p:txBody>
          <a:bodyPr/>
          <a:lstStyle/>
          <a:p>
            <a:endParaRPr kumimoji="1" lang="ja-JP" altLang="en-US" dirty="0"/>
          </a:p>
        </p:txBody>
      </p:sp>
      <p:pic>
        <p:nvPicPr>
          <p:cNvPr id="5" name="コンテンツ プレースホルダー 4" descr="The diagram illustrates the basic concept of an ecosystem, featuring components such as abiotic environment, biological communities, light, individual organisms, temperature, and soil.&#10;&#10;AI 生成コンテンツは誤りを含む可能性があります。">
            <a:extLst>
              <a:ext uri="{FF2B5EF4-FFF2-40B4-BE49-F238E27FC236}">
                <a16:creationId xmlns:a16="http://schemas.microsoft.com/office/drawing/2014/main" id="{F46B99B4-C9E1-CE3E-ED31-B5DA2F52737A}"/>
              </a:ext>
            </a:extLst>
          </p:cNvPr>
          <p:cNvPicPr>
            <a:picLocks noGrp="1" noChangeAspect="1"/>
          </p:cNvPicPr>
          <p:nvPr>
            <p:ph idx="1"/>
          </p:nvPr>
        </p:nvPicPr>
        <p:blipFill>
          <a:blip/>
          <a:stretch>
            <a:fillRect/>
          </a:stretch>
        </p:blipFill>
        <p:spPr/>
      </p:pic>
      <p:pic>
        <p:nvPicPr>
          <p:cNvPr id="19" name="図 18">
            <a:extLst>
              <a:ext uri="{FF2B5EF4-FFF2-40B4-BE49-F238E27FC236}">
                <a16:creationId xmlns:a16="http://schemas.microsoft.com/office/drawing/2014/main" id="{2055E43B-8DBA-E302-3FF7-E1097A65B828}"/>
              </a:ext>
            </a:extLst>
          </p:cNvPr>
          <p:cNvPicPr>
            <a:picLocks noChangeAspect="1"/>
          </p:cNvPicPr>
          <p:nvPr/>
        </p:nvPicPr>
        <p:blipFill>
          <a:blip r:embed="rId2"/>
          <a:stretch>
            <a:fillRect/>
          </a:stretch>
        </p:blipFill>
        <p:spPr>
          <a:xfrm>
            <a:off x="140970" y="92790"/>
            <a:ext cx="6082030" cy="6672420"/>
          </a:xfrm>
          <a:prstGeom prst="rect">
            <a:avLst/>
          </a:prstGeom>
        </p:spPr>
      </p:pic>
      <p:sp>
        <p:nvSpPr>
          <p:cNvPr id="21" name="テキスト ボックス 20">
            <a:extLst>
              <a:ext uri="{FF2B5EF4-FFF2-40B4-BE49-F238E27FC236}">
                <a16:creationId xmlns:a16="http://schemas.microsoft.com/office/drawing/2014/main" id="{0283E54D-D8AC-62A4-E6E0-FA1C1E5A4D78}"/>
              </a:ext>
            </a:extLst>
          </p:cNvPr>
          <p:cNvSpPr txBox="1"/>
          <p:nvPr/>
        </p:nvSpPr>
        <p:spPr>
          <a:xfrm>
            <a:off x="6365875" y="247134"/>
            <a:ext cx="7245350" cy="584775"/>
          </a:xfrm>
          <a:prstGeom prst="rect">
            <a:avLst/>
          </a:prstGeom>
          <a:noFill/>
        </p:spPr>
        <p:txBody>
          <a:bodyPr wrap="square">
            <a:spAutoFit/>
          </a:bodyPr>
          <a:lstStyle/>
          <a:p>
            <a:r>
              <a:rPr lang="en-US" altLang="ja-JP" sz="3200" b="1" dirty="0">
                <a:solidFill>
                  <a:srgbClr val="C00000"/>
                </a:solidFill>
              </a:rPr>
              <a:t>ODP</a:t>
            </a:r>
            <a:r>
              <a:rPr lang="ja-JP" altLang="en-US" sz="3200" dirty="0"/>
              <a:t>：</a:t>
            </a:r>
            <a:r>
              <a:rPr lang="en-US" altLang="ja-JP" sz="3200" dirty="0"/>
              <a:t>Ozone Depletion Potential</a:t>
            </a:r>
            <a:endParaRPr lang="ja-JP" altLang="en-US" sz="3200" dirty="0"/>
          </a:p>
        </p:txBody>
      </p:sp>
      <p:sp>
        <p:nvSpPr>
          <p:cNvPr id="23" name="テキスト ボックス 22">
            <a:extLst>
              <a:ext uri="{FF2B5EF4-FFF2-40B4-BE49-F238E27FC236}">
                <a16:creationId xmlns:a16="http://schemas.microsoft.com/office/drawing/2014/main" id="{2282E3CB-17AF-7C75-93CD-FAA02A0446B9}"/>
              </a:ext>
            </a:extLst>
          </p:cNvPr>
          <p:cNvSpPr txBox="1"/>
          <p:nvPr/>
        </p:nvSpPr>
        <p:spPr>
          <a:xfrm>
            <a:off x="6365875" y="865087"/>
            <a:ext cx="7956550" cy="461665"/>
          </a:xfrm>
          <a:prstGeom prst="rect">
            <a:avLst/>
          </a:prstGeom>
          <a:noFill/>
        </p:spPr>
        <p:txBody>
          <a:bodyPr wrap="square">
            <a:spAutoFit/>
          </a:bodyPr>
          <a:lstStyle/>
          <a:p>
            <a:pPr marL="0" indent="0">
              <a:buNone/>
            </a:pPr>
            <a:r>
              <a:rPr lang="en-US" altLang="ja-JP" sz="2400" b="1" i="1" dirty="0">
                <a:solidFill>
                  <a:srgbClr val="C00000"/>
                </a:solidFill>
                <a:latin typeface="Meiryo" pitchFamily="34" charset="0"/>
                <a:ea typeface="Meiryo" pitchFamily="34" charset="-122"/>
                <a:cs typeface="Meiryo" pitchFamily="34" charset="-120"/>
              </a:rPr>
              <a:t>CFC-11を1.0</a:t>
            </a:r>
            <a:r>
              <a:rPr lang="en-US" altLang="ja-JP" sz="2400" i="1" dirty="0">
                <a:solidFill>
                  <a:srgbClr val="5D6D7E"/>
                </a:solidFill>
                <a:latin typeface="Meiryo" pitchFamily="34" charset="0"/>
                <a:ea typeface="Meiryo" pitchFamily="34" charset="-122"/>
                <a:cs typeface="Meiryo" pitchFamily="34" charset="-120"/>
              </a:rPr>
              <a:t>としたときの相対破壊能力</a:t>
            </a:r>
            <a:endParaRPr lang="en-US" altLang="ja-JP" sz="2400" dirty="0"/>
          </a:p>
        </p:txBody>
      </p:sp>
      <p:pic>
        <p:nvPicPr>
          <p:cNvPr id="25" name="図 24" descr="The image depicts a Japanese fire extinguishing device with a manual activation mechanism, including symbols and Japanese text indicating its function and components.&#10;&#10;AI 生成コンテンツは誤りを含む可能性があります。">
            <a:extLst>
              <a:ext uri="{FF2B5EF4-FFF2-40B4-BE49-F238E27FC236}">
                <a16:creationId xmlns:a16="http://schemas.microsoft.com/office/drawing/2014/main" id="{5093D035-5CAC-9130-B1C8-350011D2A11A}"/>
              </a:ext>
            </a:extLst>
          </p:cNvPr>
          <p:cNvPicPr>
            <a:picLocks noChangeAspect="1"/>
          </p:cNvPicPr>
          <p:nvPr/>
        </p:nvPicPr>
        <p:blipFill>
          <a:blip r:embed="rId3"/>
          <a:stretch>
            <a:fillRect/>
          </a:stretch>
        </p:blipFill>
        <p:spPr>
          <a:xfrm>
            <a:off x="7576897" y="2155571"/>
            <a:ext cx="3439005" cy="3639058"/>
          </a:xfrm>
          <a:prstGeom prst="rect">
            <a:avLst/>
          </a:prstGeom>
        </p:spPr>
      </p:pic>
      <p:sp>
        <p:nvSpPr>
          <p:cNvPr id="27" name="テキスト ボックス 26">
            <a:extLst>
              <a:ext uri="{FF2B5EF4-FFF2-40B4-BE49-F238E27FC236}">
                <a16:creationId xmlns:a16="http://schemas.microsoft.com/office/drawing/2014/main" id="{314BBDEB-2EC0-F52C-5800-73275D8290C3}"/>
              </a:ext>
            </a:extLst>
          </p:cNvPr>
          <p:cNvSpPr txBox="1"/>
          <p:nvPr/>
        </p:nvSpPr>
        <p:spPr>
          <a:xfrm>
            <a:off x="8639175" y="6532602"/>
            <a:ext cx="8312150" cy="369332"/>
          </a:xfrm>
          <a:prstGeom prst="rect">
            <a:avLst/>
          </a:prstGeom>
          <a:noFill/>
        </p:spPr>
        <p:txBody>
          <a:bodyPr wrap="square">
            <a:spAutoFit/>
          </a:bodyPr>
          <a:lstStyle/>
          <a:p>
            <a:r>
              <a:rPr lang="ja-JP" altLang="en-US" dirty="0"/>
              <a:t>https://www.fenwal.co.jp/ssp/halon</a:t>
            </a:r>
          </a:p>
        </p:txBody>
      </p:sp>
      <p:sp>
        <p:nvSpPr>
          <p:cNvPr id="28" name="テキスト ボックス 27">
            <a:extLst>
              <a:ext uri="{FF2B5EF4-FFF2-40B4-BE49-F238E27FC236}">
                <a16:creationId xmlns:a16="http://schemas.microsoft.com/office/drawing/2014/main" id="{6386A57F-091B-8A12-3FA3-037C19AED27D}"/>
              </a:ext>
            </a:extLst>
          </p:cNvPr>
          <p:cNvSpPr txBox="1"/>
          <p:nvPr/>
        </p:nvSpPr>
        <p:spPr>
          <a:xfrm>
            <a:off x="7576897" y="5827750"/>
            <a:ext cx="3345103" cy="523220"/>
          </a:xfrm>
          <a:prstGeom prst="rect">
            <a:avLst/>
          </a:prstGeom>
          <a:noFill/>
        </p:spPr>
        <p:txBody>
          <a:bodyPr wrap="square" rtlCol="0">
            <a:spAutoFit/>
          </a:bodyPr>
          <a:lstStyle/>
          <a:p>
            <a:r>
              <a:rPr kumimoji="1" lang="ja-JP" altLang="en-US" sz="1400" dirty="0"/>
              <a:t>国内での生産が禁止されているが、再利用されて使用されている。</a:t>
            </a:r>
          </a:p>
        </p:txBody>
      </p:sp>
    </p:spTree>
    <p:extLst>
      <p:ext uri="{BB962C8B-B14F-4D97-AF65-F5344CB8AC3E}">
        <p14:creationId xmlns:p14="http://schemas.microsoft.com/office/powerpoint/2010/main" val="25936106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C-1. </a:t>
            </a:r>
            <a:r>
              <a:rPr lang="ja-JP" altLang="en-US" sz="2600" b="1" dirty="0">
                <a:solidFill>
                  <a:srgbClr val="1A5276"/>
                </a:solidFill>
                <a:latin typeface="Meiryo" pitchFamily="34" charset="0"/>
                <a:ea typeface="Meiryo" pitchFamily="34" charset="-122"/>
                <a:cs typeface="Meiryo" pitchFamily="34" charset="-120"/>
              </a:rPr>
              <a:t>モントリオール議定書</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graphicFrame>
        <p:nvGraphicFramePr>
          <p:cNvPr id="64" name="Table 0"/>
          <p:cNvGraphicFramePr>
            <a:graphicFrameLocks noGrp="1"/>
          </p:cNvGraphicFramePr>
          <p:nvPr>
            <p:extLst>
              <p:ext uri="{D42A27DB-BD31-4B8C-83A1-F6EECF244321}">
                <p14:modId xmlns:p14="http://schemas.microsoft.com/office/powerpoint/2010/main" val="3519382046"/>
              </p:ext>
            </p:extLst>
          </p:nvPr>
        </p:nvGraphicFramePr>
        <p:xfrm>
          <a:off x="411480" y="2386667"/>
          <a:ext cx="11365992" cy="2839640"/>
        </p:xfrm>
        <a:graphic>
          <a:graphicData uri="http://schemas.openxmlformats.org/drawingml/2006/table">
            <a:tbl>
              <a:tblPr/>
              <a:tblGrid>
                <a:gridCol w="10972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871220">
                  <a:extLst>
                    <a:ext uri="{9D8B030D-6E8A-4147-A177-3AD203B41FA5}">
                      <a16:colId xmlns:a16="http://schemas.microsoft.com/office/drawing/2014/main" val="20004"/>
                    </a:ext>
                  </a:extLst>
                </a:gridCol>
                <a:gridCol w="4093972">
                  <a:extLst>
                    <a:ext uri="{9D8B030D-6E8A-4147-A177-3AD203B41FA5}">
                      <a16:colId xmlns:a16="http://schemas.microsoft.com/office/drawing/2014/main" val="20005"/>
                    </a:ext>
                  </a:extLst>
                </a:gridCol>
              </a:tblGrid>
              <a:tr h="439912">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略称</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名称</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含有元素</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ODP</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GWP</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状況</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439912">
                <a:tc>
                  <a:txBody>
                    <a:bodyPr/>
                    <a:lstStyle/>
                    <a:p>
                      <a:pPr marL="0" indent="0" algn="l">
                        <a:buNone/>
                      </a:pPr>
                      <a:r>
                        <a:rPr lang="en-US" sz="1800" b="1" dirty="0">
                          <a:solidFill>
                            <a:srgbClr val="1A5276"/>
                          </a:solidFill>
                          <a:latin typeface="Meiryo" pitchFamily="34" charset="0"/>
                          <a:ea typeface="Meiryo" pitchFamily="34" charset="-122"/>
                          <a:cs typeface="Meiryo" pitchFamily="34" charset="-120"/>
                        </a:rPr>
                        <a:t>CFC</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クロロフルオロカーボン</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Cl, F, C</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大</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大</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C00000"/>
                          </a:solidFill>
                          <a:latin typeface="Meiryo" pitchFamily="34" charset="0"/>
                          <a:ea typeface="Meiryo" pitchFamily="34" charset="-122"/>
                          <a:cs typeface="Meiryo" pitchFamily="34" charset="-120"/>
                        </a:rPr>
                        <a:t>1996年 先進国全廃</a:t>
                      </a:r>
                      <a:endParaRPr lang="en-US" sz="1800" b="1" dirty="0">
                        <a:solidFill>
                          <a:srgbClr val="C00000"/>
                        </a:solidFill>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511">
                <a:tc>
                  <a:txBody>
                    <a:bodyPr/>
                    <a:lstStyle/>
                    <a:p>
                      <a:pPr marL="0" indent="0" algn="l">
                        <a:buNone/>
                      </a:pPr>
                      <a:r>
                        <a:rPr lang="en-US" sz="1800" b="1" dirty="0">
                          <a:solidFill>
                            <a:srgbClr val="1A5276"/>
                          </a:solidFill>
                          <a:latin typeface="Meiryo" pitchFamily="34" charset="0"/>
                          <a:ea typeface="Meiryo" pitchFamily="34" charset="-122"/>
                          <a:cs typeface="Meiryo" pitchFamily="34" charset="-120"/>
                        </a:rPr>
                        <a:t>HCFC</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ハイドロクロロフルオロカーボン</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Cl, F, C, H</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中</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中</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b="1" dirty="0">
                          <a:solidFill>
                            <a:srgbClr val="C00000"/>
                          </a:solidFill>
                          <a:latin typeface="Meiryo" pitchFamily="34" charset="0"/>
                          <a:ea typeface="Meiryo" pitchFamily="34" charset="-122"/>
                          <a:cs typeface="Meiryo" pitchFamily="34" charset="-120"/>
                        </a:rPr>
                        <a:t>2020年 99.5%削減（整備用0.5%は2030年まで）</a:t>
                      </a:r>
                      <a:endParaRPr lang="en-US" sz="1800" b="1" dirty="0">
                        <a:solidFill>
                          <a:srgbClr val="C00000"/>
                        </a:solidFill>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439912">
                <a:tc>
                  <a:txBody>
                    <a:bodyPr/>
                    <a:lstStyle/>
                    <a:p>
                      <a:pPr marL="0" indent="0" algn="l">
                        <a:buNone/>
                      </a:pPr>
                      <a:r>
                        <a:rPr lang="en-US" sz="1800" b="1" dirty="0">
                          <a:solidFill>
                            <a:srgbClr val="1A5276"/>
                          </a:solidFill>
                          <a:latin typeface="Meiryo" pitchFamily="34" charset="0"/>
                          <a:ea typeface="Meiryo" pitchFamily="34" charset="-122"/>
                          <a:cs typeface="Meiryo" pitchFamily="34" charset="-120"/>
                        </a:rPr>
                        <a:t>HFC</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ハイドロフルオロカーボン</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F, C, H</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0</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C0392B"/>
                          </a:solidFill>
                          <a:latin typeface="Meiryo" pitchFamily="34" charset="0"/>
                          <a:ea typeface="Meiryo" pitchFamily="34" charset="-122"/>
                          <a:cs typeface="Meiryo" pitchFamily="34" charset="-120"/>
                        </a:rPr>
                        <a:t>大</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キガリ改正で削減対象</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9912">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PFC</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パーフルオロカーボン</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F, C</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0</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大</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r h="439912">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Halon</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ハロン</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C0392B"/>
                          </a:solidFill>
                          <a:latin typeface="Meiryo" pitchFamily="34" charset="0"/>
                          <a:ea typeface="Meiryo" pitchFamily="34" charset="-122"/>
                          <a:cs typeface="Meiryo" pitchFamily="34" charset="-120"/>
                        </a:rPr>
                        <a:t>Br</a:t>
                      </a:r>
                      <a:r>
                        <a:rPr lang="en-US" sz="1800" dirty="0">
                          <a:solidFill>
                            <a:srgbClr val="2C3E50"/>
                          </a:solidFill>
                          <a:latin typeface="Meiryo" pitchFamily="34" charset="0"/>
                          <a:ea typeface="Meiryo" pitchFamily="34" charset="-122"/>
                          <a:cs typeface="Meiryo" pitchFamily="34" charset="-120"/>
                        </a:rPr>
                        <a:t>, F, C</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最大</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C3E50"/>
                          </a:solidFill>
                          <a:latin typeface="Meiryo" pitchFamily="34" charset="0"/>
                          <a:ea typeface="Meiryo" pitchFamily="34" charset="-122"/>
                          <a:cs typeface="Meiryo" pitchFamily="34" charset="-120"/>
                        </a:rPr>
                        <a:t>大</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消火剤、全廃</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411480" y="5401564"/>
            <a:ext cx="11365992" cy="1371600"/>
          </a:xfrm>
          <a:prstGeom prst="rect">
            <a:avLst/>
          </a:prstGeom>
          <a:solidFill>
            <a:srgbClr val="FDEDEC"/>
          </a:solidFill>
          <a:ln/>
        </p:spPr>
        <p:txBody>
          <a:bodyPr/>
          <a:lstStyle/>
          <a:p>
            <a:endParaRPr lang="ja-JP" altLang="en-US" sz="3200"/>
          </a:p>
        </p:txBody>
      </p:sp>
      <p:sp>
        <p:nvSpPr>
          <p:cNvPr id="7" name="Shape 4"/>
          <p:cNvSpPr/>
          <p:nvPr/>
        </p:nvSpPr>
        <p:spPr>
          <a:xfrm>
            <a:off x="411480" y="5401564"/>
            <a:ext cx="64008" cy="1371600"/>
          </a:xfrm>
          <a:prstGeom prst="rect">
            <a:avLst/>
          </a:prstGeom>
          <a:solidFill>
            <a:srgbClr val="C0392B"/>
          </a:solidFill>
          <a:ln/>
        </p:spPr>
        <p:txBody>
          <a:bodyPr/>
          <a:lstStyle/>
          <a:p>
            <a:endParaRPr lang="ja-JP" altLang="en-US" sz="3200"/>
          </a:p>
        </p:txBody>
      </p:sp>
      <p:sp>
        <p:nvSpPr>
          <p:cNvPr id="8" name="Text 5"/>
          <p:cNvSpPr/>
          <p:nvPr/>
        </p:nvSpPr>
        <p:spPr>
          <a:xfrm>
            <a:off x="576072" y="5456428"/>
            <a:ext cx="11091672" cy="292608"/>
          </a:xfrm>
          <a:prstGeom prst="rect">
            <a:avLst/>
          </a:prstGeom>
          <a:noFill/>
          <a:ln/>
        </p:spPr>
        <p:txBody>
          <a:bodyPr wrap="square" rtlCol="0" anchor="ctr"/>
          <a:lstStyle/>
          <a:p>
            <a:pPr marL="0" indent="0">
              <a:buNone/>
            </a:pPr>
            <a:r>
              <a:rPr lang="en-US" b="1" dirty="0">
                <a:solidFill>
                  <a:srgbClr val="C0392B"/>
                </a:solidFill>
                <a:latin typeface="Meiryo" pitchFamily="34" charset="0"/>
                <a:ea typeface="Meiryo" pitchFamily="34" charset="-122"/>
                <a:cs typeface="Meiryo" pitchFamily="34" charset="-120"/>
              </a:rPr>
              <a:t>押さえどころ</a:t>
            </a:r>
            <a:endParaRPr lang="en-US" dirty="0"/>
          </a:p>
        </p:txBody>
      </p:sp>
      <p:sp>
        <p:nvSpPr>
          <p:cNvPr id="9" name="Text 6"/>
          <p:cNvSpPr/>
          <p:nvPr/>
        </p:nvSpPr>
        <p:spPr>
          <a:xfrm>
            <a:off x="576072" y="5739892"/>
            <a:ext cx="11091672" cy="987552"/>
          </a:xfrm>
          <a:prstGeom prst="rect">
            <a:avLst/>
          </a:prstGeom>
          <a:noFill/>
          <a:ln/>
        </p:spPr>
        <p:txBody>
          <a:bodyPr wrap="square" rtlCol="0" anchor="t"/>
          <a:lstStyle/>
          <a:p>
            <a:pPr marL="0" indent="0" algn="l">
              <a:lnSpc>
                <a:spcPct val="130000"/>
              </a:lnSpc>
              <a:spcAft>
                <a:spcPts val="400"/>
              </a:spcAft>
              <a:buNone/>
            </a:pPr>
            <a:r>
              <a:rPr lang="en-US" sz="2000" b="1" dirty="0">
                <a:solidFill>
                  <a:srgbClr val="1A5276"/>
                </a:solidFill>
                <a:latin typeface="Meiryo" pitchFamily="34" charset="0"/>
                <a:ea typeface="Meiryo" pitchFamily="34" charset="-122"/>
                <a:cs typeface="Meiryo" pitchFamily="34" charset="-120"/>
              </a:rPr>
              <a:t>Cl または Br を含む</a:t>
            </a:r>
            <a:r>
              <a:rPr lang="en-US" sz="2000" dirty="0">
                <a:solidFill>
                  <a:srgbClr val="2C3E50"/>
                </a:solidFill>
                <a:latin typeface="Meiryo" pitchFamily="34" charset="0"/>
                <a:ea typeface="Meiryo" pitchFamily="34" charset="-122"/>
                <a:cs typeface="Meiryo" pitchFamily="34" charset="-120"/>
              </a:rPr>
              <a:t> → オゾン破壊（ODP &gt; 0）
</a:t>
            </a:r>
            <a:r>
              <a:rPr lang="en-US" sz="2000" b="1" dirty="0">
                <a:solidFill>
                  <a:srgbClr val="1A5276"/>
                </a:solidFill>
                <a:latin typeface="Meiryo" pitchFamily="34" charset="0"/>
                <a:ea typeface="Meiryo" pitchFamily="34" charset="-122"/>
                <a:cs typeface="Meiryo" pitchFamily="34" charset="-120"/>
              </a:rPr>
              <a:t>HFCはODP=0だがGWPが大</a:t>
            </a:r>
            <a:r>
              <a:rPr lang="en-US" sz="2000" dirty="0">
                <a:solidFill>
                  <a:srgbClr val="2C3E50"/>
                </a:solidFill>
                <a:latin typeface="Meiryo" pitchFamily="34" charset="0"/>
                <a:ea typeface="Meiryo" pitchFamily="34" charset="-122"/>
                <a:cs typeface="Meiryo" pitchFamily="34" charset="-120"/>
              </a:rPr>
              <a:t> → 温暖化問題（後述キガリ改正）</a:t>
            </a:r>
            <a:endParaRPr lang="en-US" sz="2000" dirty="0"/>
          </a:p>
        </p:txBody>
      </p:sp>
      <p:sp>
        <p:nvSpPr>
          <p:cNvPr id="5" name="テキスト ボックス 4">
            <a:extLst>
              <a:ext uri="{FF2B5EF4-FFF2-40B4-BE49-F238E27FC236}">
                <a16:creationId xmlns:a16="http://schemas.microsoft.com/office/drawing/2014/main" id="{E17C8029-B820-04E6-6551-B0E4618B4A13}"/>
              </a:ext>
            </a:extLst>
          </p:cNvPr>
          <p:cNvSpPr txBox="1"/>
          <p:nvPr/>
        </p:nvSpPr>
        <p:spPr>
          <a:xfrm>
            <a:off x="6094476" y="2064938"/>
            <a:ext cx="4200144" cy="369332"/>
          </a:xfrm>
          <a:prstGeom prst="rect">
            <a:avLst/>
          </a:prstGeom>
          <a:noFill/>
        </p:spPr>
        <p:txBody>
          <a:bodyPr wrap="square" rtlCol="0">
            <a:spAutoFit/>
          </a:bodyPr>
          <a:lstStyle/>
          <a:p>
            <a:r>
              <a:rPr kumimoji="1" lang="en-US" altLang="ja-JP" dirty="0"/>
              <a:t>Global Warming Potential</a:t>
            </a:r>
            <a:endParaRPr kumimoji="1" lang="ja-JP" altLang="en-US" dirty="0"/>
          </a:p>
        </p:txBody>
      </p:sp>
      <p:sp>
        <p:nvSpPr>
          <p:cNvPr id="11" name="テキスト ボックス 10">
            <a:extLst>
              <a:ext uri="{FF2B5EF4-FFF2-40B4-BE49-F238E27FC236}">
                <a16:creationId xmlns:a16="http://schemas.microsoft.com/office/drawing/2014/main" id="{626311F4-639C-ECCE-264B-E2611B7B7FB6}"/>
              </a:ext>
            </a:extLst>
          </p:cNvPr>
          <p:cNvSpPr txBox="1"/>
          <p:nvPr/>
        </p:nvSpPr>
        <p:spPr>
          <a:xfrm>
            <a:off x="523748" y="1049275"/>
            <a:ext cx="11143996" cy="1200329"/>
          </a:xfrm>
          <a:prstGeom prst="rect">
            <a:avLst/>
          </a:prstGeom>
          <a:noFill/>
        </p:spPr>
        <p:txBody>
          <a:bodyPr wrap="square">
            <a:spAutoFit/>
          </a:bodyPr>
          <a:lstStyle/>
          <a:p>
            <a:r>
              <a:rPr lang="ja-JP" altLang="en-US" dirty="0"/>
              <a:t>オゾン層を破壊するおそれのあるフロンなどの物質の生産や消費、輸出入を規制する国際的な環境条約です。</a:t>
            </a:r>
            <a:r>
              <a:rPr lang="en-US" altLang="ja-JP" dirty="0"/>
              <a:t>1987</a:t>
            </a:r>
            <a:r>
              <a:rPr lang="ja-JP" altLang="en-US" dirty="0"/>
              <a:t>年に採択され、現在は世界中のほぼすべての国が締約している。</a:t>
            </a:r>
            <a:endParaRPr lang="en-US" altLang="ja-JP" dirty="0"/>
          </a:p>
          <a:p>
            <a:r>
              <a:rPr lang="ja-JP" altLang="en-US" dirty="0"/>
              <a:t>　</a:t>
            </a:r>
            <a:r>
              <a:rPr lang="en-US" altLang="ja-JP" dirty="0"/>
              <a:t>2016</a:t>
            </a:r>
            <a:r>
              <a:rPr lang="ja-JP" altLang="en-US" dirty="0"/>
              <a:t>年、地球温暖化対策の観点から、ルワンダ・キガリで代替フロン</a:t>
            </a:r>
            <a:r>
              <a:rPr lang="ja-JP" altLang="en-US" b="1" dirty="0">
                <a:solidFill>
                  <a:srgbClr val="C00000"/>
                </a:solidFill>
              </a:rPr>
              <a:t>も</a:t>
            </a:r>
            <a:r>
              <a:rPr lang="ja-JP" altLang="en-US" dirty="0"/>
              <a:t>新たに議定書の規制対象とする改正提案が採択された（キガリ改正）</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C-1. 国際的取り組み — オゾン層保護</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119379" y="1087120"/>
            <a:ext cx="8381767" cy="5280660"/>
          </a:xfrm>
          <a:prstGeom prst="rect">
            <a:avLst/>
          </a:prstGeom>
        </p:spPr>
      </p:pic>
      <p:graphicFrame>
        <p:nvGraphicFramePr>
          <p:cNvPr id="69" name="Table 0"/>
          <p:cNvGraphicFramePr>
            <a:graphicFrameLocks noGrp="1"/>
          </p:cNvGraphicFramePr>
          <p:nvPr>
            <p:extLst>
              <p:ext uri="{D42A27DB-BD31-4B8C-83A1-F6EECF244321}">
                <p14:modId xmlns:p14="http://schemas.microsoft.com/office/powerpoint/2010/main" val="2094713113"/>
              </p:ext>
            </p:extLst>
          </p:nvPr>
        </p:nvGraphicFramePr>
        <p:xfrm>
          <a:off x="8458200" y="1097280"/>
          <a:ext cx="3319272" cy="4759236"/>
        </p:xfrm>
        <a:graphic>
          <a:graphicData uri="http://schemas.openxmlformats.org/drawingml/2006/table">
            <a:tbl>
              <a:tblPr/>
              <a:tblGrid>
                <a:gridCol w="838200">
                  <a:extLst>
                    <a:ext uri="{9D8B030D-6E8A-4147-A177-3AD203B41FA5}">
                      <a16:colId xmlns:a16="http://schemas.microsoft.com/office/drawing/2014/main" val="20000"/>
                    </a:ext>
                  </a:extLst>
                </a:gridCol>
                <a:gridCol w="2481072">
                  <a:extLst>
                    <a:ext uri="{9D8B030D-6E8A-4147-A177-3AD203B41FA5}">
                      <a16:colId xmlns:a16="http://schemas.microsoft.com/office/drawing/2014/main" val="20001"/>
                    </a:ext>
                  </a:extLst>
                </a:gridCol>
              </a:tblGrid>
              <a:tr h="656046">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年</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枠組み</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656046">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1985</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1A5276"/>
                          </a:solidFill>
                          <a:latin typeface="Meiryo" pitchFamily="34" charset="0"/>
                          <a:ea typeface="Meiryo" pitchFamily="34" charset="-122"/>
                          <a:cs typeface="Meiryo" pitchFamily="34" charset="-120"/>
                        </a:rPr>
                        <a:t>ウィーン条約</a:t>
                      </a:r>
                      <a:r>
                        <a:rPr lang="en-US" sz="1600" dirty="0">
                          <a:solidFill>
                            <a:srgbClr val="2C3E50"/>
                          </a:solidFill>
                          <a:latin typeface="Meiryo" pitchFamily="34" charset="0"/>
                          <a:ea typeface="Meiryo" pitchFamily="34" charset="-122"/>
                          <a:cs typeface="Meiryo" pitchFamily="34" charset="-120"/>
                        </a:rPr>
                        <a:t>（理念）</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6046">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1987</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b="1" dirty="0">
                          <a:solidFill>
                            <a:srgbClr val="C00000"/>
                          </a:solidFill>
                          <a:latin typeface="Meiryo" pitchFamily="34" charset="0"/>
                          <a:ea typeface="Meiryo" pitchFamily="34" charset="-122"/>
                          <a:cs typeface="Meiryo" pitchFamily="34" charset="-120"/>
                        </a:rPr>
                        <a:t>モントリオール議定書</a:t>
                      </a:r>
                      <a:r>
                        <a:rPr lang="en-US" sz="1600" dirty="0">
                          <a:solidFill>
                            <a:srgbClr val="2C3E50"/>
                          </a:solidFill>
                          <a:latin typeface="Meiryo" pitchFamily="34" charset="0"/>
                          <a:ea typeface="Meiryo" pitchFamily="34" charset="-122"/>
                          <a:cs typeface="Meiryo" pitchFamily="34" charset="-120"/>
                        </a:rPr>
                        <a:t>（具体規制）</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656046">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1996</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先進国 CFC全廃</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6046">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2010</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途上国 CFC全廃</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r h="656046">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2020</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先進国 HCFC 99.5%削減（実質全廃、補充用0.5%は2030年まで）</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6046">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2016</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b="1" dirty="0">
                          <a:solidFill>
                            <a:srgbClr val="C00000"/>
                          </a:solidFill>
                          <a:latin typeface="Meiryo" pitchFamily="34" charset="0"/>
                          <a:ea typeface="Meiryo" pitchFamily="34" charset="-122"/>
                          <a:cs typeface="Meiryo" pitchFamily="34" charset="-120"/>
                        </a:rPr>
                        <a:t>キガリ改正</a:t>
                      </a:r>
                      <a:r>
                        <a:rPr lang="en-US" sz="1600" dirty="0">
                          <a:solidFill>
                            <a:srgbClr val="2C3E50"/>
                          </a:solidFill>
                          <a:latin typeface="Meiryo" pitchFamily="34" charset="0"/>
                          <a:ea typeface="Meiryo" pitchFamily="34" charset="-122"/>
                          <a:cs typeface="Meiryo" pitchFamily="34" charset="-120"/>
                        </a:rPr>
                        <a:t> — </a:t>
                      </a:r>
                      <a:r>
                        <a:rPr lang="en-US" sz="1600" b="1" dirty="0">
                          <a:solidFill>
                            <a:srgbClr val="C00000"/>
                          </a:solidFill>
                          <a:latin typeface="Meiryo" pitchFamily="34" charset="0"/>
                          <a:ea typeface="Meiryo" pitchFamily="34" charset="-122"/>
                          <a:cs typeface="Meiryo" pitchFamily="34" charset="-120"/>
                        </a:rPr>
                        <a:t>HFC削減を追加</a:t>
                      </a:r>
                      <a:endParaRPr lang="en-US" sz="1600" b="1" dirty="0">
                        <a:solidFill>
                          <a:srgbClr val="C00000"/>
                        </a:solidFill>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6"/>
                  </a:ext>
                </a:extLst>
              </a:tr>
            </a:tbl>
          </a:graphicData>
        </a:graphic>
      </p:graphicFrame>
      <p:sp>
        <p:nvSpPr>
          <p:cNvPr id="7" name="Text 3"/>
          <p:cNvSpPr/>
          <p:nvPr/>
        </p:nvSpPr>
        <p:spPr>
          <a:xfrm>
            <a:off x="7752080" y="6400800"/>
            <a:ext cx="5422392" cy="274320"/>
          </a:xfrm>
          <a:prstGeom prst="rect">
            <a:avLst/>
          </a:prstGeom>
          <a:noFill/>
          <a:ln/>
        </p:spPr>
        <p:txBody>
          <a:bodyPr wrap="square" rtlCol="0" anchor="ctr"/>
          <a:lstStyle/>
          <a:p>
            <a:pPr marL="0" indent="0">
              <a:buNone/>
            </a:pPr>
            <a:r>
              <a:rPr lang="en-US" sz="1600" i="1" dirty="0">
                <a:solidFill>
                  <a:srgbClr val="5D6D7E"/>
                </a:solidFill>
                <a:latin typeface="Meiryo" pitchFamily="34" charset="0"/>
                <a:ea typeface="Meiryo" pitchFamily="34" charset="-122"/>
                <a:cs typeface="Meiryo" pitchFamily="34" charset="-120"/>
              </a:rPr>
              <a:t>国内対応: オゾン層保護法・フロン排出抑制法</a:t>
            </a:r>
            <a:endParaRPr lang="en-US" sz="16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8CA826FC-B216-D934-E9F1-8E9C2EDD4258}"/>
              </a:ext>
            </a:extLst>
          </p:cNvPr>
          <p:cNvSpPr txBox="1"/>
          <p:nvPr/>
        </p:nvSpPr>
        <p:spPr>
          <a:xfrm>
            <a:off x="9655175" y="6031468"/>
            <a:ext cx="2447925" cy="523220"/>
          </a:xfrm>
          <a:prstGeom prst="rect">
            <a:avLst/>
          </a:prstGeom>
          <a:noFill/>
        </p:spPr>
        <p:txBody>
          <a:bodyPr wrap="square">
            <a:spAutoFit/>
          </a:bodyPr>
          <a:lstStyle/>
          <a:p>
            <a:r>
              <a:rPr lang="ja-JP" altLang="en-US" sz="1400" dirty="0"/>
              <a:t>https://www.data.jma.go.jp/ghg/kanshi/ghgp/cfcs_trend.html</a:t>
            </a:r>
          </a:p>
        </p:txBody>
      </p:sp>
      <p:pic>
        <p:nvPicPr>
          <p:cNvPr id="9" name="図 8" descr="The image shows a line graph depicting the concentration levels of various ozone-depleting substances (ODS) like CFC-11, HCFC-22, and HCFC-141b in both the Northern and Southern hemispheres over a span of 45 years, from 1975 to 2020. The graph illustrates a general downward trend in concentrations, indicating a reduction in ODS levels over time.&#10;&#10;AI 生成コンテンツは誤りを含む可能性があります。">
            <a:extLst>
              <a:ext uri="{FF2B5EF4-FFF2-40B4-BE49-F238E27FC236}">
                <a16:creationId xmlns:a16="http://schemas.microsoft.com/office/drawing/2014/main" id="{7BBC31B9-7EEA-45B2-2F58-EBE470095525}"/>
              </a:ext>
            </a:extLst>
          </p:cNvPr>
          <p:cNvPicPr>
            <a:picLocks noChangeAspect="1"/>
          </p:cNvPicPr>
          <p:nvPr/>
        </p:nvPicPr>
        <p:blipFill>
          <a:blip r:embed="rId2"/>
          <a:stretch>
            <a:fillRect/>
          </a:stretch>
        </p:blipFill>
        <p:spPr>
          <a:xfrm>
            <a:off x="1777176" y="0"/>
            <a:ext cx="7647048" cy="6858000"/>
          </a:xfrm>
          <a:prstGeom prst="rect">
            <a:avLst/>
          </a:prstGeom>
        </p:spPr>
      </p:pic>
      <p:sp>
        <p:nvSpPr>
          <p:cNvPr id="10" name="テキスト ボックス 9">
            <a:extLst>
              <a:ext uri="{FF2B5EF4-FFF2-40B4-BE49-F238E27FC236}">
                <a16:creationId xmlns:a16="http://schemas.microsoft.com/office/drawing/2014/main" id="{45E9F599-11E9-C21F-A67F-BC5A7552AD0D}"/>
              </a:ext>
            </a:extLst>
          </p:cNvPr>
          <p:cNvSpPr txBox="1"/>
          <p:nvPr/>
        </p:nvSpPr>
        <p:spPr>
          <a:xfrm>
            <a:off x="88076" y="76200"/>
            <a:ext cx="1689100" cy="584775"/>
          </a:xfrm>
          <a:prstGeom prst="rect">
            <a:avLst/>
          </a:prstGeom>
          <a:noFill/>
        </p:spPr>
        <p:txBody>
          <a:bodyPr wrap="square" rtlCol="0">
            <a:spAutoFit/>
          </a:bodyPr>
          <a:lstStyle/>
          <a:p>
            <a:r>
              <a:rPr kumimoji="1" lang="ja-JP" altLang="en-US" sz="3200" dirty="0"/>
              <a:t>気象庁</a:t>
            </a:r>
          </a:p>
        </p:txBody>
      </p:sp>
      <p:sp>
        <p:nvSpPr>
          <p:cNvPr id="12" name="テキスト ボックス 11">
            <a:extLst>
              <a:ext uri="{FF2B5EF4-FFF2-40B4-BE49-F238E27FC236}">
                <a16:creationId xmlns:a16="http://schemas.microsoft.com/office/drawing/2014/main" id="{DA147126-C283-87F4-DD2B-933846A5EA12}"/>
              </a:ext>
            </a:extLst>
          </p:cNvPr>
          <p:cNvSpPr txBox="1"/>
          <p:nvPr/>
        </p:nvSpPr>
        <p:spPr>
          <a:xfrm>
            <a:off x="9553575" y="118646"/>
            <a:ext cx="6127750" cy="369332"/>
          </a:xfrm>
          <a:prstGeom prst="rect">
            <a:avLst/>
          </a:prstGeom>
          <a:noFill/>
        </p:spPr>
        <p:txBody>
          <a:bodyPr wrap="square">
            <a:spAutoFit/>
          </a:bodyPr>
          <a:lstStyle/>
          <a:p>
            <a:pPr algn="l">
              <a:buNone/>
            </a:pPr>
            <a:r>
              <a:rPr lang="ja-JP" altLang="en-US" b="1" i="0" dirty="0">
                <a:solidFill>
                  <a:srgbClr val="333333"/>
                </a:solidFill>
                <a:effectLst/>
                <a:latin typeface="Yu Gothic UI" panose="020B0500000000000000" pitchFamily="50" charset="-128"/>
                <a:ea typeface="Yu Gothic UI" panose="020B0500000000000000" pitchFamily="50" charset="-128"/>
              </a:rPr>
              <a:t>ハロカーボン類（フロン類）</a:t>
            </a:r>
          </a:p>
        </p:txBody>
      </p:sp>
    </p:spTree>
    <p:extLst>
      <p:ext uri="{BB962C8B-B14F-4D97-AF65-F5344CB8AC3E}">
        <p14:creationId xmlns:p14="http://schemas.microsoft.com/office/powerpoint/2010/main" val="23684938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8D3E3-2FE8-A1A1-0184-06324D5475CB}"/>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22022968-72C0-98A7-01AC-81827FBC57D9}"/>
              </a:ext>
            </a:extLst>
          </p:cNvPr>
          <p:cNvSpPr>
            <a:spLocks noGrp="1"/>
          </p:cNvSpPr>
          <p:nvPr>
            <p:ph idx="1"/>
          </p:nvPr>
        </p:nvSpPr>
        <p:spPr/>
        <p:txBody>
          <a:bodyPr/>
          <a:lstStyle/>
          <a:p>
            <a:endParaRPr kumimoji="1" lang="ja-JP" altLang="en-US" dirty="0"/>
          </a:p>
        </p:txBody>
      </p:sp>
      <p:pic>
        <p:nvPicPr>
          <p:cNvPr id="5" name="図 4">
            <a:extLst>
              <a:ext uri="{FF2B5EF4-FFF2-40B4-BE49-F238E27FC236}">
                <a16:creationId xmlns:a16="http://schemas.microsoft.com/office/drawing/2014/main" id="{285958CB-A15F-3DD0-D8A4-9510662BECA2}"/>
              </a:ext>
            </a:extLst>
          </p:cNvPr>
          <p:cNvPicPr>
            <a:picLocks noChangeAspect="1"/>
          </p:cNvPicPr>
          <p:nvPr/>
        </p:nvPicPr>
        <p:blipFill>
          <a:blip r:embed="rId2"/>
          <a:stretch>
            <a:fillRect/>
          </a:stretch>
        </p:blipFill>
        <p:spPr>
          <a:xfrm>
            <a:off x="4996930" y="2104321"/>
            <a:ext cx="7195070" cy="3913224"/>
          </a:xfrm>
          <a:prstGeom prst="rect">
            <a:avLst/>
          </a:prstGeom>
        </p:spPr>
      </p:pic>
      <p:sp>
        <p:nvSpPr>
          <p:cNvPr id="7" name="テキスト ボックス 6">
            <a:extLst>
              <a:ext uri="{FF2B5EF4-FFF2-40B4-BE49-F238E27FC236}">
                <a16:creationId xmlns:a16="http://schemas.microsoft.com/office/drawing/2014/main" id="{20CAFCD6-1967-0B0C-75DA-6CD7E5514F0B}"/>
              </a:ext>
            </a:extLst>
          </p:cNvPr>
          <p:cNvSpPr txBox="1"/>
          <p:nvPr/>
        </p:nvSpPr>
        <p:spPr>
          <a:xfrm>
            <a:off x="5486400" y="6211669"/>
            <a:ext cx="8305800" cy="646331"/>
          </a:xfrm>
          <a:prstGeom prst="rect">
            <a:avLst/>
          </a:prstGeom>
          <a:noFill/>
        </p:spPr>
        <p:txBody>
          <a:bodyPr wrap="square">
            <a:spAutoFit/>
          </a:bodyPr>
          <a:lstStyle/>
          <a:p>
            <a:r>
              <a:rPr lang="ja-JP" altLang="en-US"/>
              <a:t>気象庁（</a:t>
            </a:r>
            <a:r>
              <a:rPr lang="en-US" altLang="ja-JP"/>
              <a:t>2023</a:t>
            </a:r>
            <a:r>
              <a:rPr lang="ja-JP" altLang="en-US"/>
              <a:t>）南極オゾンホールの状況https://www.data.jma.go.jp/env/ozonehp/diag_o3hole_2023.html</a:t>
            </a:r>
          </a:p>
        </p:txBody>
      </p:sp>
      <p:pic>
        <p:nvPicPr>
          <p:cNvPr id="1026" name="Picture 2" descr="max hole">
            <a:extLst>
              <a:ext uri="{FF2B5EF4-FFF2-40B4-BE49-F238E27FC236}">
                <a16:creationId xmlns:a16="http://schemas.microsoft.com/office/drawing/2014/main" id="{7C714635-7E99-595A-74F0-0715DAAF66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3" y="2011781"/>
            <a:ext cx="5143500" cy="2886075"/>
          </a:xfrm>
          <a:prstGeom prst="rect">
            <a:avLst/>
          </a:prstGeom>
          <a:noFill/>
          <a:extLst>
            <a:ext uri="{909E8E84-426E-40DD-AFC4-6F175D3DCCD1}">
              <a14:hiddenFill xmlns:a14="http://schemas.microsoft.com/office/drawing/2010/main">
                <a:solidFill>
                  <a:srgbClr val="FFFFFF"/>
                </a:solidFill>
              </a14:hiddenFill>
            </a:ext>
          </a:extLst>
        </p:spPr>
      </p:pic>
      <p:sp>
        <p:nvSpPr>
          <p:cNvPr id="10" name="テキスト ボックス 9">
            <a:extLst>
              <a:ext uri="{FF2B5EF4-FFF2-40B4-BE49-F238E27FC236}">
                <a16:creationId xmlns:a16="http://schemas.microsoft.com/office/drawing/2014/main" id="{65F160E1-650D-B373-FC16-962278FF3873}"/>
              </a:ext>
            </a:extLst>
          </p:cNvPr>
          <p:cNvSpPr txBox="1"/>
          <p:nvPr/>
        </p:nvSpPr>
        <p:spPr>
          <a:xfrm>
            <a:off x="30785" y="5032961"/>
            <a:ext cx="5396255" cy="1200329"/>
          </a:xfrm>
          <a:prstGeom prst="rect">
            <a:avLst/>
          </a:prstGeom>
          <a:noFill/>
        </p:spPr>
        <p:txBody>
          <a:bodyPr wrap="square">
            <a:spAutoFit/>
          </a:bodyPr>
          <a:lstStyle/>
          <a:p>
            <a:pPr algn="l"/>
            <a:r>
              <a:rPr lang="ja-JP" altLang="en-US" b="0" i="0">
                <a:solidFill>
                  <a:srgbClr val="58585B"/>
                </a:solidFill>
                <a:effectLst/>
                <a:latin typeface="Public Sans Web"/>
              </a:rPr>
              <a:t>オゾン層破壊は気温が低いときに起こるので、オゾンホールは南半球では冬の終わりの</a:t>
            </a:r>
            <a:r>
              <a:rPr lang="en-US" altLang="ja-JP" b="0" i="0">
                <a:solidFill>
                  <a:srgbClr val="58585B"/>
                </a:solidFill>
                <a:effectLst/>
                <a:latin typeface="Public Sans Web"/>
              </a:rPr>
              <a:t>9</a:t>
            </a:r>
            <a:r>
              <a:rPr lang="ja-JP" altLang="en-US" b="0" i="0">
                <a:solidFill>
                  <a:srgbClr val="58585B"/>
                </a:solidFill>
                <a:effectLst/>
                <a:latin typeface="Public Sans Web"/>
              </a:rPr>
              <a:t>月か</a:t>
            </a:r>
            <a:r>
              <a:rPr lang="en-US" altLang="ja-JP" b="0" i="0">
                <a:solidFill>
                  <a:srgbClr val="58585B"/>
                </a:solidFill>
                <a:effectLst/>
                <a:latin typeface="Public Sans Web"/>
              </a:rPr>
              <a:t>10</a:t>
            </a:r>
            <a:r>
              <a:rPr lang="ja-JP" altLang="en-US" b="0" i="0">
                <a:solidFill>
                  <a:srgbClr val="58585B"/>
                </a:solidFill>
                <a:effectLst/>
                <a:latin typeface="Public Sans Web"/>
              </a:rPr>
              <a:t>月に年間最大になる。</a:t>
            </a:r>
          </a:p>
          <a:p>
            <a:pPr algn="l"/>
            <a:r>
              <a:rPr lang="ja-JP" altLang="en-US" b="0" i="0">
                <a:solidFill>
                  <a:srgbClr val="000000"/>
                </a:solidFill>
                <a:effectLst/>
                <a:latin typeface="Public Sans Web"/>
              </a:rPr>
              <a:t>クレジット</a:t>
            </a:r>
            <a:r>
              <a:rPr lang="en-US" altLang="ja-JP" b="0" i="0">
                <a:solidFill>
                  <a:srgbClr val="000000"/>
                </a:solidFill>
                <a:effectLst/>
                <a:latin typeface="Public Sans Web"/>
              </a:rPr>
              <a:t>NASA/NASA Ozone Watch/Katy Mersmann</a:t>
            </a:r>
          </a:p>
        </p:txBody>
      </p:sp>
      <p:sp>
        <p:nvSpPr>
          <p:cNvPr id="9" name="テキスト ボックス 8">
            <a:extLst>
              <a:ext uri="{FF2B5EF4-FFF2-40B4-BE49-F238E27FC236}">
                <a16:creationId xmlns:a16="http://schemas.microsoft.com/office/drawing/2014/main" id="{DC89887E-B03E-A891-42C9-DD1808AF2E91}"/>
              </a:ext>
            </a:extLst>
          </p:cNvPr>
          <p:cNvSpPr txBox="1"/>
          <p:nvPr/>
        </p:nvSpPr>
        <p:spPr>
          <a:xfrm>
            <a:off x="52388" y="1589088"/>
            <a:ext cx="5133975" cy="369332"/>
          </a:xfrm>
          <a:prstGeom prst="rect">
            <a:avLst/>
          </a:prstGeom>
          <a:noFill/>
        </p:spPr>
        <p:txBody>
          <a:bodyPr wrap="square" rtlCol="0">
            <a:spAutoFit/>
          </a:bodyPr>
          <a:lstStyle/>
          <a:p>
            <a:r>
              <a:rPr kumimoji="1" lang="ja-JP" altLang="en-US"/>
              <a:t>南極域のオゾン濃度の低い領域：オゾンホール</a:t>
            </a:r>
          </a:p>
        </p:txBody>
      </p:sp>
      <p:sp>
        <p:nvSpPr>
          <p:cNvPr id="2" name="Text 4">
            <a:extLst>
              <a:ext uri="{FF2B5EF4-FFF2-40B4-BE49-F238E27FC236}">
                <a16:creationId xmlns:a16="http://schemas.microsoft.com/office/drawing/2014/main" id="{35DF3AF0-32E1-9939-D74A-0C390CF29432}"/>
              </a:ext>
            </a:extLst>
          </p:cNvPr>
          <p:cNvSpPr/>
          <p:nvPr/>
        </p:nvSpPr>
        <p:spPr>
          <a:xfrm>
            <a:off x="6842128" y="1006940"/>
            <a:ext cx="5879592" cy="2286000"/>
          </a:xfrm>
          <a:prstGeom prst="rect">
            <a:avLst/>
          </a:prstGeom>
          <a:noFill/>
          <a:ln/>
        </p:spPr>
        <p:txBody>
          <a:bodyPr wrap="square" rtlCol="0" anchor="t"/>
          <a:lstStyle/>
          <a:p>
            <a:pPr marL="0" indent="0" algn="l">
              <a:lnSpc>
                <a:spcPct val="135000"/>
              </a:lnSpc>
              <a:spcAft>
                <a:spcPts val="600"/>
              </a:spcAft>
              <a:buNone/>
            </a:pPr>
            <a:r>
              <a:rPr lang="en-US" sz="1200" dirty="0">
                <a:solidFill>
                  <a:srgbClr val="2C3E50"/>
                </a:solidFill>
                <a:latin typeface="Meiryo" pitchFamily="34" charset="0"/>
                <a:ea typeface="Meiryo" pitchFamily="34" charset="-122"/>
                <a:cs typeface="Meiryo" pitchFamily="34" charset="-120"/>
              </a:rPr>
              <a:t>▸ 南極上空の</a:t>
            </a:r>
            <a:r>
              <a:rPr lang="en-US" sz="1200" b="1" dirty="0">
                <a:solidFill>
                  <a:srgbClr val="1A5276"/>
                </a:solidFill>
                <a:latin typeface="Meiryo" pitchFamily="34" charset="0"/>
                <a:ea typeface="Meiryo" pitchFamily="34" charset="-122"/>
                <a:cs typeface="Meiryo" pitchFamily="34" charset="-120"/>
              </a:rPr>
              <a:t>春</a:t>
            </a:r>
            <a:r>
              <a:rPr lang="en-US" sz="1200" dirty="0">
                <a:solidFill>
                  <a:srgbClr val="2C3E50"/>
                </a:solidFill>
                <a:latin typeface="Meiryo" pitchFamily="34" charset="0"/>
                <a:ea typeface="Meiryo" pitchFamily="34" charset="-122"/>
                <a:cs typeface="Meiryo" pitchFamily="34" charset="-120"/>
              </a:rPr>
              <a:t>（9–10月）に出現</a:t>
            </a:r>
            <a:endParaRPr lang="en-US" sz="1200" dirty="0"/>
          </a:p>
          <a:p>
            <a:pPr marL="0" indent="0" algn="l">
              <a:lnSpc>
                <a:spcPct val="135000"/>
              </a:lnSpc>
              <a:spcAft>
                <a:spcPts val="600"/>
              </a:spcAft>
              <a:buNone/>
            </a:pPr>
            <a:r>
              <a:rPr lang="en-US" sz="1200" dirty="0">
                <a:solidFill>
                  <a:srgbClr val="2C3E50"/>
                </a:solidFill>
                <a:latin typeface="Meiryo" pitchFamily="34" charset="0"/>
                <a:ea typeface="Meiryo" pitchFamily="34" charset="-122"/>
                <a:cs typeface="Meiryo" pitchFamily="34" charset="-120"/>
              </a:rPr>
              <a:t>▸ 定義: 全オゾン量が </a:t>
            </a:r>
            <a:r>
              <a:rPr lang="en-US" sz="1200" b="1" dirty="0">
                <a:solidFill>
                  <a:srgbClr val="1A5276"/>
                </a:solidFill>
                <a:latin typeface="Meiryo" pitchFamily="34" charset="0"/>
                <a:ea typeface="Meiryo" pitchFamily="34" charset="-122"/>
                <a:cs typeface="Meiryo" pitchFamily="34" charset="-120"/>
              </a:rPr>
              <a:t>220 m atm-cm</a:t>
            </a:r>
            <a:r>
              <a:rPr lang="en-US" sz="1200" dirty="0">
                <a:solidFill>
                  <a:srgbClr val="2C3E50"/>
                </a:solidFill>
                <a:latin typeface="Meiryo" pitchFamily="34" charset="0"/>
                <a:ea typeface="Meiryo" pitchFamily="34" charset="-122"/>
                <a:cs typeface="Meiryo" pitchFamily="34" charset="-120"/>
              </a:rPr>
              <a:t> 以下の領域</a:t>
            </a:r>
            <a:endParaRPr lang="en-US" sz="1200" dirty="0"/>
          </a:p>
          <a:p>
            <a:pPr marL="0" indent="0" algn="l">
              <a:lnSpc>
                <a:spcPct val="135000"/>
              </a:lnSpc>
              <a:spcAft>
                <a:spcPts val="600"/>
              </a:spcAft>
              <a:buNone/>
            </a:pPr>
            <a:r>
              <a:rPr lang="en-US" sz="1200" dirty="0">
                <a:solidFill>
                  <a:srgbClr val="2C3E50"/>
                </a:solidFill>
                <a:latin typeface="Meiryo" pitchFamily="34" charset="0"/>
                <a:ea typeface="Meiryo" pitchFamily="34" charset="-122"/>
                <a:cs typeface="Meiryo" pitchFamily="34" charset="-120"/>
              </a:rPr>
              <a:t>▸ 原因: </a:t>
            </a:r>
            <a:r>
              <a:rPr lang="en-US" sz="1200" b="1" dirty="0">
                <a:solidFill>
                  <a:srgbClr val="1A5276"/>
                </a:solidFill>
                <a:latin typeface="Meiryo" pitchFamily="34" charset="0"/>
                <a:ea typeface="Meiryo" pitchFamily="34" charset="-122"/>
                <a:cs typeface="Meiryo" pitchFamily="34" charset="-120"/>
              </a:rPr>
              <a:t>極成層圏雲（PSC）</a:t>
            </a:r>
            <a:r>
              <a:rPr lang="en-US" sz="1200" dirty="0">
                <a:solidFill>
                  <a:srgbClr val="2C3E50"/>
                </a:solidFill>
                <a:latin typeface="Meiryo" pitchFamily="34" charset="0"/>
                <a:ea typeface="Meiryo" pitchFamily="34" charset="-122"/>
                <a:cs typeface="Meiryo" pitchFamily="34" charset="-120"/>
              </a:rPr>
              <a:t>表面でClが活性化</a:t>
            </a:r>
            <a:endParaRPr lang="en-US" sz="1200" dirty="0"/>
          </a:p>
        </p:txBody>
      </p:sp>
      <p:sp>
        <p:nvSpPr>
          <p:cNvPr id="4" name="Text 0">
            <a:extLst>
              <a:ext uri="{FF2B5EF4-FFF2-40B4-BE49-F238E27FC236}">
                <a16:creationId xmlns:a16="http://schemas.microsoft.com/office/drawing/2014/main" id="{92A97414-AB1C-F58D-B44F-1D2D658077DD}"/>
              </a:ext>
            </a:extLst>
          </p:cNvPr>
          <p:cNvSpPr/>
          <p:nvPr/>
        </p:nvSpPr>
        <p:spPr>
          <a:xfrm>
            <a:off x="411480" y="320040"/>
            <a:ext cx="9723120"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C-1. </a:t>
            </a:r>
            <a:r>
              <a:rPr lang="ja-JP" altLang="en-US" sz="2600" b="1">
                <a:solidFill>
                  <a:srgbClr val="1A5276"/>
                </a:solidFill>
                <a:latin typeface="Meiryo" pitchFamily="34" charset="0"/>
                <a:ea typeface="Meiryo" pitchFamily="34" charset="-122"/>
                <a:cs typeface="Meiryo" pitchFamily="34" charset="-120"/>
              </a:rPr>
              <a:t>モントリオール議定書：</a:t>
            </a:r>
            <a:r>
              <a:rPr lang="ja-JP" altLang="en-US" sz="2600" b="1" dirty="0">
                <a:solidFill>
                  <a:srgbClr val="1A5276"/>
                </a:solidFill>
                <a:latin typeface="Meiryo" pitchFamily="34" charset="0"/>
                <a:ea typeface="Meiryo" pitchFamily="34" charset="-122"/>
                <a:cs typeface="Meiryo" pitchFamily="34" charset="-120"/>
              </a:rPr>
              <a:t>世界で「最も成功した環境条約」</a:t>
            </a:r>
            <a:endParaRPr lang="en-US" sz="2600" dirty="0"/>
          </a:p>
        </p:txBody>
      </p:sp>
      <p:sp>
        <p:nvSpPr>
          <p:cNvPr id="6" name="Shape 1">
            <a:extLst>
              <a:ext uri="{FF2B5EF4-FFF2-40B4-BE49-F238E27FC236}">
                <a16:creationId xmlns:a16="http://schemas.microsoft.com/office/drawing/2014/main" id="{44270A04-2B38-6CED-6615-8AEA9228186F}"/>
              </a:ext>
            </a:extLst>
          </p:cNvPr>
          <p:cNvSpPr/>
          <p:nvPr/>
        </p:nvSpPr>
        <p:spPr>
          <a:xfrm>
            <a:off x="411480" y="950976"/>
            <a:ext cx="11365992" cy="22860"/>
          </a:xfrm>
          <a:prstGeom prst="rect">
            <a:avLst/>
          </a:prstGeom>
          <a:solidFill>
            <a:srgbClr val="2980B9"/>
          </a:solidFill>
          <a:ln/>
        </p:spPr>
        <p:txBody>
          <a:bodyPr/>
          <a:lstStyle/>
          <a:p>
            <a:endParaRPr lang="ja-JP" altLang="en-US"/>
          </a:p>
        </p:txBody>
      </p:sp>
    </p:spTree>
    <p:extLst>
      <p:ext uri="{BB962C8B-B14F-4D97-AF65-F5344CB8AC3E}">
        <p14:creationId xmlns:p14="http://schemas.microsoft.com/office/powerpoint/2010/main" val="40343870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D87274CC-6C29-FC7C-C68B-1313C9AE5408}"/>
              </a:ext>
            </a:extLst>
          </p:cNvPr>
          <p:cNvPicPr>
            <a:picLocks noChangeAspect="1"/>
          </p:cNvPicPr>
          <p:nvPr/>
        </p:nvPicPr>
        <p:blipFill>
          <a:blip r:embed="rId2"/>
          <a:stretch>
            <a:fillRect/>
          </a:stretch>
        </p:blipFill>
        <p:spPr>
          <a:xfrm>
            <a:off x="2697913" y="66675"/>
            <a:ext cx="9494087" cy="6858000"/>
          </a:xfrm>
          <a:prstGeom prst="rect">
            <a:avLst/>
          </a:prstGeom>
        </p:spPr>
      </p:pic>
      <p:sp>
        <p:nvSpPr>
          <p:cNvPr id="7" name="テキスト ボックス 6">
            <a:extLst>
              <a:ext uri="{FF2B5EF4-FFF2-40B4-BE49-F238E27FC236}">
                <a16:creationId xmlns:a16="http://schemas.microsoft.com/office/drawing/2014/main" id="{E5A05183-B3F7-B35E-B5F9-5CB0CF4997F7}"/>
              </a:ext>
            </a:extLst>
          </p:cNvPr>
          <p:cNvSpPr txBox="1"/>
          <p:nvPr/>
        </p:nvSpPr>
        <p:spPr>
          <a:xfrm>
            <a:off x="85725" y="5935444"/>
            <a:ext cx="4095750" cy="523220"/>
          </a:xfrm>
          <a:prstGeom prst="rect">
            <a:avLst/>
          </a:prstGeom>
          <a:noFill/>
        </p:spPr>
        <p:txBody>
          <a:bodyPr wrap="square">
            <a:spAutoFit/>
          </a:bodyPr>
          <a:lstStyle/>
          <a:p>
            <a:pPr algn="l"/>
            <a:r>
              <a:rPr lang="ja-JP" altLang="en-US" sz="1400" b="1" i="0" u="none" strike="noStrike" baseline="0">
                <a:solidFill>
                  <a:srgbClr val="00584E"/>
                </a:solidFill>
                <a:latin typeface="MeiryoUI-Bold"/>
              </a:rPr>
              <a:t>環境省（</a:t>
            </a:r>
            <a:r>
              <a:rPr lang="en-US" altLang="ja-JP" sz="1400" b="1" i="0" u="none" strike="noStrike" baseline="0">
                <a:solidFill>
                  <a:srgbClr val="00584E"/>
                </a:solidFill>
                <a:latin typeface="MeiryoUI-Bold"/>
              </a:rPr>
              <a:t>2022</a:t>
            </a:r>
            <a:r>
              <a:rPr lang="ja-JP" altLang="en-US" sz="1400" b="1" i="0" u="none" strike="noStrike" baseline="0">
                <a:solidFill>
                  <a:srgbClr val="00584E"/>
                </a:solidFill>
                <a:latin typeface="MeiryoUI-Bold"/>
              </a:rPr>
              <a:t>）令和４年度</a:t>
            </a:r>
          </a:p>
          <a:p>
            <a:pPr algn="l"/>
            <a:r>
              <a:rPr lang="ja-JP" altLang="en-US" sz="1400" b="1" i="0" u="none" strike="noStrike" baseline="0">
                <a:solidFill>
                  <a:srgbClr val="00584E"/>
                </a:solidFill>
                <a:latin typeface="MeiryoUI-Bold"/>
              </a:rPr>
              <a:t>改正フロン排出抑制法に関する説明会</a:t>
            </a:r>
            <a:endParaRPr lang="ja-JP" altLang="en-US" sz="1400"/>
          </a:p>
        </p:txBody>
      </p:sp>
    </p:spTree>
    <p:extLst>
      <p:ext uri="{BB962C8B-B14F-4D97-AF65-F5344CB8AC3E}">
        <p14:creationId xmlns:p14="http://schemas.microsoft.com/office/powerpoint/2010/main" val="8550498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0">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確認ポイント — Sec. C-1（オゾン層）</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Shape 2"/>
          <p:cNvSpPr/>
          <p:nvPr/>
        </p:nvSpPr>
        <p:spPr>
          <a:xfrm>
            <a:off x="411480" y="1188720"/>
            <a:ext cx="11365992" cy="1658112"/>
          </a:xfrm>
          <a:prstGeom prst="rect">
            <a:avLst/>
          </a:prstGeom>
          <a:solidFill>
            <a:srgbClr val="FFFFFF"/>
          </a:solidFill>
          <a:ln w="6350">
            <a:solidFill>
              <a:srgbClr val="D5DBDB"/>
            </a:solidFill>
            <a:prstDash val="solid"/>
          </a:ln>
        </p:spPr>
        <p:txBody>
          <a:bodyPr/>
          <a:lstStyle/>
          <a:p>
            <a:endParaRPr lang="ja-JP" altLang="en-US" sz="3600"/>
          </a:p>
        </p:txBody>
      </p:sp>
      <p:sp>
        <p:nvSpPr>
          <p:cNvPr id="5" name="Shape 3"/>
          <p:cNvSpPr/>
          <p:nvPr/>
        </p:nvSpPr>
        <p:spPr>
          <a:xfrm>
            <a:off x="411480" y="1188720"/>
            <a:ext cx="73152" cy="1658112"/>
          </a:xfrm>
          <a:prstGeom prst="rect">
            <a:avLst/>
          </a:prstGeom>
          <a:solidFill>
            <a:srgbClr val="2980B9"/>
          </a:solidFill>
          <a:ln/>
        </p:spPr>
        <p:txBody>
          <a:bodyPr/>
          <a:lstStyle/>
          <a:p>
            <a:endParaRPr lang="ja-JP" altLang="en-US" sz="3600"/>
          </a:p>
        </p:txBody>
      </p:sp>
      <p:sp>
        <p:nvSpPr>
          <p:cNvPr id="6" name="Text 4"/>
          <p:cNvSpPr/>
          <p:nvPr/>
        </p:nvSpPr>
        <p:spPr>
          <a:xfrm>
            <a:off x="594360" y="1261872"/>
            <a:ext cx="11000232" cy="365760"/>
          </a:xfrm>
          <a:prstGeom prst="rect">
            <a:avLst/>
          </a:prstGeom>
          <a:noFill/>
          <a:ln/>
        </p:spPr>
        <p:txBody>
          <a:bodyPr wrap="square" rtlCol="0" anchor="ctr"/>
          <a:lstStyle/>
          <a:p>
            <a:pPr marL="0" indent="0">
              <a:buNone/>
            </a:pPr>
            <a:r>
              <a:rPr lang="en-US" sz="2400" b="1" dirty="0">
                <a:solidFill>
                  <a:srgbClr val="1A5276"/>
                </a:solidFill>
                <a:latin typeface="Meiryo" pitchFamily="34" charset="0"/>
                <a:ea typeface="Meiryo" pitchFamily="34" charset="-122"/>
                <a:cs typeface="Meiryo" pitchFamily="34" charset="-120"/>
              </a:rPr>
              <a:t>Q1. HFCのODPとGWPはそれぞれどうか？</a:t>
            </a:r>
            <a:endParaRPr lang="en-US" sz="2400" dirty="0"/>
          </a:p>
        </p:txBody>
      </p:sp>
      <p:sp>
        <p:nvSpPr>
          <p:cNvPr id="7" name="Text 5"/>
          <p:cNvSpPr/>
          <p:nvPr/>
        </p:nvSpPr>
        <p:spPr>
          <a:xfrm>
            <a:off x="594360" y="1645920"/>
            <a:ext cx="11292840" cy="1127760"/>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ODP = </a:t>
            </a:r>
            <a:r>
              <a:rPr lang="en-US" sz="2400" b="1" dirty="0">
                <a:solidFill>
                  <a:srgbClr val="1A5276"/>
                </a:solidFill>
                <a:latin typeface="Meiryo" pitchFamily="34" charset="0"/>
                <a:ea typeface="Meiryo" pitchFamily="34" charset="-122"/>
                <a:cs typeface="Meiryo" pitchFamily="34" charset="-120"/>
              </a:rPr>
              <a:t>0</a:t>
            </a:r>
            <a:r>
              <a:rPr lang="en-US" sz="2400" dirty="0">
                <a:solidFill>
                  <a:srgbClr val="2C3E50"/>
                </a:solidFill>
                <a:latin typeface="Meiryo" pitchFamily="34" charset="0"/>
                <a:ea typeface="Meiryo" pitchFamily="34" charset="-122"/>
                <a:cs typeface="Meiryo" pitchFamily="34" charset="-120"/>
              </a:rPr>
              <a:t>（Cl/Brを含まない）。しかしGWPは</a:t>
            </a:r>
            <a:r>
              <a:rPr lang="en-US" sz="2400" b="1" dirty="0">
                <a:solidFill>
                  <a:srgbClr val="C0392B"/>
                </a:solidFill>
                <a:latin typeface="Meiryo" pitchFamily="34" charset="0"/>
                <a:ea typeface="Meiryo" pitchFamily="34" charset="-122"/>
                <a:cs typeface="Meiryo" pitchFamily="34" charset="-120"/>
              </a:rPr>
              <a:t>高い</a:t>
            </a:r>
            <a:r>
              <a:rPr lang="en-US" sz="2400" dirty="0">
                <a:solidFill>
                  <a:srgbClr val="2C3E50"/>
                </a:solidFill>
                <a:latin typeface="Meiryo" pitchFamily="34" charset="0"/>
                <a:ea typeface="Meiryo" pitchFamily="34" charset="-122"/>
                <a:cs typeface="Meiryo" pitchFamily="34" charset="-120"/>
              </a:rPr>
              <a:t>→キガリ改正で削減対象に。</a:t>
            </a:r>
            <a:endParaRPr lang="en-US" sz="2400" dirty="0"/>
          </a:p>
        </p:txBody>
      </p:sp>
      <p:sp>
        <p:nvSpPr>
          <p:cNvPr id="8" name="Shape 6"/>
          <p:cNvSpPr/>
          <p:nvPr/>
        </p:nvSpPr>
        <p:spPr>
          <a:xfrm>
            <a:off x="411480" y="2956560"/>
            <a:ext cx="11365992" cy="1658112"/>
          </a:xfrm>
          <a:prstGeom prst="rect">
            <a:avLst/>
          </a:prstGeom>
          <a:solidFill>
            <a:srgbClr val="FFFFFF"/>
          </a:solidFill>
          <a:ln w="6350">
            <a:solidFill>
              <a:srgbClr val="D5DBDB"/>
            </a:solidFill>
            <a:prstDash val="solid"/>
          </a:ln>
        </p:spPr>
        <p:txBody>
          <a:bodyPr/>
          <a:lstStyle/>
          <a:p>
            <a:endParaRPr lang="ja-JP" altLang="en-US" sz="3600"/>
          </a:p>
        </p:txBody>
      </p:sp>
      <p:sp>
        <p:nvSpPr>
          <p:cNvPr id="9" name="Shape 7"/>
          <p:cNvSpPr/>
          <p:nvPr/>
        </p:nvSpPr>
        <p:spPr>
          <a:xfrm>
            <a:off x="411480" y="2956560"/>
            <a:ext cx="73152" cy="1658112"/>
          </a:xfrm>
          <a:prstGeom prst="rect">
            <a:avLst/>
          </a:prstGeom>
          <a:solidFill>
            <a:srgbClr val="2980B9"/>
          </a:solidFill>
          <a:ln/>
        </p:spPr>
        <p:txBody>
          <a:bodyPr/>
          <a:lstStyle/>
          <a:p>
            <a:endParaRPr lang="ja-JP" altLang="en-US" sz="3600"/>
          </a:p>
        </p:txBody>
      </p:sp>
      <p:sp>
        <p:nvSpPr>
          <p:cNvPr id="10" name="Text 8"/>
          <p:cNvSpPr/>
          <p:nvPr/>
        </p:nvSpPr>
        <p:spPr>
          <a:xfrm>
            <a:off x="594360" y="3029712"/>
            <a:ext cx="11000232" cy="365760"/>
          </a:xfrm>
          <a:prstGeom prst="rect">
            <a:avLst/>
          </a:prstGeom>
          <a:noFill/>
          <a:ln/>
        </p:spPr>
        <p:txBody>
          <a:bodyPr wrap="square" rtlCol="0" anchor="ctr"/>
          <a:lstStyle/>
          <a:p>
            <a:pPr marL="0" indent="0">
              <a:buNone/>
            </a:pPr>
            <a:r>
              <a:rPr lang="en-US" sz="2400" b="1" dirty="0">
                <a:solidFill>
                  <a:srgbClr val="1A5276"/>
                </a:solidFill>
                <a:latin typeface="Meiryo" pitchFamily="34" charset="0"/>
                <a:ea typeface="Meiryo" pitchFamily="34" charset="-122"/>
                <a:cs typeface="Meiryo" pitchFamily="34" charset="-120"/>
              </a:rPr>
              <a:t>Q2. 1個のCl原子が破壊するオゾン分子数は？</a:t>
            </a:r>
            <a:endParaRPr lang="en-US" sz="2400" dirty="0"/>
          </a:p>
        </p:txBody>
      </p:sp>
      <p:sp>
        <p:nvSpPr>
          <p:cNvPr id="11" name="Text 9"/>
          <p:cNvSpPr/>
          <p:nvPr/>
        </p:nvSpPr>
        <p:spPr>
          <a:xfrm>
            <a:off x="594360" y="3413760"/>
            <a:ext cx="11000232" cy="1127760"/>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約</a:t>
            </a:r>
            <a:r>
              <a:rPr lang="en-US" sz="2400" b="1" dirty="0">
                <a:solidFill>
                  <a:srgbClr val="1A5276"/>
                </a:solidFill>
                <a:latin typeface="Meiryo" pitchFamily="34" charset="0"/>
                <a:ea typeface="Meiryo" pitchFamily="34" charset="-122"/>
                <a:cs typeface="Meiryo" pitchFamily="34" charset="-120"/>
              </a:rPr>
              <a:t>10万個</a:t>
            </a:r>
            <a:r>
              <a:rPr lang="en-US" sz="2400" dirty="0">
                <a:solidFill>
                  <a:srgbClr val="2C3E50"/>
                </a:solidFill>
                <a:latin typeface="Meiryo" pitchFamily="34" charset="0"/>
                <a:ea typeface="Meiryo" pitchFamily="34" charset="-122"/>
                <a:cs typeface="Meiryo" pitchFamily="34" charset="-120"/>
              </a:rPr>
              <a:t>。Clが触媒として連鎖的に作用するため。</a:t>
            </a:r>
            <a:endParaRPr lang="en-US" sz="2400" dirty="0"/>
          </a:p>
        </p:txBody>
      </p:sp>
      <p:sp>
        <p:nvSpPr>
          <p:cNvPr id="12" name="Shape 10"/>
          <p:cNvSpPr/>
          <p:nvPr/>
        </p:nvSpPr>
        <p:spPr>
          <a:xfrm>
            <a:off x="411480" y="4724400"/>
            <a:ext cx="11365992" cy="1658112"/>
          </a:xfrm>
          <a:prstGeom prst="rect">
            <a:avLst/>
          </a:prstGeom>
          <a:solidFill>
            <a:srgbClr val="FFFFFF"/>
          </a:solidFill>
          <a:ln w="6350">
            <a:solidFill>
              <a:srgbClr val="D5DBDB"/>
            </a:solidFill>
            <a:prstDash val="solid"/>
          </a:ln>
        </p:spPr>
        <p:txBody>
          <a:bodyPr/>
          <a:lstStyle/>
          <a:p>
            <a:endParaRPr lang="ja-JP" altLang="en-US" sz="3600"/>
          </a:p>
        </p:txBody>
      </p:sp>
      <p:sp>
        <p:nvSpPr>
          <p:cNvPr id="13" name="Shape 11"/>
          <p:cNvSpPr/>
          <p:nvPr/>
        </p:nvSpPr>
        <p:spPr>
          <a:xfrm>
            <a:off x="411480" y="4724400"/>
            <a:ext cx="73152" cy="1658112"/>
          </a:xfrm>
          <a:prstGeom prst="rect">
            <a:avLst/>
          </a:prstGeom>
          <a:solidFill>
            <a:srgbClr val="2980B9"/>
          </a:solidFill>
          <a:ln/>
        </p:spPr>
        <p:txBody>
          <a:bodyPr/>
          <a:lstStyle/>
          <a:p>
            <a:endParaRPr lang="ja-JP" altLang="en-US" sz="3600"/>
          </a:p>
        </p:txBody>
      </p:sp>
      <p:sp>
        <p:nvSpPr>
          <p:cNvPr id="14" name="Text 12"/>
          <p:cNvSpPr/>
          <p:nvPr/>
        </p:nvSpPr>
        <p:spPr>
          <a:xfrm>
            <a:off x="594360" y="4797552"/>
            <a:ext cx="11000232" cy="365760"/>
          </a:xfrm>
          <a:prstGeom prst="rect">
            <a:avLst/>
          </a:prstGeom>
          <a:noFill/>
          <a:ln/>
        </p:spPr>
        <p:txBody>
          <a:bodyPr wrap="square" rtlCol="0" anchor="ctr"/>
          <a:lstStyle/>
          <a:p>
            <a:pPr marL="0" indent="0">
              <a:buNone/>
            </a:pPr>
            <a:r>
              <a:rPr lang="en-US" sz="2400" b="1" dirty="0">
                <a:solidFill>
                  <a:srgbClr val="1A5276"/>
                </a:solidFill>
                <a:latin typeface="Meiryo" pitchFamily="34" charset="0"/>
                <a:ea typeface="Meiryo" pitchFamily="34" charset="-122"/>
                <a:cs typeface="Meiryo" pitchFamily="34" charset="-120"/>
              </a:rPr>
              <a:t>Q3.</a:t>
            </a:r>
            <a:r>
              <a:rPr lang="ja-JP" altLang="en-US" sz="2400" b="1" dirty="0">
                <a:solidFill>
                  <a:srgbClr val="1A5276"/>
                </a:solidFill>
                <a:latin typeface="Meiryo" pitchFamily="34" charset="0"/>
                <a:ea typeface="Meiryo" pitchFamily="34" charset="-122"/>
                <a:cs typeface="Meiryo" pitchFamily="34" charset="-120"/>
              </a:rPr>
              <a:t>オゾン層を破壊するおそれのあるフロンなどの物質の生産や消費、輸出入を規制する国際的な環境条約と、それに対応する国内法は？</a:t>
            </a:r>
            <a:endParaRPr lang="en-US" sz="2400" dirty="0"/>
          </a:p>
        </p:txBody>
      </p:sp>
      <p:sp>
        <p:nvSpPr>
          <p:cNvPr id="15" name="Text 13"/>
          <p:cNvSpPr/>
          <p:nvPr/>
        </p:nvSpPr>
        <p:spPr>
          <a:xfrm>
            <a:off x="594360" y="5596128"/>
            <a:ext cx="11000232" cy="1127760"/>
          </a:xfrm>
          <a:prstGeom prst="rect">
            <a:avLst/>
          </a:prstGeom>
          <a:noFill/>
          <a:ln/>
        </p:spPr>
        <p:txBody>
          <a:bodyPr wrap="square" rtlCol="0" anchor="t"/>
          <a:lstStyle/>
          <a:p>
            <a:pPr>
              <a:lnSpc>
                <a:spcPct val="130000"/>
              </a:lnSpc>
              <a:spcAft>
                <a:spcPts val="400"/>
              </a:spcAft>
            </a:pPr>
            <a:r>
              <a:rPr lang="ja-JP" altLang="en-US" sz="2400" b="1" dirty="0">
                <a:solidFill>
                  <a:srgbClr val="1A5276"/>
                </a:solidFill>
                <a:latin typeface="Meiryo" pitchFamily="34" charset="0"/>
                <a:ea typeface="Meiryo" pitchFamily="34" charset="-122"/>
                <a:cs typeface="Meiryo" pitchFamily="34" charset="-120"/>
              </a:rPr>
              <a:t>モントリオール議定書、</a:t>
            </a:r>
            <a:r>
              <a:rPr lang="en-US" altLang="ja-JP" sz="2400" i="1" dirty="0">
                <a:solidFill>
                  <a:srgbClr val="5D6D7E"/>
                </a:solidFill>
                <a:latin typeface="Meiryo" pitchFamily="34" charset="0"/>
                <a:ea typeface="Meiryo" pitchFamily="34" charset="-122"/>
                <a:cs typeface="Meiryo" pitchFamily="34" charset="-120"/>
              </a:rPr>
              <a:t> </a:t>
            </a:r>
            <a:r>
              <a:rPr lang="en-US" altLang="ja-JP" sz="2400" i="1" dirty="0" err="1">
                <a:solidFill>
                  <a:srgbClr val="5D6D7E"/>
                </a:solidFill>
                <a:latin typeface="Meiryo" pitchFamily="34" charset="0"/>
                <a:ea typeface="Meiryo" pitchFamily="34" charset="-122"/>
                <a:cs typeface="Meiryo" pitchFamily="34" charset="-120"/>
              </a:rPr>
              <a:t>オゾン層保護法・フロン排出抑制法</a:t>
            </a:r>
            <a:endParaRPr lang="en-US" sz="2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C4A98-22AE-EF8E-7AC0-0FC1B514C19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7AF7595-053F-30F8-2151-5D6F7CA31E29}"/>
              </a:ext>
            </a:extLst>
          </p:cNvPr>
          <p:cNvSpPr/>
          <p:nvPr/>
        </p:nvSpPr>
        <p:spPr>
          <a:xfrm>
            <a:off x="411480" y="320040"/>
            <a:ext cx="8647938" cy="594360"/>
          </a:xfrm>
          <a:prstGeom prst="rect">
            <a:avLst/>
          </a:prstGeom>
          <a:noFill/>
          <a:ln/>
        </p:spPr>
        <p:txBody>
          <a:bodyPr wrap="square" rtlCol="0" anchor="ctr"/>
          <a:lstStyle/>
          <a:p>
            <a:pPr marL="0" indent="0">
              <a:buNone/>
            </a:pPr>
            <a:r>
              <a:rPr lang="en-US" sz="3600" b="1" dirty="0">
                <a:solidFill>
                  <a:srgbClr val="1A5276"/>
                </a:solidFill>
                <a:latin typeface="Meiryo" pitchFamily="34" charset="0"/>
                <a:ea typeface="Meiryo" pitchFamily="34" charset="-122"/>
                <a:cs typeface="Meiryo" pitchFamily="34" charset="-120"/>
              </a:rPr>
              <a:t>本日の範囲 — 教科書VI-1章の全体構造</a:t>
            </a:r>
            <a:endParaRPr lang="en-US" sz="3600" dirty="0"/>
          </a:p>
        </p:txBody>
      </p:sp>
      <p:sp>
        <p:nvSpPr>
          <p:cNvPr id="3" name="Shape 1">
            <a:extLst>
              <a:ext uri="{FF2B5EF4-FFF2-40B4-BE49-F238E27FC236}">
                <a16:creationId xmlns:a16="http://schemas.microsoft.com/office/drawing/2014/main" id="{BD332E77-D911-166C-56D2-578FBE576CF9}"/>
              </a:ext>
            </a:extLst>
          </p:cNvPr>
          <p:cNvSpPr/>
          <p:nvPr/>
        </p:nvSpPr>
        <p:spPr>
          <a:xfrm>
            <a:off x="411480" y="950976"/>
            <a:ext cx="11365992" cy="22860"/>
          </a:xfrm>
          <a:prstGeom prst="rect">
            <a:avLst/>
          </a:prstGeom>
          <a:solidFill>
            <a:srgbClr val="2980B9"/>
          </a:solidFill>
          <a:ln/>
        </p:spPr>
        <p:txBody>
          <a:bodyPr/>
          <a:lstStyle/>
          <a:p>
            <a:endParaRPr lang="ja-JP" altLang="en-US" sz="2800"/>
          </a:p>
        </p:txBody>
      </p:sp>
      <p:sp>
        <p:nvSpPr>
          <p:cNvPr id="7" name="Text 5">
            <a:extLst>
              <a:ext uri="{FF2B5EF4-FFF2-40B4-BE49-F238E27FC236}">
                <a16:creationId xmlns:a16="http://schemas.microsoft.com/office/drawing/2014/main" id="{4B7EEBBC-E980-EC1E-BA17-EF9EBDE57A23}"/>
              </a:ext>
            </a:extLst>
          </p:cNvPr>
          <p:cNvSpPr/>
          <p:nvPr/>
        </p:nvSpPr>
        <p:spPr>
          <a:xfrm>
            <a:off x="411480" y="6355080"/>
            <a:ext cx="11365992" cy="274320"/>
          </a:xfrm>
          <a:prstGeom prst="rect">
            <a:avLst/>
          </a:prstGeom>
          <a:noFill/>
          <a:ln/>
        </p:spPr>
        <p:txBody>
          <a:bodyPr wrap="square" rtlCol="0" anchor="ctr"/>
          <a:lstStyle/>
          <a:p>
            <a:pPr marL="0" indent="0">
              <a:buNone/>
            </a:pPr>
            <a:r>
              <a:rPr lang="en-US" sz="1600" i="1" dirty="0">
                <a:solidFill>
                  <a:srgbClr val="5D6D7E"/>
                </a:solidFill>
                <a:latin typeface="Meiryo" pitchFamily="34" charset="0"/>
                <a:ea typeface="Meiryo" pitchFamily="34" charset="-122"/>
                <a:cs typeface="Meiryo" pitchFamily="34" charset="-120"/>
              </a:rPr>
              <a:t>★ = 重要度（学術的核心概念）／ 無印も全範囲が試験範囲</a:t>
            </a:r>
            <a:endParaRPr lang="en-US" sz="1600" dirty="0"/>
          </a:p>
        </p:txBody>
      </p:sp>
      <p:sp>
        <p:nvSpPr>
          <p:cNvPr id="8" name="Rectangle 7">
            <a:extLst>
              <a:ext uri="{FF2B5EF4-FFF2-40B4-BE49-F238E27FC236}">
                <a16:creationId xmlns:a16="http://schemas.microsoft.com/office/drawing/2014/main" id="{F6FE5220-9FA5-DF42-D337-DE6B2A7BE622}"/>
              </a:ext>
            </a:extLst>
          </p:cNvPr>
          <p:cNvSpPr/>
          <p:nvPr/>
        </p:nvSpPr>
        <p:spPr>
          <a:xfrm>
            <a:off x="411480"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 name="Rectangle 8">
            <a:extLst>
              <a:ext uri="{FF2B5EF4-FFF2-40B4-BE49-F238E27FC236}">
                <a16:creationId xmlns:a16="http://schemas.microsoft.com/office/drawing/2014/main" id="{57A8A5F9-5C38-2386-21FD-1269904C6CBC}"/>
              </a:ext>
            </a:extLst>
          </p:cNvPr>
          <p:cNvSpPr/>
          <p:nvPr/>
        </p:nvSpPr>
        <p:spPr>
          <a:xfrm>
            <a:off x="411480" y="1234440"/>
            <a:ext cx="2718054" cy="9601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a:extLst>
              <a:ext uri="{FF2B5EF4-FFF2-40B4-BE49-F238E27FC236}">
                <a16:creationId xmlns:a16="http://schemas.microsoft.com/office/drawing/2014/main" id="{AF194020-8A54-7C19-0956-D3343E765EDC}"/>
              </a:ext>
            </a:extLst>
          </p:cNvPr>
          <p:cNvSpPr txBox="1"/>
          <p:nvPr/>
        </p:nvSpPr>
        <p:spPr>
          <a:xfrm>
            <a:off x="548640"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A</a:t>
            </a:r>
          </a:p>
        </p:txBody>
      </p:sp>
      <p:sp>
        <p:nvSpPr>
          <p:cNvPr id="11" name="TextBox 10">
            <a:extLst>
              <a:ext uri="{FF2B5EF4-FFF2-40B4-BE49-F238E27FC236}">
                <a16:creationId xmlns:a16="http://schemas.microsoft.com/office/drawing/2014/main" id="{DB7135F4-E5C7-60EF-B294-05E5C9145265}"/>
              </a:ext>
            </a:extLst>
          </p:cNvPr>
          <p:cNvSpPr txBox="1"/>
          <p:nvPr/>
        </p:nvSpPr>
        <p:spPr>
          <a:xfrm>
            <a:off x="1280160"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地球環境と</a:t>
            </a:r>
          </a:p>
          <a:p>
            <a:pPr algn="l"/>
            <a:r>
              <a:rPr b="1">
                <a:solidFill>
                  <a:srgbClr val="FFFFFF"/>
                </a:solidFill>
                <a:latin typeface="Yu Gothic"/>
              </a:rPr>
              <a:t>生態系の構造</a:t>
            </a:r>
          </a:p>
        </p:txBody>
      </p:sp>
      <p:sp>
        <p:nvSpPr>
          <p:cNvPr id="12" name="Rectangle 11">
            <a:extLst>
              <a:ext uri="{FF2B5EF4-FFF2-40B4-BE49-F238E27FC236}">
                <a16:creationId xmlns:a16="http://schemas.microsoft.com/office/drawing/2014/main" id="{5BC9D2C4-9D1B-0EB6-3E41-4CD2B2FF6F9C}"/>
              </a:ext>
            </a:extLst>
          </p:cNvPr>
          <p:cNvSpPr/>
          <p:nvPr/>
        </p:nvSpPr>
        <p:spPr>
          <a:xfrm>
            <a:off x="521208"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TextBox 12">
            <a:extLst>
              <a:ext uri="{FF2B5EF4-FFF2-40B4-BE49-F238E27FC236}">
                <a16:creationId xmlns:a16="http://schemas.microsoft.com/office/drawing/2014/main" id="{DD8A10AF-86CA-E845-9BCD-9CEE5D5FE84D}"/>
              </a:ext>
            </a:extLst>
          </p:cNvPr>
          <p:cNvSpPr txBox="1"/>
          <p:nvPr/>
        </p:nvSpPr>
        <p:spPr>
          <a:xfrm>
            <a:off x="630936" y="2432304"/>
            <a:ext cx="777240" cy="276999"/>
          </a:xfrm>
          <a:prstGeom prst="rect">
            <a:avLst/>
          </a:prstGeom>
          <a:noFill/>
        </p:spPr>
        <p:txBody>
          <a:bodyPr wrap="square" lIns="0" tIns="0" rIns="0" bIns="0" anchor="t">
            <a:spAutoFit/>
          </a:bodyPr>
          <a:lstStyle/>
          <a:p>
            <a:pPr algn="l"/>
            <a:r>
              <a:rPr b="1">
                <a:solidFill>
                  <a:srgbClr val="1A5276"/>
                </a:solidFill>
                <a:latin typeface="Yu Gothic"/>
              </a:rPr>
              <a:t>A-1</a:t>
            </a:r>
          </a:p>
        </p:txBody>
      </p:sp>
      <p:sp>
        <p:nvSpPr>
          <p:cNvPr id="14" name="TextBox 13">
            <a:extLst>
              <a:ext uri="{FF2B5EF4-FFF2-40B4-BE49-F238E27FC236}">
                <a16:creationId xmlns:a16="http://schemas.microsoft.com/office/drawing/2014/main" id="{47D2C5FC-45B4-5232-00EF-B9D6A73E1C4F}"/>
              </a:ext>
            </a:extLst>
          </p:cNvPr>
          <p:cNvSpPr txBox="1"/>
          <p:nvPr/>
        </p:nvSpPr>
        <p:spPr>
          <a:xfrm>
            <a:off x="630936" y="2724912"/>
            <a:ext cx="2443734" cy="246221"/>
          </a:xfrm>
          <a:prstGeom prst="rect">
            <a:avLst/>
          </a:prstGeom>
          <a:noFill/>
        </p:spPr>
        <p:txBody>
          <a:bodyPr wrap="square" lIns="0" tIns="0" rIns="0" bIns="0" anchor="t">
            <a:spAutoFit/>
          </a:bodyPr>
          <a:lstStyle/>
          <a:p>
            <a:pPr algn="l"/>
            <a:r>
              <a:rPr sz="1600" b="0" dirty="0" err="1">
                <a:solidFill>
                  <a:srgbClr val="2C3E50"/>
                </a:solidFill>
                <a:latin typeface="Yu Gothic"/>
              </a:rPr>
              <a:t>四圏（地・水・気・生物</a:t>
            </a:r>
            <a:r>
              <a:rPr sz="1600" b="0" dirty="0">
                <a:solidFill>
                  <a:srgbClr val="2C3E50"/>
                </a:solidFill>
                <a:latin typeface="Yu Gothic"/>
              </a:rPr>
              <a:t>）</a:t>
            </a:r>
          </a:p>
        </p:txBody>
      </p:sp>
      <p:sp>
        <p:nvSpPr>
          <p:cNvPr id="15" name="Rectangle 14">
            <a:extLst>
              <a:ext uri="{FF2B5EF4-FFF2-40B4-BE49-F238E27FC236}">
                <a16:creationId xmlns:a16="http://schemas.microsoft.com/office/drawing/2014/main" id="{1D0968AA-EB21-D68B-BEEE-C22AAF07556C}"/>
              </a:ext>
            </a:extLst>
          </p:cNvPr>
          <p:cNvSpPr/>
          <p:nvPr/>
        </p:nvSpPr>
        <p:spPr>
          <a:xfrm>
            <a:off x="521208"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TextBox 15">
            <a:extLst>
              <a:ext uri="{FF2B5EF4-FFF2-40B4-BE49-F238E27FC236}">
                <a16:creationId xmlns:a16="http://schemas.microsoft.com/office/drawing/2014/main" id="{E1B50835-598C-E8E6-8E2A-8D2F7752A5C6}"/>
              </a:ext>
            </a:extLst>
          </p:cNvPr>
          <p:cNvSpPr txBox="1"/>
          <p:nvPr/>
        </p:nvSpPr>
        <p:spPr>
          <a:xfrm>
            <a:off x="630936" y="3273552"/>
            <a:ext cx="777240" cy="276999"/>
          </a:xfrm>
          <a:prstGeom prst="rect">
            <a:avLst/>
          </a:prstGeom>
          <a:noFill/>
        </p:spPr>
        <p:txBody>
          <a:bodyPr wrap="square" lIns="0" tIns="0" rIns="0" bIns="0" anchor="t">
            <a:spAutoFit/>
          </a:bodyPr>
          <a:lstStyle/>
          <a:p>
            <a:pPr algn="l"/>
            <a:r>
              <a:rPr b="1">
                <a:solidFill>
                  <a:srgbClr val="1A5276"/>
                </a:solidFill>
                <a:latin typeface="Yu Gothic"/>
              </a:rPr>
              <a:t>A-2</a:t>
            </a:r>
          </a:p>
        </p:txBody>
      </p:sp>
      <p:sp>
        <p:nvSpPr>
          <p:cNvPr id="17" name="TextBox 16">
            <a:extLst>
              <a:ext uri="{FF2B5EF4-FFF2-40B4-BE49-F238E27FC236}">
                <a16:creationId xmlns:a16="http://schemas.microsoft.com/office/drawing/2014/main" id="{AD562617-F41B-6C4B-8C9A-462F8B0ECAB7}"/>
              </a:ext>
            </a:extLst>
          </p:cNvPr>
          <p:cNvSpPr txBox="1"/>
          <p:nvPr/>
        </p:nvSpPr>
        <p:spPr>
          <a:xfrm>
            <a:off x="630936"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生態系の構成と機能</a:t>
            </a:r>
          </a:p>
        </p:txBody>
      </p:sp>
      <p:sp>
        <p:nvSpPr>
          <p:cNvPr id="18" name="TextBox 17">
            <a:extLst>
              <a:ext uri="{FF2B5EF4-FFF2-40B4-BE49-F238E27FC236}">
                <a16:creationId xmlns:a16="http://schemas.microsoft.com/office/drawing/2014/main" id="{A835E574-8673-A452-E19F-A4F2960936DC}"/>
              </a:ext>
            </a:extLst>
          </p:cNvPr>
          <p:cNvSpPr txBox="1"/>
          <p:nvPr/>
        </p:nvSpPr>
        <p:spPr>
          <a:xfrm>
            <a:off x="1280160"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19" name="Rectangle 18">
            <a:extLst>
              <a:ext uri="{FF2B5EF4-FFF2-40B4-BE49-F238E27FC236}">
                <a16:creationId xmlns:a16="http://schemas.microsoft.com/office/drawing/2014/main" id="{4931AF05-7D61-7D10-E769-FFDA130EF485}"/>
              </a:ext>
            </a:extLst>
          </p:cNvPr>
          <p:cNvSpPr/>
          <p:nvPr/>
        </p:nvSpPr>
        <p:spPr>
          <a:xfrm>
            <a:off x="521208"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a:extLst>
              <a:ext uri="{FF2B5EF4-FFF2-40B4-BE49-F238E27FC236}">
                <a16:creationId xmlns:a16="http://schemas.microsoft.com/office/drawing/2014/main" id="{599E3EE9-B2C7-96BC-D4C1-7EB053F441A7}"/>
              </a:ext>
            </a:extLst>
          </p:cNvPr>
          <p:cNvSpPr txBox="1"/>
          <p:nvPr/>
        </p:nvSpPr>
        <p:spPr>
          <a:xfrm>
            <a:off x="630936" y="4114800"/>
            <a:ext cx="777240" cy="276999"/>
          </a:xfrm>
          <a:prstGeom prst="rect">
            <a:avLst/>
          </a:prstGeom>
          <a:noFill/>
        </p:spPr>
        <p:txBody>
          <a:bodyPr wrap="square" lIns="0" tIns="0" rIns="0" bIns="0" anchor="t">
            <a:spAutoFit/>
          </a:bodyPr>
          <a:lstStyle/>
          <a:p>
            <a:pPr algn="l"/>
            <a:r>
              <a:rPr b="1">
                <a:solidFill>
                  <a:srgbClr val="1A5276"/>
                </a:solidFill>
                <a:latin typeface="Yu Gothic"/>
              </a:rPr>
              <a:t>A-3</a:t>
            </a:r>
          </a:p>
        </p:txBody>
      </p:sp>
      <p:sp>
        <p:nvSpPr>
          <p:cNvPr id="21" name="TextBox 20">
            <a:extLst>
              <a:ext uri="{FF2B5EF4-FFF2-40B4-BE49-F238E27FC236}">
                <a16:creationId xmlns:a16="http://schemas.microsoft.com/office/drawing/2014/main" id="{7E53E601-255E-CC0C-B3F0-E8F63390C610}"/>
              </a:ext>
            </a:extLst>
          </p:cNvPr>
          <p:cNvSpPr txBox="1"/>
          <p:nvPr/>
        </p:nvSpPr>
        <p:spPr>
          <a:xfrm>
            <a:off x="630936"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物質循環（C / N / P）</a:t>
            </a:r>
          </a:p>
        </p:txBody>
      </p:sp>
      <p:sp>
        <p:nvSpPr>
          <p:cNvPr id="22" name="Rectangle 21">
            <a:extLst>
              <a:ext uri="{FF2B5EF4-FFF2-40B4-BE49-F238E27FC236}">
                <a16:creationId xmlns:a16="http://schemas.microsoft.com/office/drawing/2014/main" id="{45AA5668-8895-2F80-89DC-7A7F914F904A}"/>
              </a:ext>
            </a:extLst>
          </p:cNvPr>
          <p:cNvSpPr/>
          <p:nvPr/>
        </p:nvSpPr>
        <p:spPr>
          <a:xfrm>
            <a:off x="3294126" y="1234440"/>
            <a:ext cx="2718054" cy="489204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Rectangle 22">
            <a:extLst>
              <a:ext uri="{FF2B5EF4-FFF2-40B4-BE49-F238E27FC236}">
                <a16:creationId xmlns:a16="http://schemas.microsoft.com/office/drawing/2014/main" id="{DB05B439-BCE3-0FFA-EBDD-69AAA38D7195}"/>
              </a:ext>
            </a:extLst>
          </p:cNvPr>
          <p:cNvSpPr/>
          <p:nvPr/>
        </p:nvSpPr>
        <p:spPr>
          <a:xfrm>
            <a:off x="3294126" y="1234440"/>
            <a:ext cx="2718054" cy="96012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4" name="TextBox 23">
            <a:extLst>
              <a:ext uri="{FF2B5EF4-FFF2-40B4-BE49-F238E27FC236}">
                <a16:creationId xmlns:a16="http://schemas.microsoft.com/office/drawing/2014/main" id="{A6DC2E58-A4F7-7990-4529-7D84A671A937}"/>
              </a:ext>
            </a:extLst>
          </p:cNvPr>
          <p:cNvSpPr txBox="1"/>
          <p:nvPr/>
        </p:nvSpPr>
        <p:spPr>
          <a:xfrm>
            <a:off x="3431286"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B</a:t>
            </a:r>
          </a:p>
        </p:txBody>
      </p:sp>
      <p:sp>
        <p:nvSpPr>
          <p:cNvPr id="25" name="TextBox 24">
            <a:extLst>
              <a:ext uri="{FF2B5EF4-FFF2-40B4-BE49-F238E27FC236}">
                <a16:creationId xmlns:a16="http://schemas.microsoft.com/office/drawing/2014/main" id="{97CFBFB6-1312-B739-E00E-81390863C8B1}"/>
              </a:ext>
            </a:extLst>
          </p:cNvPr>
          <p:cNvSpPr txBox="1"/>
          <p:nvPr/>
        </p:nvSpPr>
        <p:spPr>
          <a:xfrm>
            <a:off x="4162806" y="1437501"/>
            <a:ext cx="1757934" cy="553998"/>
          </a:xfrm>
          <a:prstGeom prst="rect">
            <a:avLst/>
          </a:prstGeom>
          <a:noFill/>
        </p:spPr>
        <p:txBody>
          <a:bodyPr wrap="square" lIns="0" tIns="0" rIns="0" bIns="0" anchor="ctr">
            <a:spAutoFit/>
          </a:bodyPr>
          <a:lstStyle/>
          <a:p>
            <a:pPr algn="l"/>
            <a:r>
              <a:rPr b="1">
                <a:solidFill>
                  <a:srgbClr val="FFFFFF"/>
                </a:solidFill>
                <a:latin typeface="Yu Gothic"/>
              </a:rPr>
              <a:t>化学物質の</a:t>
            </a:r>
          </a:p>
          <a:p>
            <a:pPr algn="l"/>
            <a:r>
              <a:rPr b="1">
                <a:solidFill>
                  <a:srgbClr val="FFFFFF"/>
                </a:solidFill>
                <a:latin typeface="Yu Gothic"/>
              </a:rPr>
              <a:t>環境内動態</a:t>
            </a:r>
          </a:p>
        </p:txBody>
      </p:sp>
      <p:sp>
        <p:nvSpPr>
          <p:cNvPr id="26" name="Rectangle 25">
            <a:extLst>
              <a:ext uri="{FF2B5EF4-FFF2-40B4-BE49-F238E27FC236}">
                <a16:creationId xmlns:a16="http://schemas.microsoft.com/office/drawing/2014/main" id="{3443BF63-7B6A-C7AF-10D3-A2D1D4091666}"/>
              </a:ext>
            </a:extLst>
          </p:cNvPr>
          <p:cNvSpPr/>
          <p:nvPr/>
        </p:nvSpPr>
        <p:spPr>
          <a:xfrm>
            <a:off x="3403854"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a:extLst>
              <a:ext uri="{FF2B5EF4-FFF2-40B4-BE49-F238E27FC236}">
                <a16:creationId xmlns:a16="http://schemas.microsoft.com/office/drawing/2014/main" id="{72408F85-BE2B-DCE7-B22D-97A6E7C55E14}"/>
              </a:ext>
            </a:extLst>
          </p:cNvPr>
          <p:cNvSpPr txBox="1"/>
          <p:nvPr/>
        </p:nvSpPr>
        <p:spPr>
          <a:xfrm>
            <a:off x="3513582" y="2432304"/>
            <a:ext cx="777240" cy="276999"/>
          </a:xfrm>
          <a:prstGeom prst="rect">
            <a:avLst/>
          </a:prstGeom>
          <a:noFill/>
        </p:spPr>
        <p:txBody>
          <a:bodyPr wrap="square" lIns="0" tIns="0" rIns="0" bIns="0" anchor="t">
            <a:spAutoFit/>
          </a:bodyPr>
          <a:lstStyle/>
          <a:p>
            <a:pPr algn="l"/>
            <a:r>
              <a:rPr b="1">
                <a:solidFill>
                  <a:srgbClr val="2980B9"/>
                </a:solidFill>
                <a:latin typeface="Yu Gothic"/>
              </a:rPr>
              <a:t>B-1</a:t>
            </a:r>
          </a:p>
        </p:txBody>
      </p:sp>
      <p:sp>
        <p:nvSpPr>
          <p:cNvPr id="28" name="TextBox 27">
            <a:extLst>
              <a:ext uri="{FF2B5EF4-FFF2-40B4-BE49-F238E27FC236}">
                <a16:creationId xmlns:a16="http://schemas.microsoft.com/office/drawing/2014/main" id="{9E5E5CF4-67AE-87B5-A458-0256B0F97A9E}"/>
              </a:ext>
            </a:extLst>
          </p:cNvPr>
          <p:cNvSpPr txBox="1"/>
          <p:nvPr/>
        </p:nvSpPr>
        <p:spPr>
          <a:xfrm>
            <a:off x="3513582"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環境中の化学物質</a:t>
            </a:r>
          </a:p>
        </p:txBody>
      </p:sp>
      <p:sp>
        <p:nvSpPr>
          <p:cNvPr id="29" name="Rectangle 28">
            <a:extLst>
              <a:ext uri="{FF2B5EF4-FFF2-40B4-BE49-F238E27FC236}">
                <a16:creationId xmlns:a16="http://schemas.microsoft.com/office/drawing/2014/main" id="{834708F4-7DCA-910E-20FD-502A819CF4DA}"/>
              </a:ext>
            </a:extLst>
          </p:cNvPr>
          <p:cNvSpPr/>
          <p:nvPr/>
        </p:nvSpPr>
        <p:spPr>
          <a:xfrm>
            <a:off x="3403854"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a:extLst>
              <a:ext uri="{FF2B5EF4-FFF2-40B4-BE49-F238E27FC236}">
                <a16:creationId xmlns:a16="http://schemas.microsoft.com/office/drawing/2014/main" id="{F15CEEA4-6AEE-48A6-3D69-53C80C1F9FED}"/>
              </a:ext>
            </a:extLst>
          </p:cNvPr>
          <p:cNvSpPr txBox="1"/>
          <p:nvPr/>
        </p:nvSpPr>
        <p:spPr>
          <a:xfrm>
            <a:off x="3513582" y="3273552"/>
            <a:ext cx="777240" cy="276999"/>
          </a:xfrm>
          <a:prstGeom prst="rect">
            <a:avLst/>
          </a:prstGeom>
          <a:noFill/>
        </p:spPr>
        <p:txBody>
          <a:bodyPr wrap="square" lIns="0" tIns="0" rIns="0" bIns="0" anchor="t">
            <a:spAutoFit/>
          </a:bodyPr>
          <a:lstStyle/>
          <a:p>
            <a:pPr algn="l"/>
            <a:r>
              <a:rPr b="1">
                <a:solidFill>
                  <a:srgbClr val="2980B9"/>
                </a:solidFill>
                <a:latin typeface="Yu Gothic"/>
              </a:rPr>
              <a:t>B-2</a:t>
            </a:r>
          </a:p>
        </p:txBody>
      </p:sp>
      <p:sp>
        <p:nvSpPr>
          <p:cNvPr id="31" name="TextBox 30">
            <a:extLst>
              <a:ext uri="{FF2B5EF4-FFF2-40B4-BE49-F238E27FC236}">
                <a16:creationId xmlns:a16="http://schemas.microsoft.com/office/drawing/2014/main" id="{F2A516A1-AC42-7E76-527F-AA58FC924116}"/>
              </a:ext>
            </a:extLst>
          </p:cNvPr>
          <p:cNvSpPr txBox="1"/>
          <p:nvPr/>
        </p:nvSpPr>
        <p:spPr>
          <a:xfrm>
            <a:off x="3513582"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生物濃縮</a:t>
            </a:r>
          </a:p>
        </p:txBody>
      </p:sp>
      <p:sp>
        <p:nvSpPr>
          <p:cNvPr id="32" name="TextBox 31">
            <a:extLst>
              <a:ext uri="{FF2B5EF4-FFF2-40B4-BE49-F238E27FC236}">
                <a16:creationId xmlns:a16="http://schemas.microsoft.com/office/drawing/2014/main" id="{E0740163-184A-C416-5738-5CF1D23D64FF}"/>
              </a:ext>
            </a:extLst>
          </p:cNvPr>
          <p:cNvSpPr txBox="1"/>
          <p:nvPr/>
        </p:nvSpPr>
        <p:spPr>
          <a:xfrm>
            <a:off x="4162806"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3" name="Rectangle 32">
            <a:extLst>
              <a:ext uri="{FF2B5EF4-FFF2-40B4-BE49-F238E27FC236}">
                <a16:creationId xmlns:a16="http://schemas.microsoft.com/office/drawing/2014/main" id="{FCD18F80-311C-0B0E-D9AF-02F68780AAFC}"/>
              </a:ext>
            </a:extLst>
          </p:cNvPr>
          <p:cNvSpPr/>
          <p:nvPr/>
        </p:nvSpPr>
        <p:spPr>
          <a:xfrm>
            <a:off x="3403854"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TextBox 33">
            <a:extLst>
              <a:ext uri="{FF2B5EF4-FFF2-40B4-BE49-F238E27FC236}">
                <a16:creationId xmlns:a16="http://schemas.microsoft.com/office/drawing/2014/main" id="{8093F8EF-9095-9CC6-D147-05A5D01C4329}"/>
              </a:ext>
            </a:extLst>
          </p:cNvPr>
          <p:cNvSpPr txBox="1"/>
          <p:nvPr/>
        </p:nvSpPr>
        <p:spPr>
          <a:xfrm>
            <a:off x="3513582" y="4114800"/>
            <a:ext cx="777240" cy="276999"/>
          </a:xfrm>
          <a:prstGeom prst="rect">
            <a:avLst/>
          </a:prstGeom>
          <a:noFill/>
        </p:spPr>
        <p:txBody>
          <a:bodyPr wrap="square" lIns="0" tIns="0" rIns="0" bIns="0" anchor="t">
            <a:spAutoFit/>
          </a:bodyPr>
          <a:lstStyle/>
          <a:p>
            <a:pPr algn="l"/>
            <a:r>
              <a:rPr b="1">
                <a:solidFill>
                  <a:srgbClr val="2980B9"/>
                </a:solidFill>
                <a:latin typeface="Yu Gothic"/>
              </a:rPr>
              <a:t>B-3</a:t>
            </a:r>
          </a:p>
        </p:txBody>
      </p:sp>
      <p:sp>
        <p:nvSpPr>
          <p:cNvPr id="35" name="TextBox 34">
            <a:extLst>
              <a:ext uri="{FF2B5EF4-FFF2-40B4-BE49-F238E27FC236}">
                <a16:creationId xmlns:a16="http://schemas.microsoft.com/office/drawing/2014/main" id="{4393EFFB-DFAC-594A-37F6-8FD2C5923AF6}"/>
              </a:ext>
            </a:extLst>
          </p:cNvPr>
          <p:cNvSpPr txBox="1"/>
          <p:nvPr/>
        </p:nvSpPr>
        <p:spPr>
          <a:xfrm>
            <a:off x="3513582" y="4407408"/>
            <a:ext cx="2279142" cy="246221"/>
          </a:xfrm>
          <a:prstGeom prst="rect">
            <a:avLst/>
          </a:prstGeom>
          <a:noFill/>
        </p:spPr>
        <p:txBody>
          <a:bodyPr wrap="square" lIns="0" tIns="0" rIns="0" bIns="0" anchor="t">
            <a:spAutoFit/>
          </a:bodyPr>
          <a:lstStyle/>
          <a:p>
            <a:pPr algn="l"/>
            <a:r>
              <a:rPr sz="1600" b="0">
                <a:solidFill>
                  <a:srgbClr val="2C3E50"/>
                </a:solidFill>
                <a:latin typeface="Yu Gothic"/>
              </a:rPr>
              <a:t>POPsと化審法</a:t>
            </a:r>
          </a:p>
        </p:txBody>
      </p:sp>
      <p:sp>
        <p:nvSpPr>
          <p:cNvPr id="36" name="TextBox 35">
            <a:extLst>
              <a:ext uri="{FF2B5EF4-FFF2-40B4-BE49-F238E27FC236}">
                <a16:creationId xmlns:a16="http://schemas.microsoft.com/office/drawing/2014/main" id="{81AAD399-77CA-27EA-61D3-AE00A9187C21}"/>
              </a:ext>
            </a:extLst>
          </p:cNvPr>
          <p:cNvSpPr txBox="1"/>
          <p:nvPr/>
        </p:nvSpPr>
        <p:spPr>
          <a:xfrm>
            <a:off x="4162806" y="4096512"/>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37" name="Rectangle 36">
            <a:extLst>
              <a:ext uri="{FF2B5EF4-FFF2-40B4-BE49-F238E27FC236}">
                <a16:creationId xmlns:a16="http://schemas.microsoft.com/office/drawing/2014/main" id="{78053A83-EBAA-FFA8-5148-2F7158C7E1A1}"/>
              </a:ext>
            </a:extLst>
          </p:cNvPr>
          <p:cNvSpPr/>
          <p:nvPr/>
        </p:nvSpPr>
        <p:spPr>
          <a:xfrm>
            <a:off x="6176772" y="1234440"/>
            <a:ext cx="2718054" cy="4892040"/>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8" name="Rectangle 37">
            <a:extLst>
              <a:ext uri="{FF2B5EF4-FFF2-40B4-BE49-F238E27FC236}">
                <a16:creationId xmlns:a16="http://schemas.microsoft.com/office/drawing/2014/main" id="{E0BB2446-0890-31EE-073B-490C0BC6A513}"/>
              </a:ext>
            </a:extLst>
          </p:cNvPr>
          <p:cNvSpPr/>
          <p:nvPr/>
        </p:nvSpPr>
        <p:spPr>
          <a:xfrm>
            <a:off x="6176772" y="1234440"/>
            <a:ext cx="2718054" cy="96012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a:extLst>
              <a:ext uri="{FF2B5EF4-FFF2-40B4-BE49-F238E27FC236}">
                <a16:creationId xmlns:a16="http://schemas.microsoft.com/office/drawing/2014/main" id="{D9D39469-F4AF-8260-096A-8504B5F9A94A}"/>
              </a:ext>
            </a:extLst>
          </p:cNvPr>
          <p:cNvSpPr txBox="1"/>
          <p:nvPr/>
        </p:nvSpPr>
        <p:spPr>
          <a:xfrm>
            <a:off x="6313932"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C</a:t>
            </a:r>
          </a:p>
        </p:txBody>
      </p:sp>
      <p:sp>
        <p:nvSpPr>
          <p:cNvPr id="40" name="TextBox 39">
            <a:extLst>
              <a:ext uri="{FF2B5EF4-FFF2-40B4-BE49-F238E27FC236}">
                <a16:creationId xmlns:a16="http://schemas.microsoft.com/office/drawing/2014/main" id="{7FBC6D6E-9723-B67D-CC47-6BBFAA980BD8}"/>
              </a:ext>
            </a:extLst>
          </p:cNvPr>
          <p:cNvSpPr txBox="1"/>
          <p:nvPr/>
        </p:nvSpPr>
        <p:spPr>
          <a:xfrm>
            <a:off x="7045452" y="1437501"/>
            <a:ext cx="1757934" cy="553998"/>
          </a:xfrm>
          <a:prstGeom prst="rect">
            <a:avLst/>
          </a:prstGeom>
          <a:noFill/>
        </p:spPr>
        <p:txBody>
          <a:bodyPr wrap="square" lIns="0" tIns="0" rIns="0" bIns="0" anchor="ctr">
            <a:spAutoFit/>
          </a:bodyPr>
          <a:lstStyle/>
          <a:p>
            <a:pPr algn="l"/>
            <a:r>
              <a:rPr b="1">
                <a:solidFill>
                  <a:srgbClr val="FFFFFF"/>
                </a:solidFill>
                <a:latin typeface="Yu Gothic"/>
              </a:rPr>
              <a:t>地球環境問題と</a:t>
            </a:r>
          </a:p>
          <a:p>
            <a:pPr algn="l"/>
            <a:r>
              <a:rPr b="1">
                <a:solidFill>
                  <a:srgbClr val="FFFFFF"/>
                </a:solidFill>
                <a:latin typeface="Yu Gothic"/>
              </a:rPr>
              <a:t>国際的取り組み</a:t>
            </a:r>
          </a:p>
        </p:txBody>
      </p:sp>
      <p:sp>
        <p:nvSpPr>
          <p:cNvPr id="41" name="Rectangle 40">
            <a:extLst>
              <a:ext uri="{FF2B5EF4-FFF2-40B4-BE49-F238E27FC236}">
                <a16:creationId xmlns:a16="http://schemas.microsoft.com/office/drawing/2014/main" id="{24DBDDA0-EF28-AEDB-35ED-A3A3B0367845}"/>
              </a:ext>
            </a:extLst>
          </p:cNvPr>
          <p:cNvSpPr/>
          <p:nvPr/>
        </p:nvSpPr>
        <p:spPr>
          <a:xfrm>
            <a:off x="6286500" y="2359152"/>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2" name="TextBox 41">
            <a:extLst>
              <a:ext uri="{FF2B5EF4-FFF2-40B4-BE49-F238E27FC236}">
                <a16:creationId xmlns:a16="http://schemas.microsoft.com/office/drawing/2014/main" id="{F2E25888-6CFB-6047-AF17-06C62C0D72EC}"/>
              </a:ext>
            </a:extLst>
          </p:cNvPr>
          <p:cNvSpPr txBox="1"/>
          <p:nvPr/>
        </p:nvSpPr>
        <p:spPr>
          <a:xfrm>
            <a:off x="6396228" y="2432304"/>
            <a:ext cx="777240" cy="276999"/>
          </a:xfrm>
          <a:prstGeom prst="rect">
            <a:avLst/>
          </a:prstGeom>
          <a:noFill/>
        </p:spPr>
        <p:txBody>
          <a:bodyPr wrap="square" lIns="0" tIns="0" rIns="0" bIns="0" anchor="t">
            <a:spAutoFit/>
          </a:bodyPr>
          <a:lstStyle/>
          <a:p>
            <a:pPr algn="l"/>
            <a:r>
              <a:rPr b="1">
                <a:solidFill>
                  <a:srgbClr val="E67E22"/>
                </a:solidFill>
                <a:latin typeface="Yu Gothic"/>
              </a:rPr>
              <a:t>C-1</a:t>
            </a:r>
          </a:p>
        </p:txBody>
      </p:sp>
      <p:sp>
        <p:nvSpPr>
          <p:cNvPr id="43" name="TextBox 42">
            <a:extLst>
              <a:ext uri="{FF2B5EF4-FFF2-40B4-BE49-F238E27FC236}">
                <a16:creationId xmlns:a16="http://schemas.microsoft.com/office/drawing/2014/main" id="{9DBAA8AD-EFCA-7A23-DEB7-821CCB1F08EB}"/>
              </a:ext>
            </a:extLst>
          </p:cNvPr>
          <p:cNvSpPr txBox="1"/>
          <p:nvPr/>
        </p:nvSpPr>
        <p:spPr>
          <a:xfrm>
            <a:off x="6396228"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オゾン層破壊</a:t>
            </a:r>
          </a:p>
        </p:txBody>
      </p:sp>
      <p:sp>
        <p:nvSpPr>
          <p:cNvPr id="44" name="TextBox 43">
            <a:extLst>
              <a:ext uri="{FF2B5EF4-FFF2-40B4-BE49-F238E27FC236}">
                <a16:creationId xmlns:a16="http://schemas.microsoft.com/office/drawing/2014/main" id="{817867CB-A5E0-24CE-4095-5254354BC02A}"/>
              </a:ext>
            </a:extLst>
          </p:cNvPr>
          <p:cNvSpPr txBox="1"/>
          <p:nvPr/>
        </p:nvSpPr>
        <p:spPr>
          <a:xfrm>
            <a:off x="7045452"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5" name="Rectangle 44">
            <a:extLst>
              <a:ext uri="{FF2B5EF4-FFF2-40B4-BE49-F238E27FC236}">
                <a16:creationId xmlns:a16="http://schemas.microsoft.com/office/drawing/2014/main" id="{29F3222D-1BA8-4A16-5DF6-A8C021CB145A}"/>
              </a:ext>
            </a:extLst>
          </p:cNvPr>
          <p:cNvSpPr/>
          <p:nvPr/>
        </p:nvSpPr>
        <p:spPr>
          <a:xfrm>
            <a:off x="6286500" y="3079699"/>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6" name="TextBox 45">
            <a:extLst>
              <a:ext uri="{FF2B5EF4-FFF2-40B4-BE49-F238E27FC236}">
                <a16:creationId xmlns:a16="http://schemas.microsoft.com/office/drawing/2014/main" id="{E57A380A-1090-A2B7-E66C-E3D83E61B5A9}"/>
              </a:ext>
            </a:extLst>
          </p:cNvPr>
          <p:cNvSpPr txBox="1"/>
          <p:nvPr/>
        </p:nvSpPr>
        <p:spPr>
          <a:xfrm>
            <a:off x="6396228" y="3152851"/>
            <a:ext cx="777240" cy="276999"/>
          </a:xfrm>
          <a:prstGeom prst="rect">
            <a:avLst/>
          </a:prstGeom>
          <a:noFill/>
        </p:spPr>
        <p:txBody>
          <a:bodyPr wrap="square" lIns="0" tIns="0" rIns="0" bIns="0" anchor="t">
            <a:spAutoFit/>
          </a:bodyPr>
          <a:lstStyle/>
          <a:p>
            <a:pPr algn="l"/>
            <a:r>
              <a:rPr b="1">
                <a:solidFill>
                  <a:srgbClr val="E67E22"/>
                </a:solidFill>
                <a:latin typeface="Yu Gothic"/>
              </a:rPr>
              <a:t>C-2</a:t>
            </a:r>
          </a:p>
        </p:txBody>
      </p:sp>
      <p:sp>
        <p:nvSpPr>
          <p:cNvPr id="47" name="TextBox 46">
            <a:extLst>
              <a:ext uri="{FF2B5EF4-FFF2-40B4-BE49-F238E27FC236}">
                <a16:creationId xmlns:a16="http://schemas.microsoft.com/office/drawing/2014/main" id="{3776C816-528D-C452-C2C4-EA5C554140C7}"/>
              </a:ext>
            </a:extLst>
          </p:cNvPr>
          <p:cNvSpPr txBox="1"/>
          <p:nvPr/>
        </p:nvSpPr>
        <p:spPr>
          <a:xfrm>
            <a:off x="6396228" y="3445459"/>
            <a:ext cx="2279142" cy="246221"/>
          </a:xfrm>
          <a:prstGeom prst="rect">
            <a:avLst/>
          </a:prstGeom>
          <a:noFill/>
        </p:spPr>
        <p:txBody>
          <a:bodyPr wrap="square" lIns="0" tIns="0" rIns="0" bIns="0" anchor="t">
            <a:spAutoFit/>
          </a:bodyPr>
          <a:lstStyle/>
          <a:p>
            <a:pPr algn="l"/>
            <a:r>
              <a:rPr sz="1600" b="0">
                <a:solidFill>
                  <a:srgbClr val="2C3E50"/>
                </a:solidFill>
                <a:latin typeface="Yu Gothic"/>
              </a:rPr>
              <a:t>地球温暖化</a:t>
            </a:r>
          </a:p>
        </p:txBody>
      </p:sp>
      <p:sp>
        <p:nvSpPr>
          <p:cNvPr id="48" name="TextBox 47">
            <a:extLst>
              <a:ext uri="{FF2B5EF4-FFF2-40B4-BE49-F238E27FC236}">
                <a16:creationId xmlns:a16="http://schemas.microsoft.com/office/drawing/2014/main" id="{3DC32530-A6E3-84D1-3053-F6326E7108A7}"/>
              </a:ext>
            </a:extLst>
          </p:cNvPr>
          <p:cNvSpPr txBox="1"/>
          <p:nvPr/>
        </p:nvSpPr>
        <p:spPr>
          <a:xfrm>
            <a:off x="7045452" y="3134563"/>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49" name="Rectangle 48">
            <a:extLst>
              <a:ext uri="{FF2B5EF4-FFF2-40B4-BE49-F238E27FC236}">
                <a16:creationId xmlns:a16="http://schemas.microsoft.com/office/drawing/2014/main" id="{35509D09-9F89-042B-BD63-4D7B678BD09A}"/>
              </a:ext>
            </a:extLst>
          </p:cNvPr>
          <p:cNvSpPr/>
          <p:nvPr/>
        </p:nvSpPr>
        <p:spPr>
          <a:xfrm>
            <a:off x="6286500" y="3800246"/>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0" name="TextBox 49">
            <a:extLst>
              <a:ext uri="{FF2B5EF4-FFF2-40B4-BE49-F238E27FC236}">
                <a16:creationId xmlns:a16="http://schemas.microsoft.com/office/drawing/2014/main" id="{BDB676D1-888E-A71F-68A7-1402B3FE1680}"/>
              </a:ext>
            </a:extLst>
          </p:cNvPr>
          <p:cNvSpPr txBox="1"/>
          <p:nvPr/>
        </p:nvSpPr>
        <p:spPr>
          <a:xfrm>
            <a:off x="6396228" y="3873398"/>
            <a:ext cx="777240" cy="276999"/>
          </a:xfrm>
          <a:prstGeom prst="rect">
            <a:avLst/>
          </a:prstGeom>
          <a:noFill/>
        </p:spPr>
        <p:txBody>
          <a:bodyPr wrap="square" lIns="0" tIns="0" rIns="0" bIns="0" anchor="t">
            <a:spAutoFit/>
          </a:bodyPr>
          <a:lstStyle/>
          <a:p>
            <a:pPr algn="l"/>
            <a:r>
              <a:rPr b="1">
                <a:solidFill>
                  <a:srgbClr val="E67E22"/>
                </a:solidFill>
                <a:latin typeface="Yu Gothic"/>
              </a:rPr>
              <a:t>C-3</a:t>
            </a:r>
          </a:p>
        </p:txBody>
      </p:sp>
      <p:sp>
        <p:nvSpPr>
          <p:cNvPr id="51" name="TextBox 50">
            <a:extLst>
              <a:ext uri="{FF2B5EF4-FFF2-40B4-BE49-F238E27FC236}">
                <a16:creationId xmlns:a16="http://schemas.microsoft.com/office/drawing/2014/main" id="{0B59BDDF-B6FA-E960-CF27-B1152939E3A8}"/>
              </a:ext>
            </a:extLst>
          </p:cNvPr>
          <p:cNvSpPr txBox="1"/>
          <p:nvPr/>
        </p:nvSpPr>
        <p:spPr>
          <a:xfrm>
            <a:off x="6396228" y="4166006"/>
            <a:ext cx="2279142" cy="246221"/>
          </a:xfrm>
          <a:prstGeom prst="rect">
            <a:avLst/>
          </a:prstGeom>
          <a:noFill/>
        </p:spPr>
        <p:txBody>
          <a:bodyPr wrap="square" lIns="0" tIns="0" rIns="0" bIns="0" anchor="t">
            <a:spAutoFit/>
          </a:bodyPr>
          <a:lstStyle/>
          <a:p>
            <a:pPr algn="l"/>
            <a:r>
              <a:rPr sz="1600" b="0">
                <a:solidFill>
                  <a:srgbClr val="2C3E50"/>
                </a:solidFill>
                <a:latin typeface="Yu Gothic"/>
              </a:rPr>
              <a:t>酸性雨</a:t>
            </a:r>
          </a:p>
        </p:txBody>
      </p:sp>
      <p:sp>
        <p:nvSpPr>
          <p:cNvPr id="52" name="TextBox 51">
            <a:extLst>
              <a:ext uri="{FF2B5EF4-FFF2-40B4-BE49-F238E27FC236}">
                <a16:creationId xmlns:a16="http://schemas.microsoft.com/office/drawing/2014/main" id="{9E4D1960-97D4-E7A8-74FF-CCA738CF7229}"/>
              </a:ext>
            </a:extLst>
          </p:cNvPr>
          <p:cNvSpPr txBox="1"/>
          <p:nvPr/>
        </p:nvSpPr>
        <p:spPr>
          <a:xfrm>
            <a:off x="7045452" y="3855110"/>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53" name="Rectangle 52">
            <a:extLst>
              <a:ext uri="{FF2B5EF4-FFF2-40B4-BE49-F238E27FC236}">
                <a16:creationId xmlns:a16="http://schemas.microsoft.com/office/drawing/2014/main" id="{07ACF1EC-5B43-F861-88CF-D80F6987C536}"/>
              </a:ext>
            </a:extLst>
          </p:cNvPr>
          <p:cNvSpPr/>
          <p:nvPr/>
        </p:nvSpPr>
        <p:spPr>
          <a:xfrm>
            <a:off x="6286500" y="4520793"/>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4" name="TextBox 53">
            <a:extLst>
              <a:ext uri="{FF2B5EF4-FFF2-40B4-BE49-F238E27FC236}">
                <a16:creationId xmlns:a16="http://schemas.microsoft.com/office/drawing/2014/main" id="{CE906059-FEB6-000B-6746-D40B6B663DC9}"/>
              </a:ext>
            </a:extLst>
          </p:cNvPr>
          <p:cNvSpPr txBox="1"/>
          <p:nvPr/>
        </p:nvSpPr>
        <p:spPr>
          <a:xfrm>
            <a:off x="6396228" y="4593945"/>
            <a:ext cx="777240" cy="276999"/>
          </a:xfrm>
          <a:prstGeom prst="rect">
            <a:avLst/>
          </a:prstGeom>
          <a:noFill/>
        </p:spPr>
        <p:txBody>
          <a:bodyPr wrap="square" lIns="0" tIns="0" rIns="0" bIns="0" anchor="t">
            <a:spAutoFit/>
          </a:bodyPr>
          <a:lstStyle/>
          <a:p>
            <a:pPr algn="l"/>
            <a:r>
              <a:rPr b="1">
                <a:solidFill>
                  <a:srgbClr val="E67E22"/>
                </a:solidFill>
                <a:latin typeface="Yu Gothic"/>
              </a:rPr>
              <a:t>C-4</a:t>
            </a:r>
          </a:p>
        </p:txBody>
      </p:sp>
      <p:sp>
        <p:nvSpPr>
          <p:cNvPr id="55" name="TextBox 54">
            <a:extLst>
              <a:ext uri="{FF2B5EF4-FFF2-40B4-BE49-F238E27FC236}">
                <a16:creationId xmlns:a16="http://schemas.microsoft.com/office/drawing/2014/main" id="{636ABB12-E8B8-78E1-656E-DC77BA2B53E6}"/>
              </a:ext>
            </a:extLst>
          </p:cNvPr>
          <p:cNvSpPr txBox="1"/>
          <p:nvPr/>
        </p:nvSpPr>
        <p:spPr>
          <a:xfrm>
            <a:off x="6396228" y="4886553"/>
            <a:ext cx="2279142" cy="246221"/>
          </a:xfrm>
          <a:prstGeom prst="rect">
            <a:avLst/>
          </a:prstGeom>
          <a:noFill/>
        </p:spPr>
        <p:txBody>
          <a:bodyPr wrap="square" lIns="0" tIns="0" rIns="0" bIns="0" anchor="t">
            <a:spAutoFit/>
          </a:bodyPr>
          <a:lstStyle/>
          <a:p>
            <a:pPr algn="l"/>
            <a:r>
              <a:rPr sz="1600" b="0">
                <a:solidFill>
                  <a:srgbClr val="2C3E50"/>
                </a:solidFill>
                <a:latin typeface="Yu Gothic"/>
              </a:rPr>
              <a:t>海洋汚染・生物多様性</a:t>
            </a:r>
          </a:p>
        </p:txBody>
      </p:sp>
      <p:sp>
        <p:nvSpPr>
          <p:cNvPr id="56" name="Rectangle 55">
            <a:extLst>
              <a:ext uri="{FF2B5EF4-FFF2-40B4-BE49-F238E27FC236}">
                <a16:creationId xmlns:a16="http://schemas.microsoft.com/office/drawing/2014/main" id="{26F0E38D-4461-2A3B-6026-2650E3E5EAE5}"/>
              </a:ext>
            </a:extLst>
          </p:cNvPr>
          <p:cNvSpPr/>
          <p:nvPr/>
        </p:nvSpPr>
        <p:spPr>
          <a:xfrm>
            <a:off x="6286500" y="5241340"/>
            <a:ext cx="2498598" cy="5925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a:extLst>
              <a:ext uri="{FF2B5EF4-FFF2-40B4-BE49-F238E27FC236}">
                <a16:creationId xmlns:a16="http://schemas.microsoft.com/office/drawing/2014/main" id="{0008B93C-D7CD-DCE3-DAE6-35BCEB46FFF9}"/>
              </a:ext>
            </a:extLst>
          </p:cNvPr>
          <p:cNvSpPr txBox="1"/>
          <p:nvPr/>
        </p:nvSpPr>
        <p:spPr>
          <a:xfrm>
            <a:off x="6396228" y="5314492"/>
            <a:ext cx="777240" cy="276999"/>
          </a:xfrm>
          <a:prstGeom prst="rect">
            <a:avLst/>
          </a:prstGeom>
          <a:noFill/>
        </p:spPr>
        <p:txBody>
          <a:bodyPr wrap="square" lIns="0" tIns="0" rIns="0" bIns="0" anchor="t">
            <a:spAutoFit/>
          </a:bodyPr>
          <a:lstStyle/>
          <a:p>
            <a:pPr algn="l"/>
            <a:r>
              <a:rPr b="1">
                <a:solidFill>
                  <a:srgbClr val="E67E22"/>
                </a:solidFill>
                <a:latin typeface="Yu Gothic"/>
              </a:rPr>
              <a:t>C-5</a:t>
            </a:r>
          </a:p>
        </p:txBody>
      </p:sp>
      <p:sp>
        <p:nvSpPr>
          <p:cNvPr id="58" name="TextBox 57">
            <a:extLst>
              <a:ext uri="{FF2B5EF4-FFF2-40B4-BE49-F238E27FC236}">
                <a16:creationId xmlns:a16="http://schemas.microsoft.com/office/drawing/2014/main" id="{514B9D85-618D-8E70-EFF7-8D9D389E9851}"/>
              </a:ext>
            </a:extLst>
          </p:cNvPr>
          <p:cNvSpPr txBox="1"/>
          <p:nvPr/>
        </p:nvSpPr>
        <p:spPr>
          <a:xfrm>
            <a:off x="6396228" y="5607100"/>
            <a:ext cx="2279142" cy="246221"/>
          </a:xfrm>
          <a:prstGeom prst="rect">
            <a:avLst/>
          </a:prstGeom>
          <a:noFill/>
        </p:spPr>
        <p:txBody>
          <a:bodyPr wrap="square" lIns="0" tIns="0" rIns="0" bIns="0" anchor="t">
            <a:spAutoFit/>
          </a:bodyPr>
          <a:lstStyle/>
          <a:p>
            <a:pPr algn="l"/>
            <a:r>
              <a:rPr sz="1600" b="0">
                <a:solidFill>
                  <a:srgbClr val="2C3E50"/>
                </a:solidFill>
                <a:latin typeface="Yu Gothic"/>
              </a:rPr>
              <a:t>公害から環境法へ</a:t>
            </a:r>
          </a:p>
        </p:txBody>
      </p:sp>
      <p:sp>
        <p:nvSpPr>
          <p:cNvPr id="59" name="Rectangle 58">
            <a:extLst>
              <a:ext uri="{FF2B5EF4-FFF2-40B4-BE49-F238E27FC236}">
                <a16:creationId xmlns:a16="http://schemas.microsoft.com/office/drawing/2014/main" id="{5BC02403-E014-3AF5-D074-F32F5CAD8420}"/>
              </a:ext>
            </a:extLst>
          </p:cNvPr>
          <p:cNvSpPr/>
          <p:nvPr/>
        </p:nvSpPr>
        <p:spPr>
          <a:xfrm>
            <a:off x="9059418" y="1234440"/>
            <a:ext cx="2718054" cy="4892040"/>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0" name="Rectangle 59">
            <a:extLst>
              <a:ext uri="{FF2B5EF4-FFF2-40B4-BE49-F238E27FC236}">
                <a16:creationId xmlns:a16="http://schemas.microsoft.com/office/drawing/2014/main" id="{B4C0130A-7061-6259-1B47-C0F367EB76E9}"/>
              </a:ext>
            </a:extLst>
          </p:cNvPr>
          <p:cNvSpPr/>
          <p:nvPr/>
        </p:nvSpPr>
        <p:spPr>
          <a:xfrm>
            <a:off x="9059418" y="1234440"/>
            <a:ext cx="2718054" cy="960120"/>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a:extLst>
              <a:ext uri="{FF2B5EF4-FFF2-40B4-BE49-F238E27FC236}">
                <a16:creationId xmlns:a16="http://schemas.microsoft.com/office/drawing/2014/main" id="{4C72D24B-C1D3-3558-BA91-2324B4309DC8}"/>
              </a:ext>
            </a:extLst>
          </p:cNvPr>
          <p:cNvSpPr txBox="1"/>
          <p:nvPr/>
        </p:nvSpPr>
        <p:spPr>
          <a:xfrm>
            <a:off x="9196578" y="1299002"/>
            <a:ext cx="822960" cy="830997"/>
          </a:xfrm>
          <a:prstGeom prst="rect">
            <a:avLst/>
          </a:prstGeom>
          <a:noFill/>
        </p:spPr>
        <p:txBody>
          <a:bodyPr wrap="square" lIns="0" tIns="0" rIns="0" bIns="0" anchor="ctr">
            <a:spAutoFit/>
          </a:bodyPr>
          <a:lstStyle/>
          <a:p>
            <a:pPr algn="l"/>
            <a:r>
              <a:rPr sz="5400" b="1">
                <a:solidFill>
                  <a:srgbClr val="FFFFFF"/>
                </a:solidFill>
                <a:latin typeface="Yu Gothic"/>
              </a:rPr>
              <a:t>D</a:t>
            </a:r>
          </a:p>
        </p:txBody>
      </p:sp>
      <p:sp>
        <p:nvSpPr>
          <p:cNvPr id="62" name="TextBox 61">
            <a:extLst>
              <a:ext uri="{FF2B5EF4-FFF2-40B4-BE49-F238E27FC236}">
                <a16:creationId xmlns:a16="http://schemas.microsoft.com/office/drawing/2014/main" id="{47F95D57-5807-467C-4517-5F24CE3C1CEE}"/>
              </a:ext>
            </a:extLst>
          </p:cNvPr>
          <p:cNvSpPr txBox="1"/>
          <p:nvPr/>
        </p:nvSpPr>
        <p:spPr>
          <a:xfrm>
            <a:off x="9928098" y="1299001"/>
            <a:ext cx="1757934" cy="830997"/>
          </a:xfrm>
          <a:prstGeom prst="rect">
            <a:avLst/>
          </a:prstGeom>
          <a:noFill/>
        </p:spPr>
        <p:txBody>
          <a:bodyPr wrap="square" lIns="0" tIns="0" rIns="0" bIns="0" anchor="ctr">
            <a:spAutoFit/>
          </a:bodyPr>
          <a:lstStyle/>
          <a:p>
            <a:pPr algn="l"/>
            <a:r>
              <a:rPr b="1">
                <a:solidFill>
                  <a:srgbClr val="FFFFFF"/>
                </a:solidFill>
                <a:latin typeface="Yu Gothic"/>
              </a:rPr>
              <a:t>環境リスク評価と</a:t>
            </a:r>
          </a:p>
          <a:p>
            <a:pPr algn="l"/>
            <a:r>
              <a:rPr b="1">
                <a:solidFill>
                  <a:srgbClr val="FFFFFF"/>
                </a:solidFill>
                <a:latin typeface="Yu Gothic"/>
              </a:rPr>
              <a:t>リスコミ</a:t>
            </a:r>
          </a:p>
        </p:txBody>
      </p:sp>
      <p:sp>
        <p:nvSpPr>
          <p:cNvPr id="63" name="Rectangle 62">
            <a:extLst>
              <a:ext uri="{FF2B5EF4-FFF2-40B4-BE49-F238E27FC236}">
                <a16:creationId xmlns:a16="http://schemas.microsoft.com/office/drawing/2014/main" id="{FF3C4753-2539-4E33-18C2-A54DF9C0B58F}"/>
              </a:ext>
            </a:extLst>
          </p:cNvPr>
          <p:cNvSpPr/>
          <p:nvPr/>
        </p:nvSpPr>
        <p:spPr>
          <a:xfrm>
            <a:off x="9169146" y="2359152"/>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4" name="TextBox 63">
            <a:extLst>
              <a:ext uri="{FF2B5EF4-FFF2-40B4-BE49-F238E27FC236}">
                <a16:creationId xmlns:a16="http://schemas.microsoft.com/office/drawing/2014/main" id="{DF2A75C2-3758-2AD4-1EB6-E452D772F666}"/>
              </a:ext>
            </a:extLst>
          </p:cNvPr>
          <p:cNvSpPr txBox="1"/>
          <p:nvPr/>
        </p:nvSpPr>
        <p:spPr>
          <a:xfrm>
            <a:off x="9278874" y="2432304"/>
            <a:ext cx="777240" cy="276999"/>
          </a:xfrm>
          <a:prstGeom prst="rect">
            <a:avLst/>
          </a:prstGeom>
          <a:noFill/>
        </p:spPr>
        <p:txBody>
          <a:bodyPr wrap="square" lIns="0" tIns="0" rIns="0" bIns="0" anchor="t">
            <a:spAutoFit/>
          </a:bodyPr>
          <a:lstStyle/>
          <a:p>
            <a:pPr algn="l"/>
            <a:r>
              <a:rPr b="1">
                <a:solidFill>
                  <a:srgbClr val="8E44AD"/>
                </a:solidFill>
                <a:latin typeface="Yu Gothic"/>
              </a:rPr>
              <a:t>D-1</a:t>
            </a:r>
          </a:p>
        </p:txBody>
      </p:sp>
      <p:sp>
        <p:nvSpPr>
          <p:cNvPr id="65" name="TextBox 64">
            <a:extLst>
              <a:ext uri="{FF2B5EF4-FFF2-40B4-BE49-F238E27FC236}">
                <a16:creationId xmlns:a16="http://schemas.microsoft.com/office/drawing/2014/main" id="{7D8069E7-1C35-34DA-4125-46FF6CA9A344}"/>
              </a:ext>
            </a:extLst>
          </p:cNvPr>
          <p:cNvSpPr txBox="1"/>
          <p:nvPr/>
        </p:nvSpPr>
        <p:spPr>
          <a:xfrm>
            <a:off x="9278874" y="2724912"/>
            <a:ext cx="2279142" cy="246221"/>
          </a:xfrm>
          <a:prstGeom prst="rect">
            <a:avLst/>
          </a:prstGeom>
          <a:noFill/>
        </p:spPr>
        <p:txBody>
          <a:bodyPr wrap="square" lIns="0" tIns="0" rIns="0" bIns="0" anchor="t">
            <a:spAutoFit/>
          </a:bodyPr>
          <a:lstStyle/>
          <a:p>
            <a:pPr algn="l"/>
            <a:r>
              <a:rPr sz="1600" b="0">
                <a:solidFill>
                  <a:srgbClr val="2C3E50"/>
                </a:solidFill>
                <a:latin typeface="Yu Gothic"/>
              </a:rPr>
              <a:t>リスク評価の基本</a:t>
            </a:r>
          </a:p>
        </p:txBody>
      </p:sp>
      <p:sp>
        <p:nvSpPr>
          <p:cNvPr id="66" name="TextBox 65">
            <a:extLst>
              <a:ext uri="{FF2B5EF4-FFF2-40B4-BE49-F238E27FC236}">
                <a16:creationId xmlns:a16="http://schemas.microsoft.com/office/drawing/2014/main" id="{35297C6A-183B-597C-5204-1EDD1C1BAFD9}"/>
              </a:ext>
            </a:extLst>
          </p:cNvPr>
          <p:cNvSpPr txBox="1"/>
          <p:nvPr/>
        </p:nvSpPr>
        <p:spPr>
          <a:xfrm>
            <a:off x="9928098" y="2414016"/>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67" name="Rectangle 66">
            <a:extLst>
              <a:ext uri="{FF2B5EF4-FFF2-40B4-BE49-F238E27FC236}">
                <a16:creationId xmlns:a16="http://schemas.microsoft.com/office/drawing/2014/main" id="{985F2A47-76EA-42C1-638C-A3756959F52F}"/>
              </a:ext>
            </a:extLst>
          </p:cNvPr>
          <p:cNvSpPr/>
          <p:nvPr/>
        </p:nvSpPr>
        <p:spPr>
          <a:xfrm>
            <a:off x="9169146" y="3200400"/>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8" name="TextBox 67">
            <a:extLst>
              <a:ext uri="{FF2B5EF4-FFF2-40B4-BE49-F238E27FC236}">
                <a16:creationId xmlns:a16="http://schemas.microsoft.com/office/drawing/2014/main" id="{DE007D40-D26F-1825-50DB-105E3507BFED}"/>
              </a:ext>
            </a:extLst>
          </p:cNvPr>
          <p:cNvSpPr txBox="1"/>
          <p:nvPr/>
        </p:nvSpPr>
        <p:spPr>
          <a:xfrm>
            <a:off x="9278874" y="3273552"/>
            <a:ext cx="777240" cy="276999"/>
          </a:xfrm>
          <a:prstGeom prst="rect">
            <a:avLst/>
          </a:prstGeom>
          <a:noFill/>
        </p:spPr>
        <p:txBody>
          <a:bodyPr wrap="square" lIns="0" tIns="0" rIns="0" bIns="0" anchor="t">
            <a:spAutoFit/>
          </a:bodyPr>
          <a:lstStyle/>
          <a:p>
            <a:pPr algn="l"/>
            <a:r>
              <a:rPr b="1">
                <a:solidFill>
                  <a:srgbClr val="8E44AD"/>
                </a:solidFill>
                <a:latin typeface="Yu Gothic"/>
              </a:rPr>
              <a:t>D-2</a:t>
            </a:r>
          </a:p>
        </p:txBody>
      </p:sp>
      <p:sp>
        <p:nvSpPr>
          <p:cNvPr id="69" name="TextBox 68">
            <a:extLst>
              <a:ext uri="{FF2B5EF4-FFF2-40B4-BE49-F238E27FC236}">
                <a16:creationId xmlns:a16="http://schemas.microsoft.com/office/drawing/2014/main" id="{6FC96EED-2B22-EAD3-133E-EA8824D4F57F}"/>
              </a:ext>
            </a:extLst>
          </p:cNvPr>
          <p:cNvSpPr txBox="1"/>
          <p:nvPr/>
        </p:nvSpPr>
        <p:spPr>
          <a:xfrm>
            <a:off x="9278874" y="3566160"/>
            <a:ext cx="2279142" cy="246221"/>
          </a:xfrm>
          <a:prstGeom prst="rect">
            <a:avLst/>
          </a:prstGeom>
          <a:noFill/>
        </p:spPr>
        <p:txBody>
          <a:bodyPr wrap="square" lIns="0" tIns="0" rIns="0" bIns="0" anchor="t">
            <a:spAutoFit/>
          </a:bodyPr>
          <a:lstStyle/>
          <a:p>
            <a:pPr algn="l"/>
            <a:r>
              <a:rPr sz="1600" b="0">
                <a:solidFill>
                  <a:srgbClr val="2C3E50"/>
                </a:solidFill>
                <a:latin typeface="Yu Gothic"/>
              </a:rPr>
              <a:t>ADI / VSD / ARfD</a:t>
            </a:r>
          </a:p>
        </p:txBody>
      </p:sp>
      <p:sp>
        <p:nvSpPr>
          <p:cNvPr id="70" name="TextBox 69">
            <a:extLst>
              <a:ext uri="{FF2B5EF4-FFF2-40B4-BE49-F238E27FC236}">
                <a16:creationId xmlns:a16="http://schemas.microsoft.com/office/drawing/2014/main" id="{9D6B6696-843B-BA43-603C-D3F6E0E86FBD}"/>
              </a:ext>
            </a:extLst>
          </p:cNvPr>
          <p:cNvSpPr txBox="1"/>
          <p:nvPr/>
        </p:nvSpPr>
        <p:spPr>
          <a:xfrm>
            <a:off x="9928098" y="3255264"/>
            <a:ext cx="1712214" cy="246221"/>
          </a:xfrm>
          <a:prstGeom prst="rect">
            <a:avLst/>
          </a:prstGeom>
          <a:noFill/>
        </p:spPr>
        <p:txBody>
          <a:bodyPr wrap="square" lIns="0" tIns="0" rIns="0" bIns="0" anchor="t">
            <a:spAutoFit/>
          </a:bodyPr>
          <a:lstStyle/>
          <a:p>
            <a:pPr algn="r"/>
            <a:r>
              <a:rPr sz="1600" b="0">
                <a:solidFill>
                  <a:srgbClr val="F39C12"/>
                </a:solidFill>
                <a:latin typeface="Yu Gothic"/>
              </a:rPr>
              <a:t>★★★</a:t>
            </a:r>
          </a:p>
        </p:txBody>
      </p:sp>
      <p:sp>
        <p:nvSpPr>
          <p:cNvPr id="71" name="Rectangle 70">
            <a:extLst>
              <a:ext uri="{FF2B5EF4-FFF2-40B4-BE49-F238E27FC236}">
                <a16:creationId xmlns:a16="http://schemas.microsoft.com/office/drawing/2014/main" id="{52B8B64F-A559-42F8-322B-118A8B3C18E3}"/>
              </a:ext>
            </a:extLst>
          </p:cNvPr>
          <p:cNvSpPr/>
          <p:nvPr/>
        </p:nvSpPr>
        <p:spPr>
          <a:xfrm>
            <a:off x="9169146" y="4041648"/>
            <a:ext cx="2498598"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2" name="TextBox 71">
            <a:extLst>
              <a:ext uri="{FF2B5EF4-FFF2-40B4-BE49-F238E27FC236}">
                <a16:creationId xmlns:a16="http://schemas.microsoft.com/office/drawing/2014/main" id="{AAC83417-3A8E-0725-AA83-EB9560AEABFE}"/>
              </a:ext>
            </a:extLst>
          </p:cNvPr>
          <p:cNvSpPr txBox="1"/>
          <p:nvPr/>
        </p:nvSpPr>
        <p:spPr>
          <a:xfrm>
            <a:off x="9278874" y="4114800"/>
            <a:ext cx="777240" cy="276999"/>
          </a:xfrm>
          <a:prstGeom prst="rect">
            <a:avLst/>
          </a:prstGeom>
          <a:noFill/>
        </p:spPr>
        <p:txBody>
          <a:bodyPr wrap="square" lIns="0" tIns="0" rIns="0" bIns="0" anchor="t">
            <a:spAutoFit/>
          </a:bodyPr>
          <a:lstStyle/>
          <a:p>
            <a:pPr algn="l"/>
            <a:r>
              <a:rPr b="1">
                <a:solidFill>
                  <a:srgbClr val="8E44AD"/>
                </a:solidFill>
                <a:latin typeface="Yu Gothic"/>
              </a:rPr>
              <a:t>D-3</a:t>
            </a:r>
          </a:p>
        </p:txBody>
      </p:sp>
      <p:sp>
        <p:nvSpPr>
          <p:cNvPr id="73" name="TextBox 72">
            <a:extLst>
              <a:ext uri="{FF2B5EF4-FFF2-40B4-BE49-F238E27FC236}">
                <a16:creationId xmlns:a16="http://schemas.microsoft.com/office/drawing/2014/main" id="{D4965691-4D42-5E82-B0A6-2A0768BABFDC}"/>
              </a:ext>
            </a:extLst>
          </p:cNvPr>
          <p:cNvSpPr txBox="1"/>
          <p:nvPr/>
        </p:nvSpPr>
        <p:spPr>
          <a:xfrm>
            <a:off x="9278874" y="4407408"/>
            <a:ext cx="2628900" cy="279400"/>
          </a:xfrm>
          <a:prstGeom prst="rect">
            <a:avLst/>
          </a:prstGeom>
          <a:noFill/>
        </p:spPr>
        <p:txBody>
          <a:bodyPr wrap="square" lIns="0" tIns="0" rIns="0" bIns="0" anchor="t">
            <a:spAutoFit/>
          </a:bodyPr>
          <a:lstStyle/>
          <a:p>
            <a:pPr algn="l"/>
            <a:r>
              <a:rPr sz="1600" b="0">
                <a:solidFill>
                  <a:srgbClr val="2C3E50"/>
                </a:solidFill>
                <a:latin typeface="Yu Gothic"/>
              </a:rPr>
              <a:t>リスクコミュニケーション</a:t>
            </a:r>
          </a:p>
        </p:txBody>
      </p:sp>
    </p:spTree>
    <p:extLst>
      <p:ext uri="{BB962C8B-B14F-4D97-AF65-F5344CB8AC3E}">
        <p14:creationId xmlns:p14="http://schemas.microsoft.com/office/powerpoint/2010/main" val="31876445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C-2. 地球温暖化 — 現状</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Text 2"/>
          <p:cNvSpPr/>
          <p:nvPr/>
        </p:nvSpPr>
        <p:spPr>
          <a:xfrm>
            <a:off x="411480" y="1097280"/>
            <a:ext cx="7868920" cy="365760"/>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世界平均気温は産業革命前から</a:t>
            </a:r>
            <a:r>
              <a:rPr lang="en-US" sz="2400" b="1" dirty="0">
                <a:solidFill>
                  <a:srgbClr val="C0392B"/>
                </a:solidFill>
                <a:latin typeface="Meiryo" pitchFamily="34" charset="0"/>
                <a:ea typeface="Meiryo" pitchFamily="34" charset="-122"/>
                <a:cs typeface="Meiryo" pitchFamily="34" charset="-120"/>
              </a:rPr>
              <a:t>約1.3℃</a:t>
            </a:r>
            <a:r>
              <a:rPr lang="en-US" sz="2400" dirty="0">
                <a:solidFill>
                  <a:srgbClr val="2C3E50"/>
                </a:solidFill>
                <a:latin typeface="Meiryo" pitchFamily="34" charset="0"/>
                <a:ea typeface="Meiryo" pitchFamily="34" charset="-122"/>
                <a:cs typeface="Meiryo" pitchFamily="34" charset="-120"/>
              </a:rPr>
              <a:t>上昇（2024年）</a:t>
            </a:r>
            <a:endParaRPr lang="en-US" sz="2400" dirty="0"/>
          </a:p>
        </p:txBody>
      </p:sp>
      <p:sp>
        <p:nvSpPr>
          <p:cNvPr id="5" name="Text 3"/>
          <p:cNvSpPr/>
          <p:nvPr/>
        </p:nvSpPr>
        <p:spPr>
          <a:xfrm>
            <a:off x="411480" y="1645920"/>
            <a:ext cx="7868920" cy="1645920"/>
          </a:xfrm>
          <a:prstGeom prst="rect">
            <a:avLst/>
          </a:prstGeom>
          <a:noFill/>
          <a:ln/>
        </p:spPr>
        <p:txBody>
          <a:bodyPr wrap="square" rtlCol="0" anchor="t"/>
          <a:lstStyle/>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過去10万年で前例のない速度</a:t>
            </a:r>
            <a:endParaRPr lang="en-US" sz="2000" dirty="0"/>
          </a:p>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主因は人為的な温室効果ガス排出</a:t>
            </a:r>
            <a:endParaRPr lang="en-US" sz="2000" dirty="0"/>
          </a:p>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2024年は観測史上最も暑い年</a:t>
            </a:r>
            <a:endParaRPr lang="en-US" sz="2000" dirty="0"/>
          </a:p>
        </p:txBody>
      </p:sp>
      <p:sp>
        <p:nvSpPr>
          <p:cNvPr id="6" name="Shape 4"/>
          <p:cNvSpPr/>
          <p:nvPr/>
        </p:nvSpPr>
        <p:spPr>
          <a:xfrm>
            <a:off x="411480" y="3474720"/>
            <a:ext cx="6858000" cy="2097536"/>
          </a:xfrm>
          <a:prstGeom prst="rect">
            <a:avLst/>
          </a:prstGeom>
          <a:solidFill>
            <a:srgbClr val="FDEDEC"/>
          </a:solidFill>
          <a:ln/>
        </p:spPr>
        <p:txBody>
          <a:bodyPr/>
          <a:lstStyle/>
          <a:p>
            <a:endParaRPr lang="ja-JP" altLang="en-US"/>
          </a:p>
        </p:txBody>
      </p:sp>
      <p:sp>
        <p:nvSpPr>
          <p:cNvPr id="7" name="Shape 5"/>
          <p:cNvSpPr/>
          <p:nvPr/>
        </p:nvSpPr>
        <p:spPr>
          <a:xfrm>
            <a:off x="411480" y="3474720"/>
            <a:ext cx="64008" cy="2097536"/>
          </a:xfrm>
          <a:prstGeom prst="rect">
            <a:avLst/>
          </a:prstGeom>
          <a:solidFill>
            <a:srgbClr val="C0392B"/>
          </a:solidFill>
          <a:ln/>
        </p:spPr>
        <p:txBody>
          <a:bodyPr/>
          <a:lstStyle/>
          <a:p>
            <a:endParaRPr lang="ja-JP" altLang="en-US"/>
          </a:p>
        </p:txBody>
      </p:sp>
      <p:sp>
        <p:nvSpPr>
          <p:cNvPr id="8" name="Text 6"/>
          <p:cNvSpPr/>
          <p:nvPr/>
        </p:nvSpPr>
        <p:spPr>
          <a:xfrm>
            <a:off x="576072" y="3813048"/>
            <a:ext cx="6583680" cy="292608"/>
          </a:xfrm>
          <a:prstGeom prst="rect">
            <a:avLst/>
          </a:prstGeom>
          <a:noFill/>
          <a:ln/>
        </p:spPr>
        <p:txBody>
          <a:bodyPr wrap="square" rtlCol="0" anchor="ctr"/>
          <a:lstStyle/>
          <a:p>
            <a:pPr marL="0" indent="0">
              <a:buNone/>
            </a:pPr>
            <a:r>
              <a:rPr lang="en-US" sz="2000" b="1" dirty="0">
                <a:solidFill>
                  <a:srgbClr val="C0392B"/>
                </a:solidFill>
                <a:latin typeface="Meiryo" pitchFamily="34" charset="0"/>
                <a:ea typeface="Meiryo" pitchFamily="34" charset="-122"/>
                <a:cs typeface="Meiryo" pitchFamily="34" charset="-120"/>
              </a:rPr>
              <a:t>IPCC</a:t>
            </a:r>
            <a:r>
              <a:rPr lang="ja-JP" altLang="en-US" sz="2000" b="1" dirty="0">
                <a:solidFill>
                  <a:srgbClr val="C0392B"/>
                </a:solidFill>
                <a:latin typeface="Meiryo" pitchFamily="34" charset="0"/>
                <a:ea typeface="Meiryo" pitchFamily="34" charset="-122"/>
                <a:cs typeface="Meiryo" pitchFamily="34" charset="-120"/>
              </a:rPr>
              <a:t>（</a:t>
            </a:r>
            <a:r>
              <a:rPr lang="en-US" sz="2000" b="1" dirty="0">
                <a:solidFill>
                  <a:srgbClr val="C0392B"/>
                </a:solidFill>
                <a:latin typeface="Meiryo" pitchFamily="34" charset="0"/>
                <a:ea typeface="Meiryo" pitchFamily="34" charset="-122"/>
                <a:cs typeface="Meiryo" pitchFamily="34" charset="-120"/>
              </a:rPr>
              <a:t> Intergovernmental Panel on Climate Change</a:t>
            </a:r>
            <a:r>
              <a:rPr lang="ja-JP" altLang="en-US" sz="2000" b="1" dirty="0">
                <a:solidFill>
                  <a:srgbClr val="C0392B"/>
                </a:solidFill>
                <a:latin typeface="Meiryo" pitchFamily="34" charset="0"/>
                <a:ea typeface="Meiryo" pitchFamily="34" charset="-122"/>
                <a:cs typeface="Meiryo" pitchFamily="34" charset="-120"/>
              </a:rPr>
              <a:t>）</a:t>
            </a:r>
            <a:r>
              <a:rPr lang="zh-TW" altLang="en-US" sz="2000" b="1" dirty="0">
                <a:solidFill>
                  <a:srgbClr val="C0392B"/>
                </a:solidFill>
                <a:latin typeface="Meiryo" pitchFamily="34" charset="0"/>
                <a:ea typeface="Meiryo" pitchFamily="34" charset="-122"/>
                <a:cs typeface="Meiryo" pitchFamily="34" charset="-120"/>
              </a:rPr>
              <a:t>第</a:t>
            </a:r>
            <a:r>
              <a:rPr lang="en-US" altLang="zh-TW" sz="2000" b="1" dirty="0">
                <a:solidFill>
                  <a:srgbClr val="C0392B"/>
                </a:solidFill>
                <a:latin typeface="Meiryo" pitchFamily="34" charset="0"/>
                <a:ea typeface="Meiryo" pitchFamily="34" charset="-122"/>
                <a:cs typeface="Meiryo" pitchFamily="34" charset="-120"/>
              </a:rPr>
              <a:t>6</a:t>
            </a:r>
            <a:r>
              <a:rPr lang="zh-TW" altLang="en-US" sz="2000" b="1" dirty="0">
                <a:solidFill>
                  <a:srgbClr val="C0392B"/>
                </a:solidFill>
                <a:latin typeface="Meiryo" pitchFamily="34" charset="0"/>
                <a:ea typeface="Meiryo" pitchFamily="34" charset="-122"/>
                <a:cs typeface="Meiryo" pitchFamily="34" charset="-120"/>
              </a:rPr>
              <a:t>次評価報告書</a:t>
            </a:r>
            <a:r>
              <a:rPr lang="en-US" sz="2000" b="1" dirty="0">
                <a:solidFill>
                  <a:srgbClr val="C0392B"/>
                </a:solidFill>
                <a:latin typeface="Meiryo" pitchFamily="34" charset="0"/>
                <a:ea typeface="Meiryo" pitchFamily="34" charset="-122"/>
                <a:cs typeface="Meiryo" pitchFamily="34" charset="-120"/>
              </a:rPr>
              <a:t>（2021〜2023）</a:t>
            </a:r>
            <a:endParaRPr lang="en-US" sz="2000" dirty="0"/>
          </a:p>
        </p:txBody>
      </p:sp>
      <p:sp>
        <p:nvSpPr>
          <p:cNvPr id="9" name="Text 7"/>
          <p:cNvSpPr/>
          <p:nvPr/>
        </p:nvSpPr>
        <p:spPr>
          <a:xfrm>
            <a:off x="580644" y="4310384"/>
            <a:ext cx="6583680" cy="1261872"/>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a:t>
            </a:r>
            <a:r>
              <a:rPr lang="en-US" sz="2400" dirty="0" err="1">
                <a:solidFill>
                  <a:srgbClr val="2C3E50"/>
                </a:solidFill>
                <a:latin typeface="Meiryo" pitchFamily="34" charset="0"/>
                <a:ea typeface="Meiryo" pitchFamily="34" charset="-122"/>
                <a:cs typeface="Meiryo" pitchFamily="34" charset="-120"/>
              </a:rPr>
              <a:t>人間活動が大気・海洋・陸域を温暖化させたことには疑う余地がない」と明記</a:t>
            </a:r>
            <a:r>
              <a:rPr lang="en-US" sz="2400" dirty="0">
                <a:solidFill>
                  <a:srgbClr val="2C3E50"/>
                </a:solidFill>
                <a:latin typeface="Meiryo" pitchFamily="34" charset="0"/>
                <a:ea typeface="Meiryo" pitchFamily="34" charset="-122"/>
                <a:cs typeface="Meiryo" pitchFamily="34" charset="-120"/>
              </a:rPr>
              <a:t>。</a:t>
            </a:r>
            <a:endParaRPr lang="en-US" sz="2400" dirty="0"/>
          </a:p>
        </p:txBody>
      </p:sp>
      <p:pic>
        <p:nvPicPr>
          <p:cNvPr id="10" name="Image 0" descr="preencoded.png"/>
          <p:cNvPicPr>
            <a:picLocks noChangeAspect="1"/>
          </p:cNvPicPr>
          <p:nvPr/>
        </p:nvPicPr>
        <p:blipFill>
          <a:blip r:embed="rId3"/>
          <a:stretch>
            <a:fillRect/>
          </a:stretch>
        </p:blipFill>
        <p:spPr>
          <a:xfrm>
            <a:off x="7831836" y="1823216"/>
            <a:ext cx="3657600" cy="3657600"/>
          </a:xfrm>
          <a:prstGeom prst="rect">
            <a:avLst/>
          </a:prstGeom>
        </p:spPr>
      </p:pic>
      <p:sp>
        <p:nvSpPr>
          <p:cNvPr id="11" name="Text 8"/>
          <p:cNvSpPr/>
          <p:nvPr/>
        </p:nvSpPr>
        <p:spPr>
          <a:xfrm>
            <a:off x="7543800" y="5572256"/>
            <a:ext cx="4233672"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石炭火力発電所（インドネシア）</a:t>
            </a:r>
            <a:endParaRPr lang="en-US" sz="1000" dirty="0"/>
          </a:p>
        </p:txBody>
      </p:sp>
      <p:sp>
        <p:nvSpPr>
          <p:cNvPr id="12" name="Text 9"/>
          <p:cNvSpPr/>
          <p:nvPr/>
        </p:nvSpPr>
        <p:spPr>
          <a:xfrm>
            <a:off x="7543800" y="5819144"/>
            <a:ext cx="4233672" cy="228600"/>
          </a:xfrm>
          <a:prstGeom prst="rect">
            <a:avLst/>
          </a:prstGeom>
          <a:noFill/>
          <a:ln/>
        </p:spPr>
        <p:txBody>
          <a:bodyPr wrap="square" rtlCol="0" anchor="ctr"/>
          <a:lstStyle/>
          <a:p>
            <a:pPr marL="0" indent="0" algn="r">
              <a:buNone/>
            </a:pPr>
            <a:r>
              <a:rPr lang="en-US" sz="800" i="1" dirty="0">
                <a:solidFill>
                  <a:srgbClr val="85929E"/>
                </a:solidFill>
                <a:latin typeface="Meiryo" pitchFamily="34" charset="0"/>
                <a:ea typeface="Meiryo" pitchFamily="34" charset="-122"/>
                <a:cs typeface="Meiryo" pitchFamily="34" charset="-120"/>
              </a:rPr>
              <a:t>出典: Wikimedia Commons / CC BY-SA</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C-2. 温室効果のメカニズム</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15053" y="1097280"/>
            <a:ext cx="8789047" cy="5549800"/>
          </a:xfrm>
          <a:prstGeom prst="rect">
            <a:avLst/>
          </a:prstGeom>
        </p:spPr>
      </p:pic>
      <p:sp>
        <p:nvSpPr>
          <p:cNvPr id="5" name="Text 2"/>
          <p:cNvSpPr/>
          <p:nvPr/>
        </p:nvSpPr>
        <p:spPr>
          <a:xfrm>
            <a:off x="411480" y="5303520"/>
            <a:ext cx="5486400"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図Ⅵ-1-17 放射エネルギー収支</a:t>
            </a:r>
            <a:endParaRPr lang="en-US" sz="1000" dirty="0"/>
          </a:p>
        </p:txBody>
      </p:sp>
      <p:sp>
        <p:nvSpPr>
          <p:cNvPr id="6" name="Text 3"/>
          <p:cNvSpPr/>
          <p:nvPr/>
        </p:nvSpPr>
        <p:spPr>
          <a:xfrm>
            <a:off x="5283200" y="1097280"/>
            <a:ext cx="6494272" cy="2011680"/>
          </a:xfrm>
          <a:prstGeom prst="rect">
            <a:avLst/>
          </a:prstGeom>
          <a:noFill/>
          <a:ln/>
        </p:spPr>
        <p:txBody>
          <a:bodyPr wrap="square" rtlCol="0" anchor="t"/>
          <a:lstStyle/>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太陽放射は主に</a:t>
            </a:r>
            <a:r>
              <a:rPr lang="en-US" sz="2000" b="1" dirty="0">
                <a:solidFill>
                  <a:srgbClr val="1A5276"/>
                </a:solidFill>
                <a:latin typeface="Meiryo" pitchFamily="34" charset="0"/>
                <a:ea typeface="Meiryo" pitchFamily="34" charset="-122"/>
                <a:cs typeface="Meiryo" pitchFamily="34" charset="-120"/>
              </a:rPr>
              <a:t>短波（可視・近赤外）</a:t>
            </a:r>
            <a:endParaRPr lang="en-US" sz="2000" dirty="0"/>
          </a:p>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地表からの放射は</a:t>
            </a:r>
            <a:r>
              <a:rPr lang="en-US" sz="2000" b="1" dirty="0">
                <a:solidFill>
                  <a:srgbClr val="1A5276"/>
                </a:solidFill>
                <a:latin typeface="Meiryo" pitchFamily="34" charset="0"/>
                <a:ea typeface="Meiryo" pitchFamily="34" charset="-122"/>
                <a:cs typeface="Meiryo" pitchFamily="34" charset="-120"/>
              </a:rPr>
              <a:t>赤外線（長波）</a:t>
            </a:r>
            <a:endParaRPr lang="en-US" sz="2000" dirty="0"/>
          </a:p>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温室効果ガスは</a:t>
            </a:r>
            <a:r>
              <a:rPr lang="en-US" sz="2000" b="1" dirty="0">
                <a:solidFill>
                  <a:srgbClr val="C0392B"/>
                </a:solidFill>
                <a:latin typeface="Meiryo" pitchFamily="34" charset="0"/>
                <a:ea typeface="Meiryo" pitchFamily="34" charset="-122"/>
                <a:cs typeface="Meiryo" pitchFamily="34" charset="-120"/>
              </a:rPr>
              <a:t>赤外線を吸収・再放射</a:t>
            </a:r>
            <a:r>
              <a:rPr lang="en-US" sz="2000" dirty="0">
                <a:solidFill>
                  <a:srgbClr val="2C3E50"/>
                </a:solidFill>
                <a:latin typeface="Meiryo" pitchFamily="34" charset="0"/>
                <a:ea typeface="Meiryo" pitchFamily="34" charset="-122"/>
                <a:cs typeface="Meiryo" pitchFamily="34" charset="-120"/>
              </a:rPr>
              <a:t>することで地表を暖める</a:t>
            </a:r>
            <a:endParaRPr lang="en-US" sz="2000" dirty="0"/>
          </a:p>
        </p:txBody>
      </p:sp>
      <p:sp>
        <p:nvSpPr>
          <p:cNvPr id="7" name="Shape 4"/>
          <p:cNvSpPr/>
          <p:nvPr/>
        </p:nvSpPr>
        <p:spPr>
          <a:xfrm>
            <a:off x="8794991" y="4543960"/>
            <a:ext cx="3115899" cy="2103120"/>
          </a:xfrm>
          <a:prstGeom prst="rect">
            <a:avLst/>
          </a:prstGeom>
          <a:solidFill>
            <a:srgbClr val="EAF2F8"/>
          </a:solidFill>
          <a:ln/>
        </p:spPr>
        <p:txBody>
          <a:bodyPr/>
          <a:lstStyle/>
          <a:p>
            <a:endParaRPr lang="ja-JP" altLang="en-US"/>
          </a:p>
        </p:txBody>
      </p:sp>
      <p:sp>
        <p:nvSpPr>
          <p:cNvPr id="8" name="Shape 5"/>
          <p:cNvSpPr/>
          <p:nvPr/>
        </p:nvSpPr>
        <p:spPr>
          <a:xfrm>
            <a:off x="8792478" y="4543960"/>
            <a:ext cx="64008" cy="2103120"/>
          </a:xfrm>
          <a:prstGeom prst="rect">
            <a:avLst/>
          </a:prstGeom>
          <a:solidFill>
            <a:srgbClr val="2980B9"/>
          </a:solidFill>
          <a:ln/>
        </p:spPr>
        <p:txBody>
          <a:bodyPr/>
          <a:lstStyle/>
          <a:p>
            <a:endParaRPr lang="ja-JP" altLang="en-US"/>
          </a:p>
        </p:txBody>
      </p:sp>
      <p:sp>
        <p:nvSpPr>
          <p:cNvPr id="9" name="Text 6"/>
          <p:cNvSpPr/>
          <p:nvPr/>
        </p:nvSpPr>
        <p:spPr>
          <a:xfrm>
            <a:off x="8813209" y="4543960"/>
            <a:ext cx="5148072" cy="292608"/>
          </a:xfrm>
          <a:prstGeom prst="rect">
            <a:avLst/>
          </a:prstGeom>
          <a:noFill/>
          <a:ln/>
        </p:spPr>
        <p:txBody>
          <a:bodyPr wrap="square" rtlCol="0" anchor="ctr"/>
          <a:lstStyle/>
          <a:p>
            <a:pPr marL="0" indent="0">
              <a:buNone/>
            </a:pPr>
            <a:r>
              <a:rPr lang="en-US" sz="1100" b="1" dirty="0">
                <a:solidFill>
                  <a:srgbClr val="2980B9"/>
                </a:solidFill>
                <a:latin typeface="Meiryo" pitchFamily="34" charset="0"/>
                <a:ea typeface="Meiryo" pitchFamily="34" charset="-122"/>
                <a:cs typeface="Meiryo" pitchFamily="34" charset="-120"/>
              </a:rPr>
              <a:t>温室効果ガスの特徴</a:t>
            </a:r>
            <a:endParaRPr lang="en-US" sz="1100" dirty="0"/>
          </a:p>
        </p:txBody>
      </p:sp>
      <p:sp>
        <p:nvSpPr>
          <p:cNvPr id="10" name="Text 7"/>
          <p:cNvSpPr/>
          <p:nvPr/>
        </p:nvSpPr>
        <p:spPr>
          <a:xfrm>
            <a:off x="8813209" y="4827424"/>
            <a:ext cx="5148072" cy="1719072"/>
          </a:xfrm>
          <a:prstGeom prst="rect">
            <a:avLst/>
          </a:prstGeom>
          <a:noFill/>
          <a:ln/>
        </p:spPr>
        <p:txBody>
          <a:bodyPr wrap="square" rtlCol="0" anchor="t"/>
          <a:lstStyle/>
          <a:p>
            <a:pPr marL="0" indent="0" algn="l">
              <a:lnSpc>
                <a:spcPct val="130000"/>
              </a:lnSpc>
              <a:spcAft>
                <a:spcPts val="400"/>
              </a:spcAft>
              <a:buNone/>
            </a:pPr>
            <a:r>
              <a:rPr lang="en-US" sz="1200" dirty="0">
                <a:solidFill>
                  <a:srgbClr val="2C3E50"/>
                </a:solidFill>
                <a:latin typeface="Meiryo" pitchFamily="34" charset="0"/>
                <a:ea typeface="Meiryo" pitchFamily="34" charset="-122"/>
                <a:cs typeface="Meiryo" pitchFamily="34" charset="-120"/>
              </a:rPr>
              <a:t>・分子内に</a:t>
            </a:r>
            <a:r>
              <a:rPr lang="en-US" sz="1200" b="1" dirty="0">
                <a:solidFill>
                  <a:srgbClr val="1A5276"/>
                </a:solidFill>
                <a:latin typeface="Meiryo" pitchFamily="34" charset="0"/>
                <a:ea typeface="Meiryo" pitchFamily="34" charset="-122"/>
                <a:cs typeface="Meiryo" pitchFamily="34" charset="-120"/>
              </a:rPr>
              <a:t>極性のある振動モード</a:t>
            </a:r>
            <a:r>
              <a:rPr lang="en-US" sz="1200" dirty="0">
                <a:solidFill>
                  <a:srgbClr val="2C3E50"/>
                </a:solidFill>
                <a:latin typeface="Meiryo" pitchFamily="34" charset="0"/>
                <a:ea typeface="Meiryo" pitchFamily="34" charset="-122"/>
                <a:cs typeface="Meiryo" pitchFamily="34" charset="-120"/>
              </a:rPr>
              <a:t>がある</a:t>
            </a:r>
            <a:endParaRPr lang="en-US" sz="1200" dirty="0"/>
          </a:p>
          <a:p>
            <a:pPr marL="0" indent="0" algn="l">
              <a:lnSpc>
                <a:spcPct val="130000"/>
              </a:lnSpc>
              <a:spcAft>
                <a:spcPts val="400"/>
              </a:spcAft>
              <a:buNone/>
            </a:pPr>
            <a:r>
              <a:rPr lang="en-US" sz="1200" dirty="0">
                <a:solidFill>
                  <a:srgbClr val="2C3E50"/>
                </a:solidFill>
                <a:latin typeface="Meiryo" pitchFamily="34" charset="0"/>
                <a:ea typeface="Meiryo" pitchFamily="34" charset="-122"/>
                <a:cs typeface="Meiryo" pitchFamily="34" charset="-120"/>
              </a:rPr>
              <a:t>・例: CO₂, H₂O, CH₄, N₂O, フロン類</a:t>
            </a:r>
            <a:endParaRPr lang="en-US" sz="1200" dirty="0"/>
          </a:p>
          <a:p>
            <a:pPr marL="0" indent="0" algn="l">
              <a:lnSpc>
                <a:spcPct val="130000"/>
              </a:lnSpc>
              <a:spcAft>
                <a:spcPts val="400"/>
              </a:spcAft>
              <a:buNone/>
            </a:pPr>
            <a:r>
              <a:rPr lang="en-US" sz="1200" dirty="0">
                <a:solidFill>
                  <a:srgbClr val="2C3E50"/>
                </a:solidFill>
                <a:latin typeface="Meiryo" pitchFamily="34" charset="0"/>
                <a:ea typeface="Meiryo" pitchFamily="34" charset="-122"/>
                <a:cs typeface="Meiryo" pitchFamily="34" charset="-120"/>
              </a:rPr>
              <a:t>・N₂・O₂ </a:t>
            </a:r>
            <a:r>
              <a:rPr lang="en-US" sz="1200" dirty="0" err="1">
                <a:solidFill>
                  <a:srgbClr val="2C3E50"/>
                </a:solidFill>
                <a:latin typeface="Meiryo" pitchFamily="34" charset="0"/>
                <a:ea typeface="Meiryo" pitchFamily="34" charset="-122"/>
                <a:cs typeface="Meiryo" pitchFamily="34" charset="-120"/>
              </a:rPr>
              <a:t>は無極性分子なので赤外を</a:t>
            </a:r>
            <a:endParaRPr lang="en-US" sz="1200" dirty="0">
              <a:solidFill>
                <a:srgbClr val="2C3E50"/>
              </a:solidFill>
              <a:latin typeface="Meiryo" pitchFamily="34" charset="0"/>
              <a:ea typeface="Meiryo" pitchFamily="34" charset="-122"/>
              <a:cs typeface="Meiryo" pitchFamily="34" charset="-120"/>
            </a:endParaRPr>
          </a:p>
          <a:p>
            <a:pPr marL="0" indent="0" algn="l">
              <a:lnSpc>
                <a:spcPct val="130000"/>
              </a:lnSpc>
              <a:spcAft>
                <a:spcPts val="400"/>
              </a:spcAft>
              <a:buNone/>
            </a:pPr>
            <a:r>
              <a:rPr lang="ja-JP" altLang="en-US" sz="1200" dirty="0">
                <a:solidFill>
                  <a:srgbClr val="2C3E50"/>
                </a:solidFill>
                <a:latin typeface="Meiryo" pitchFamily="34" charset="0"/>
                <a:ea typeface="Meiryo" pitchFamily="34" charset="-122"/>
                <a:cs typeface="Meiryo" pitchFamily="34" charset="-120"/>
              </a:rPr>
              <a:t>　</a:t>
            </a:r>
            <a:r>
              <a:rPr lang="en-US" sz="1200" dirty="0" err="1">
                <a:solidFill>
                  <a:srgbClr val="2C3E50"/>
                </a:solidFill>
                <a:latin typeface="Meiryo" pitchFamily="34" charset="0"/>
                <a:ea typeface="Meiryo" pitchFamily="34" charset="-122"/>
                <a:cs typeface="Meiryo" pitchFamily="34" charset="-120"/>
              </a:rPr>
              <a:t>吸収しない</a:t>
            </a:r>
            <a:endParaRPr lang="en-US" sz="12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C-2. 地球の熱収支</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70204" y="1648756"/>
            <a:ext cx="7056656" cy="4889204"/>
          </a:xfrm>
          <a:prstGeom prst="rect">
            <a:avLst/>
          </a:prstGeom>
        </p:spPr>
      </p:pic>
      <p:sp>
        <p:nvSpPr>
          <p:cNvPr id="6" name="Text 3"/>
          <p:cNvSpPr/>
          <p:nvPr/>
        </p:nvSpPr>
        <p:spPr>
          <a:xfrm>
            <a:off x="662731" y="1261927"/>
            <a:ext cx="10586235" cy="457200"/>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太陽から到達する放射エネルギー = 100 </a:t>
            </a:r>
            <a:r>
              <a:rPr lang="en-US" dirty="0" err="1">
                <a:solidFill>
                  <a:srgbClr val="2C3E50"/>
                </a:solidFill>
                <a:latin typeface="Meiryo" pitchFamily="34" charset="0"/>
                <a:ea typeface="Meiryo" pitchFamily="34" charset="-122"/>
                <a:cs typeface="Meiryo" pitchFamily="34" charset="-120"/>
              </a:rPr>
              <a:t>とすると</a:t>
            </a:r>
            <a:r>
              <a:rPr lang="en-US" dirty="0">
                <a:solidFill>
                  <a:srgbClr val="2C3E50"/>
                </a:solidFill>
                <a:latin typeface="Meiryo" pitchFamily="34" charset="0"/>
                <a:ea typeface="Meiryo" pitchFamily="34" charset="-122"/>
                <a:cs typeface="Meiryo" pitchFamily="34" charset="-120"/>
              </a:rPr>
              <a:t>:</a:t>
            </a:r>
            <a:r>
              <a:rPr lang="ja-JP" altLang="en-US" dirty="0">
                <a:solidFill>
                  <a:srgbClr val="2C3E50"/>
                </a:solidFill>
                <a:latin typeface="Meiryo" pitchFamily="34" charset="0"/>
                <a:ea typeface="Meiryo" pitchFamily="34" charset="-122"/>
                <a:cs typeface="Meiryo" pitchFamily="34" charset="-120"/>
              </a:rPr>
              <a:t>地球放射も＝</a:t>
            </a:r>
            <a:r>
              <a:rPr lang="en-US" altLang="ja-JP" dirty="0">
                <a:solidFill>
                  <a:srgbClr val="2C3E50"/>
                </a:solidFill>
                <a:latin typeface="Meiryo" pitchFamily="34" charset="0"/>
                <a:ea typeface="Meiryo" pitchFamily="34" charset="-122"/>
                <a:cs typeface="Meiryo" pitchFamily="34" charset="-120"/>
              </a:rPr>
              <a:t>100</a:t>
            </a:r>
            <a:endParaRPr lang="en-US" dirty="0"/>
          </a:p>
        </p:txBody>
      </p:sp>
      <p:sp>
        <p:nvSpPr>
          <p:cNvPr id="8" name="Shape 5"/>
          <p:cNvSpPr/>
          <p:nvPr/>
        </p:nvSpPr>
        <p:spPr>
          <a:xfrm>
            <a:off x="7872439" y="1923596"/>
            <a:ext cx="3292259" cy="2011680"/>
          </a:xfrm>
          <a:prstGeom prst="rect">
            <a:avLst/>
          </a:prstGeom>
          <a:solidFill>
            <a:srgbClr val="F8F9FA"/>
          </a:solidFill>
          <a:ln/>
        </p:spPr>
        <p:txBody>
          <a:bodyPr/>
          <a:lstStyle/>
          <a:p>
            <a:endParaRPr lang="ja-JP" altLang="en-US" sz="2400"/>
          </a:p>
        </p:txBody>
      </p:sp>
      <p:sp>
        <p:nvSpPr>
          <p:cNvPr id="9" name="Shape 6"/>
          <p:cNvSpPr/>
          <p:nvPr/>
        </p:nvSpPr>
        <p:spPr>
          <a:xfrm>
            <a:off x="7872439" y="1923596"/>
            <a:ext cx="64008" cy="2011680"/>
          </a:xfrm>
          <a:prstGeom prst="rect">
            <a:avLst/>
          </a:prstGeom>
          <a:solidFill>
            <a:srgbClr val="BDC3C7"/>
          </a:solidFill>
          <a:ln/>
        </p:spPr>
        <p:txBody>
          <a:bodyPr/>
          <a:lstStyle/>
          <a:p>
            <a:endParaRPr lang="ja-JP" altLang="en-US" sz="2400"/>
          </a:p>
        </p:txBody>
      </p:sp>
      <p:sp>
        <p:nvSpPr>
          <p:cNvPr id="10" name="Text 7"/>
          <p:cNvSpPr/>
          <p:nvPr/>
        </p:nvSpPr>
        <p:spPr>
          <a:xfrm>
            <a:off x="8022854" y="1969316"/>
            <a:ext cx="5148072" cy="292608"/>
          </a:xfrm>
          <a:prstGeom prst="rect">
            <a:avLst/>
          </a:prstGeom>
          <a:noFill/>
          <a:ln/>
        </p:spPr>
        <p:txBody>
          <a:bodyPr wrap="square" rtlCol="0" anchor="ctr"/>
          <a:lstStyle/>
          <a:p>
            <a:pPr marL="0" indent="0">
              <a:buNone/>
            </a:pPr>
            <a:r>
              <a:rPr lang="en-US" sz="1100" b="1" dirty="0">
                <a:solidFill>
                  <a:srgbClr val="BDC3C7"/>
                </a:solidFill>
                <a:latin typeface="Meiryo" pitchFamily="34" charset="0"/>
                <a:ea typeface="Meiryo" pitchFamily="34" charset="-122"/>
                <a:cs typeface="Meiryo" pitchFamily="34" charset="-120"/>
              </a:rPr>
              <a:t>エネルギーの収支は釣り合っていた</a:t>
            </a:r>
            <a:endParaRPr lang="en-US" sz="1100" dirty="0"/>
          </a:p>
        </p:txBody>
      </p:sp>
      <p:sp>
        <p:nvSpPr>
          <p:cNvPr id="11" name="Text 8"/>
          <p:cNvSpPr/>
          <p:nvPr/>
        </p:nvSpPr>
        <p:spPr>
          <a:xfrm>
            <a:off x="8037031" y="2261924"/>
            <a:ext cx="2848650" cy="1627632"/>
          </a:xfrm>
          <a:prstGeom prst="rect">
            <a:avLst/>
          </a:prstGeom>
          <a:noFill/>
          <a:ln/>
        </p:spPr>
        <p:txBody>
          <a:bodyPr wrap="square" rtlCol="0" anchor="t"/>
          <a:lstStyle/>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放出 = 入射。温室効果ガスの増加でこのバランスが崩れ、地表温度が上昇している。</a:t>
            </a:r>
            <a:endParaRPr lang="en-US" sz="1600" dirty="0"/>
          </a:p>
        </p:txBody>
      </p:sp>
      <p:sp>
        <p:nvSpPr>
          <p:cNvPr id="5" name="テキスト ボックス 4">
            <a:extLst>
              <a:ext uri="{FF2B5EF4-FFF2-40B4-BE49-F238E27FC236}">
                <a16:creationId xmlns:a16="http://schemas.microsoft.com/office/drawing/2014/main" id="{043316C6-B290-2DCF-9AA1-A3F32682AF50}"/>
              </a:ext>
            </a:extLst>
          </p:cNvPr>
          <p:cNvSpPr txBox="1"/>
          <p:nvPr/>
        </p:nvSpPr>
        <p:spPr>
          <a:xfrm>
            <a:off x="7526860" y="4678647"/>
            <a:ext cx="4519186" cy="2000548"/>
          </a:xfrm>
          <a:prstGeom prst="rect">
            <a:avLst/>
          </a:prstGeom>
          <a:noFill/>
        </p:spPr>
        <p:txBody>
          <a:bodyPr wrap="none" rtlCol="0">
            <a:spAutoFit/>
          </a:bodyPr>
          <a:lstStyle/>
          <a:p>
            <a:r>
              <a:rPr lang="ja-JP" altLang="en-US" b="1" dirty="0"/>
              <a:t>入ってくるエネルギー　＝　</a:t>
            </a:r>
            <a:r>
              <a:rPr lang="en-US" altLang="ja-JP" b="1" dirty="0"/>
              <a:t>100</a:t>
            </a:r>
          </a:p>
          <a:p>
            <a:r>
              <a:rPr lang="ja-JP" altLang="en-US" b="1" dirty="0"/>
              <a:t>出ていくエネルギー　　 ＝ </a:t>
            </a:r>
            <a:r>
              <a:rPr lang="en-US" altLang="ja-JP" b="1" dirty="0"/>
              <a:t>100</a:t>
            </a:r>
            <a:endParaRPr lang="ja-JP" altLang="en-US" dirty="0"/>
          </a:p>
          <a:p>
            <a:r>
              <a:rPr lang="ja-JP" altLang="en-US" b="1" dirty="0"/>
              <a:t>　反射されてそのまま宇宙へ戻る分：</a:t>
            </a:r>
            <a:r>
              <a:rPr lang="en-US" altLang="ja-JP" b="1" dirty="0"/>
              <a:t>30</a:t>
            </a:r>
          </a:p>
          <a:p>
            <a:r>
              <a:rPr lang="ja-JP" altLang="en-US" dirty="0"/>
              <a:t>　</a:t>
            </a:r>
            <a:r>
              <a:rPr lang="ja-JP" altLang="en-US" sz="1600" dirty="0"/>
              <a:t>（散乱 </a:t>
            </a:r>
            <a:r>
              <a:rPr lang="en-US" altLang="ja-JP" sz="1600" dirty="0"/>
              <a:t>6 </a:t>
            </a:r>
            <a:r>
              <a:rPr lang="ja-JP" altLang="en-US" sz="1600" dirty="0"/>
              <a:t>＋ 雲の反射 </a:t>
            </a:r>
            <a:r>
              <a:rPr lang="en-US" altLang="ja-JP" sz="1600" dirty="0"/>
              <a:t>20 </a:t>
            </a:r>
            <a:r>
              <a:rPr lang="ja-JP" altLang="en-US" sz="1600" dirty="0"/>
              <a:t>＋ 地表の反射 </a:t>
            </a:r>
            <a:r>
              <a:rPr lang="en-US" altLang="ja-JP" sz="1600" dirty="0"/>
              <a:t>4</a:t>
            </a:r>
            <a:r>
              <a:rPr lang="ja-JP" altLang="en-US" sz="1600" dirty="0"/>
              <a:t>）</a:t>
            </a:r>
            <a:endParaRPr lang="ja-JP" altLang="en-US" dirty="0"/>
          </a:p>
          <a:p>
            <a:r>
              <a:rPr lang="ja-JP" altLang="en-US" b="1" dirty="0"/>
              <a:t>　熱として宇宙へ放出される分：</a:t>
            </a:r>
            <a:r>
              <a:rPr lang="en-US" altLang="ja-JP" b="1" dirty="0"/>
              <a:t>70</a:t>
            </a:r>
          </a:p>
          <a:p>
            <a:r>
              <a:rPr lang="ja-JP" altLang="en-US" sz="1600" dirty="0"/>
              <a:t>（地表から直接 </a:t>
            </a:r>
            <a:r>
              <a:rPr lang="en-US" altLang="ja-JP" sz="1600" dirty="0"/>
              <a:t>6 </a:t>
            </a:r>
            <a:r>
              <a:rPr lang="ja-JP" altLang="en-US" sz="1600" dirty="0"/>
              <a:t>＋ 雲から </a:t>
            </a:r>
            <a:r>
              <a:rPr lang="en-US" altLang="ja-JP" sz="1600" dirty="0"/>
              <a:t>26 </a:t>
            </a:r>
            <a:r>
              <a:rPr lang="ja-JP" altLang="en-US" sz="1600" dirty="0"/>
              <a:t>＋ 大気から </a:t>
            </a:r>
            <a:r>
              <a:rPr lang="en-US" altLang="ja-JP" sz="1600" dirty="0"/>
              <a:t>38</a:t>
            </a:r>
            <a:r>
              <a:rPr lang="ja-JP" altLang="en-US" sz="1600" dirty="0"/>
              <a:t>）</a:t>
            </a:r>
          </a:p>
          <a:p>
            <a:endParaRPr kumimoji="1" lang="ja-JP"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79" y="320040"/>
            <a:ext cx="9165289" cy="400110"/>
          </a:xfrm>
          <a:prstGeom prst="rect">
            <a:avLst/>
          </a:prstGeom>
          <a:noFill/>
        </p:spPr>
        <p:txBody>
          <a:bodyPr wrap="square" lIns="0" tIns="0" rIns="0" bIns="0" anchor="t">
            <a:spAutoFit/>
          </a:bodyPr>
          <a:lstStyle/>
          <a:p>
            <a:pPr algn="l"/>
            <a:r>
              <a:rPr sz="2600" b="1" dirty="0">
                <a:solidFill>
                  <a:srgbClr val="1A5276"/>
                </a:solidFill>
                <a:latin typeface="Yu Gothic"/>
              </a:rPr>
              <a:t>C-2. GWP</a:t>
            </a:r>
            <a:r>
              <a:rPr lang="ja-JP" altLang="en-US" sz="2600" b="1" dirty="0">
                <a:solidFill>
                  <a:srgbClr val="1A5276"/>
                </a:solidFill>
                <a:latin typeface="Yu Gothic"/>
              </a:rPr>
              <a:t>：</a:t>
            </a:r>
            <a:r>
              <a:rPr lang="en-US" sz="2600" b="1" dirty="0">
                <a:solidFill>
                  <a:srgbClr val="1A5276"/>
                </a:solidFill>
                <a:latin typeface="Yu Gothic"/>
              </a:rPr>
              <a:t>Global Warming Potential（</a:t>
            </a:r>
            <a:r>
              <a:rPr lang="ja-JP" altLang="en-US" sz="2600" b="1" dirty="0">
                <a:solidFill>
                  <a:srgbClr val="1A5276"/>
                </a:solidFill>
                <a:latin typeface="Yu Gothic"/>
              </a:rPr>
              <a:t>地球温暖化係数）</a:t>
            </a:r>
            <a:endParaRPr sz="2600" b="1" dirty="0">
              <a:solidFill>
                <a:srgbClr val="1A5276"/>
              </a:solidFill>
              <a:latin typeface="Yu Gothic"/>
            </a:endParaRPr>
          </a:p>
        </p:txBody>
      </p:sp>
      <p:sp>
        <p:nvSpPr>
          <p:cNvPr id="3" name="TextBox 2"/>
          <p:cNvSpPr txBox="1"/>
          <p:nvPr/>
        </p:nvSpPr>
        <p:spPr>
          <a:xfrm>
            <a:off x="9674352" y="320040"/>
            <a:ext cx="1371600" cy="594360"/>
          </a:xfrm>
          <a:prstGeom prst="rect">
            <a:avLst/>
          </a:prstGeom>
          <a:noFill/>
        </p:spPr>
        <p:txBody>
          <a:bodyPr wrap="square" lIns="0" tIns="0" rIns="0" bIns="0" anchor="t">
            <a:spAutoFit/>
          </a:bodyPr>
          <a:lstStyle/>
          <a:p>
            <a:pPr algn="r"/>
            <a:r>
              <a:rPr sz="2000" b="1">
                <a:solidFill>
                  <a:srgbClr val="F39C12"/>
                </a:solidFill>
                <a:latin typeface="Yu Gothic"/>
              </a:rPr>
              <a:t>★ ★ ★</a:t>
            </a:r>
          </a:p>
        </p:txBody>
      </p:sp>
      <p:sp>
        <p:nvSpPr>
          <p:cNvPr id="4" name="Rectangle 3"/>
          <p:cNvSpPr/>
          <p:nvPr/>
        </p:nvSpPr>
        <p:spPr>
          <a:xfrm>
            <a:off x="411480" y="950976"/>
            <a:ext cx="11365992" cy="2743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097280"/>
            <a:ext cx="11365992" cy="307777"/>
          </a:xfrm>
          <a:prstGeom prst="rect">
            <a:avLst/>
          </a:prstGeom>
          <a:noFill/>
        </p:spPr>
        <p:txBody>
          <a:bodyPr wrap="square" lIns="0" tIns="0" rIns="0" bIns="0" anchor="t">
            <a:spAutoFit/>
          </a:bodyPr>
          <a:lstStyle/>
          <a:p>
            <a:pPr algn="l"/>
            <a:r>
              <a:rPr sz="2000" b="1" dirty="0">
                <a:solidFill>
                  <a:srgbClr val="C00000"/>
                </a:solidFill>
                <a:latin typeface="Yu Gothic"/>
              </a:rPr>
              <a:t>GWP は CO₂ を 1 とした相対値</a:t>
            </a:r>
            <a:r>
              <a:rPr sz="1400" b="0" dirty="0">
                <a:solidFill>
                  <a:srgbClr val="5D6D7E"/>
                </a:solidFill>
                <a:latin typeface="Yu Gothic"/>
              </a:rPr>
              <a:t>（100年積算）。</a:t>
            </a:r>
          </a:p>
        </p:txBody>
      </p:sp>
      <p:sp>
        <p:nvSpPr>
          <p:cNvPr id="6" name="Rectangle 5"/>
          <p:cNvSpPr/>
          <p:nvPr/>
        </p:nvSpPr>
        <p:spPr>
          <a:xfrm>
            <a:off x="411480" y="1554480"/>
            <a:ext cx="11365992" cy="5029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484632" y="1627632"/>
            <a:ext cx="1956815" cy="246221"/>
          </a:xfrm>
          <a:prstGeom prst="rect">
            <a:avLst/>
          </a:prstGeom>
          <a:noFill/>
        </p:spPr>
        <p:txBody>
          <a:bodyPr wrap="square" lIns="0" tIns="0" rIns="0" bIns="0" anchor="t">
            <a:spAutoFit/>
          </a:bodyPr>
          <a:lstStyle/>
          <a:p>
            <a:pPr algn="ctr"/>
            <a:r>
              <a:rPr sz="1600" b="1">
                <a:solidFill>
                  <a:srgbClr val="FFFFFF"/>
                </a:solidFill>
                <a:latin typeface="Yu Gothic"/>
              </a:rPr>
              <a:t>物質</a:t>
            </a:r>
          </a:p>
        </p:txBody>
      </p:sp>
      <p:sp>
        <p:nvSpPr>
          <p:cNvPr id="8" name="TextBox 7"/>
          <p:cNvSpPr txBox="1"/>
          <p:nvPr/>
        </p:nvSpPr>
        <p:spPr>
          <a:xfrm>
            <a:off x="2587752" y="1627632"/>
            <a:ext cx="1408176" cy="246221"/>
          </a:xfrm>
          <a:prstGeom prst="rect">
            <a:avLst/>
          </a:prstGeom>
          <a:noFill/>
        </p:spPr>
        <p:txBody>
          <a:bodyPr wrap="square" lIns="0" tIns="0" rIns="0" bIns="0" anchor="t">
            <a:spAutoFit/>
          </a:bodyPr>
          <a:lstStyle/>
          <a:p>
            <a:pPr algn="ctr"/>
            <a:r>
              <a:rPr sz="1600" b="1">
                <a:solidFill>
                  <a:srgbClr val="FFFFFF"/>
                </a:solidFill>
                <a:latin typeface="Yu Gothic"/>
              </a:rPr>
              <a:t>GWP (100年)</a:t>
            </a:r>
          </a:p>
        </p:txBody>
      </p:sp>
      <p:sp>
        <p:nvSpPr>
          <p:cNvPr id="9" name="TextBox 8"/>
          <p:cNvSpPr txBox="1"/>
          <p:nvPr/>
        </p:nvSpPr>
        <p:spPr>
          <a:xfrm>
            <a:off x="4142232" y="1627632"/>
            <a:ext cx="3511296" cy="246221"/>
          </a:xfrm>
          <a:prstGeom prst="rect">
            <a:avLst/>
          </a:prstGeom>
          <a:noFill/>
        </p:spPr>
        <p:txBody>
          <a:bodyPr wrap="square" lIns="0" tIns="0" rIns="0" bIns="0" anchor="t">
            <a:spAutoFit/>
          </a:bodyPr>
          <a:lstStyle/>
          <a:p>
            <a:pPr algn="ctr"/>
            <a:r>
              <a:rPr sz="1600" b="1">
                <a:solidFill>
                  <a:srgbClr val="FFFFFF"/>
                </a:solidFill>
                <a:latin typeface="Yu Gothic"/>
              </a:rPr>
              <a:t>主な発生源</a:t>
            </a:r>
          </a:p>
        </p:txBody>
      </p:sp>
      <p:sp>
        <p:nvSpPr>
          <p:cNvPr id="10" name="TextBox 9"/>
          <p:cNvSpPr txBox="1"/>
          <p:nvPr/>
        </p:nvSpPr>
        <p:spPr>
          <a:xfrm>
            <a:off x="7799831" y="1627632"/>
            <a:ext cx="3904487" cy="246221"/>
          </a:xfrm>
          <a:prstGeom prst="rect">
            <a:avLst/>
          </a:prstGeom>
          <a:noFill/>
        </p:spPr>
        <p:txBody>
          <a:bodyPr wrap="square" lIns="0" tIns="0" rIns="0" bIns="0" anchor="t">
            <a:spAutoFit/>
          </a:bodyPr>
          <a:lstStyle/>
          <a:p>
            <a:pPr algn="ctr"/>
            <a:r>
              <a:rPr sz="1600" b="1">
                <a:solidFill>
                  <a:srgbClr val="FFFFFF"/>
                </a:solidFill>
                <a:latin typeface="Yu Gothic"/>
              </a:rPr>
              <a:t>用途・性質</a:t>
            </a:r>
          </a:p>
        </p:txBody>
      </p:sp>
      <p:sp>
        <p:nvSpPr>
          <p:cNvPr id="11" name="Rectangle 10"/>
          <p:cNvSpPr/>
          <p:nvPr/>
        </p:nvSpPr>
        <p:spPr>
          <a:xfrm>
            <a:off x="411480" y="2057400"/>
            <a:ext cx="11365992" cy="457200"/>
          </a:xfrm>
          <a:prstGeom prst="rect">
            <a:avLst/>
          </a:prstGeom>
          <a:solidFill>
            <a:srgbClr val="EAF2F8"/>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502920" y="2162890"/>
            <a:ext cx="1920239" cy="246221"/>
          </a:xfrm>
          <a:prstGeom prst="rect">
            <a:avLst/>
          </a:prstGeom>
          <a:noFill/>
        </p:spPr>
        <p:txBody>
          <a:bodyPr wrap="square" lIns="0" tIns="0" rIns="0" bIns="0" anchor="ctr">
            <a:spAutoFit/>
          </a:bodyPr>
          <a:lstStyle/>
          <a:p>
            <a:pPr algn="l"/>
            <a:r>
              <a:rPr sz="1600" b="0">
                <a:solidFill>
                  <a:srgbClr val="2C3E50"/>
                </a:solidFill>
                <a:latin typeface="Yu Gothic"/>
              </a:rPr>
              <a:t>CO₂</a:t>
            </a:r>
          </a:p>
        </p:txBody>
      </p:sp>
      <p:sp>
        <p:nvSpPr>
          <p:cNvPr id="13" name="TextBox 12"/>
          <p:cNvSpPr txBox="1"/>
          <p:nvPr/>
        </p:nvSpPr>
        <p:spPr>
          <a:xfrm>
            <a:off x="2606040" y="2162890"/>
            <a:ext cx="1371600" cy="246221"/>
          </a:xfrm>
          <a:prstGeom prst="rect">
            <a:avLst/>
          </a:prstGeom>
          <a:noFill/>
        </p:spPr>
        <p:txBody>
          <a:bodyPr wrap="square" lIns="0" tIns="0" rIns="0" bIns="0" anchor="ctr">
            <a:spAutoFit/>
          </a:bodyPr>
          <a:lstStyle/>
          <a:p>
            <a:pPr algn="l"/>
            <a:r>
              <a:rPr sz="1600" b="0">
                <a:solidFill>
                  <a:srgbClr val="2C3E50"/>
                </a:solidFill>
                <a:latin typeface="Yu Gothic"/>
              </a:rPr>
              <a:t>1</a:t>
            </a:r>
          </a:p>
        </p:txBody>
      </p:sp>
      <p:sp>
        <p:nvSpPr>
          <p:cNvPr id="14" name="TextBox 13"/>
          <p:cNvSpPr txBox="1"/>
          <p:nvPr/>
        </p:nvSpPr>
        <p:spPr>
          <a:xfrm>
            <a:off x="4160520" y="2162890"/>
            <a:ext cx="3474720" cy="246221"/>
          </a:xfrm>
          <a:prstGeom prst="rect">
            <a:avLst/>
          </a:prstGeom>
          <a:noFill/>
        </p:spPr>
        <p:txBody>
          <a:bodyPr wrap="square" lIns="0" tIns="0" rIns="0" bIns="0" anchor="ctr">
            <a:spAutoFit/>
          </a:bodyPr>
          <a:lstStyle/>
          <a:p>
            <a:pPr algn="l"/>
            <a:r>
              <a:rPr sz="1600" b="0">
                <a:solidFill>
                  <a:srgbClr val="2C3E50"/>
                </a:solidFill>
                <a:latin typeface="Yu Gothic"/>
              </a:rPr>
              <a:t>化石燃料燃焼・呼吸</a:t>
            </a:r>
          </a:p>
        </p:txBody>
      </p:sp>
      <p:sp>
        <p:nvSpPr>
          <p:cNvPr id="15" name="TextBox 14"/>
          <p:cNvSpPr txBox="1"/>
          <p:nvPr/>
        </p:nvSpPr>
        <p:spPr>
          <a:xfrm>
            <a:off x="7818119" y="2162890"/>
            <a:ext cx="3867911" cy="246221"/>
          </a:xfrm>
          <a:prstGeom prst="rect">
            <a:avLst/>
          </a:prstGeom>
          <a:noFill/>
        </p:spPr>
        <p:txBody>
          <a:bodyPr wrap="square" lIns="0" tIns="0" rIns="0" bIns="0" anchor="ctr">
            <a:spAutoFit/>
          </a:bodyPr>
          <a:lstStyle/>
          <a:p>
            <a:pPr algn="l"/>
            <a:r>
              <a:rPr sz="1600" b="0">
                <a:solidFill>
                  <a:srgbClr val="2C3E50"/>
                </a:solidFill>
                <a:latin typeface="Yu Gothic"/>
              </a:rPr>
              <a:t>大気中濃度が桁違いに大、寄与最大</a:t>
            </a:r>
          </a:p>
        </p:txBody>
      </p:sp>
      <p:sp>
        <p:nvSpPr>
          <p:cNvPr id="16" name="Rectangle 15"/>
          <p:cNvSpPr/>
          <p:nvPr/>
        </p:nvSpPr>
        <p:spPr>
          <a:xfrm>
            <a:off x="411480" y="2514600"/>
            <a:ext cx="11365992" cy="457200"/>
          </a:xfrm>
          <a:prstGeom prst="rect">
            <a:avLst/>
          </a:prstGeom>
          <a:solidFill>
            <a:srgbClr val="FFFFFF"/>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p:cNvSpPr txBox="1"/>
          <p:nvPr/>
        </p:nvSpPr>
        <p:spPr>
          <a:xfrm>
            <a:off x="502920" y="2620090"/>
            <a:ext cx="1920239" cy="246221"/>
          </a:xfrm>
          <a:prstGeom prst="rect">
            <a:avLst/>
          </a:prstGeom>
          <a:noFill/>
        </p:spPr>
        <p:txBody>
          <a:bodyPr wrap="square" lIns="0" tIns="0" rIns="0" bIns="0" anchor="ctr">
            <a:spAutoFit/>
          </a:bodyPr>
          <a:lstStyle/>
          <a:p>
            <a:pPr algn="l"/>
            <a:r>
              <a:rPr sz="1600" b="0">
                <a:solidFill>
                  <a:srgbClr val="2C3E50"/>
                </a:solidFill>
                <a:latin typeface="Yu Gothic"/>
              </a:rPr>
              <a:t>CH₄ (メタン)</a:t>
            </a:r>
          </a:p>
        </p:txBody>
      </p:sp>
      <p:sp>
        <p:nvSpPr>
          <p:cNvPr id="18" name="TextBox 17"/>
          <p:cNvSpPr txBox="1"/>
          <p:nvPr/>
        </p:nvSpPr>
        <p:spPr>
          <a:xfrm>
            <a:off x="2606040" y="2620090"/>
            <a:ext cx="1371600" cy="246221"/>
          </a:xfrm>
          <a:prstGeom prst="rect">
            <a:avLst/>
          </a:prstGeom>
          <a:noFill/>
        </p:spPr>
        <p:txBody>
          <a:bodyPr wrap="square" lIns="0" tIns="0" rIns="0" bIns="0" anchor="ctr">
            <a:spAutoFit/>
          </a:bodyPr>
          <a:lstStyle/>
          <a:p>
            <a:pPr algn="l"/>
            <a:r>
              <a:rPr sz="1600" b="0">
                <a:solidFill>
                  <a:srgbClr val="2C3E50"/>
                </a:solidFill>
                <a:latin typeface="Yu Gothic"/>
              </a:rPr>
              <a:t>28</a:t>
            </a:r>
          </a:p>
        </p:txBody>
      </p:sp>
      <p:sp>
        <p:nvSpPr>
          <p:cNvPr id="19" name="TextBox 18"/>
          <p:cNvSpPr txBox="1"/>
          <p:nvPr/>
        </p:nvSpPr>
        <p:spPr>
          <a:xfrm>
            <a:off x="4160520" y="2620090"/>
            <a:ext cx="3474720" cy="246221"/>
          </a:xfrm>
          <a:prstGeom prst="rect">
            <a:avLst/>
          </a:prstGeom>
          <a:noFill/>
        </p:spPr>
        <p:txBody>
          <a:bodyPr wrap="square" lIns="0" tIns="0" rIns="0" bIns="0" anchor="ctr">
            <a:spAutoFit/>
          </a:bodyPr>
          <a:lstStyle/>
          <a:p>
            <a:pPr algn="l"/>
            <a:r>
              <a:rPr sz="1600" b="0">
                <a:solidFill>
                  <a:srgbClr val="2C3E50"/>
                </a:solidFill>
                <a:latin typeface="Yu Gothic"/>
              </a:rPr>
              <a:t>畜産（消化発酵）・水田・廃棄物</a:t>
            </a:r>
          </a:p>
        </p:txBody>
      </p:sp>
      <p:sp>
        <p:nvSpPr>
          <p:cNvPr id="20" name="TextBox 19"/>
          <p:cNvSpPr txBox="1"/>
          <p:nvPr/>
        </p:nvSpPr>
        <p:spPr>
          <a:xfrm>
            <a:off x="7818119" y="2620090"/>
            <a:ext cx="3867911" cy="246221"/>
          </a:xfrm>
          <a:prstGeom prst="rect">
            <a:avLst/>
          </a:prstGeom>
          <a:noFill/>
        </p:spPr>
        <p:txBody>
          <a:bodyPr wrap="square" lIns="0" tIns="0" rIns="0" bIns="0" anchor="ctr">
            <a:spAutoFit/>
          </a:bodyPr>
          <a:lstStyle/>
          <a:p>
            <a:pPr algn="l"/>
            <a:r>
              <a:rPr sz="1600" b="0">
                <a:solidFill>
                  <a:srgbClr val="2C3E50"/>
                </a:solidFill>
                <a:latin typeface="Yu Gothic"/>
              </a:rPr>
              <a:t>発生量多、削減のキー物質</a:t>
            </a:r>
          </a:p>
        </p:txBody>
      </p:sp>
      <p:sp>
        <p:nvSpPr>
          <p:cNvPr id="21" name="Rectangle 20"/>
          <p:cNvSpPr/>
          <p:nvPr/>
        </p:nvSpPr>
        <p:spPr>
          <a:xfrm>
            <a:off x="411480" y="2971800"/>
            <a:ext cx="11365992" cy="457200"/>
          </a:xfrm>
          <a:prstGeom prst="rect">
            <a:avLst/>
          </a:prstGeom>
          <a:solidFill>
            <a:srgbClr val="EAF2F8"/>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502920" y="3077290"/>
            <a:ext cx="1920239" cy="246221"/>
          </a:xfrm>
          <a:prstGeom prst="rect">
            <a:avLst/>
          </a:prstGeom>
          <a:noFill/>
        </p:spPr>
        <p:txBody>
          <a:bodyPr wrap="square" lIns="0" tIns="0" rIns="0" bIns="0" anchor="ctr">
            <a:spAutoFit/>
          </a:bodyPr>
          <a:lstStyle/>
          <a:p>
            <a:pPr algn="l"/>
            <a:r>
              <a:rPr sz="1600" b="0">
                <a:solidFill>
                  <a:srgbClr val="2C3E50"/>
                </a:solidFill>
                <a:latin typeface="Yu Gothic"/>
              </a:rPr>
              <a:t>N₂O (亜酸化窒素)</a:t>
            </a:r>
          </a:p>
        </p:txBody>
      </p:sp>
      <p:sp>
        <p:nvSpPr>
          <p:cNvPr id="23" name="TextBox 22"/>
          <p:cNvSpPr txBox="1"/>
          <p:nvPr/>
        </p:nvSpPr>
        <p:spPr>
          <a:xfrm>
            <a:off x="2606040" y="3077290"/>
            <a:ext cx="1371600" cy="246221"/>
          </a:xfrm>
          <a:prstGeom prst="rect">
            <a:avLst/>
          </a:prstGeom>
          <a:noFill/>
        </p:spPr>
        <p:txBody>
          <a:bodyPr wrap="square" lIns="0" tIns="0" rIns="0" bIns="0" anchor="ctr">
            <a:spAutoFit/>
          </a:bodyPr>
          <a:lstStyle/>
          <a:p>
            <a:pPr algn="l"/>
            <a:r>
              <a:rPr sz="1600" b="0">
                <a:solidFill>
                  <a:srgbClr val="2C3E50"/>
                </a:solidFill>
                <a:latin typeface="Yu Gothic"/>
              </a:rPr>
              <a:t>265</a:t>
            </a:r>
          </a:p>
        </p:txBody>
      </p:sp>
      <p:sp>
        <p:nvSpPr>
          <p:cNvPr id="24" name="TextBox 23"/>
          <p:cNvSpPr txBox="1"/>
          <p:nvPr/>
        </p:nvSpPr>
        <p:spPr>
          <a:xfrm>
            <a:off x="4160520" y="3077290"/>
            <a:ext cx="3474720" cy="246221"/>
          </a:xfrm>
          <a:prstGeom prst="rect">
            <a:avLst/>
          </a:prstGeom>
          <a:noFill/>
        </p:spPr>
        <p:txBody>
          <a:bodyPr wrap="square" lIns="0" tIns="0" rIns="0" bIns="0" anchor="ctr">
            <a:spAutoFit/>
          </a:bodyPr>
          <a:lstStyle/>
          <a:p>
            <a:pPr algn="l"/>
            <a:r>
              <a:rPr sz="1600" b="0">
                <a:solidFill>
                  <a:srgbClr val="2C3E50"/>
                </a:solidFill>
                <a:latin typeface="Yu Gothic"/>
              </a:rPr>
              <a:t>農業（肥料）・燃焼</a:t>
            </a:r>
          </a:p>
        </p:txBody>
      </p:sp>
      <p:sp>
        <p:nvSpPr>
          <p:cNvPr id="25" name="TextBox 24"/>
          <p:cNvSpPr txBox="1"/>
          <p:nvPr/>
        </p:nvSpPr>
        <p:spPr>
          <a:xfrm>
            <a:off x="7818119" y="3077290"/>
            <a:ext cx="3867911" cy="246221"/>
          </a:xfrm>
          <a:prstGeom prst="rect">
            <a:avLst/>
          </a:prstGeom>
          <a:noFill/>
        </p:spPr>
        <p:txBody>
          <a:bodyPr wrap="square" lIns="0" tIns="0" rIns="0" bIns="0" anchor="ctr">
            <a:spAutoFit/>
          </a:bodyPr>
          <a:lstStyle/>
          <a:p>
            <a:pPr algn="l"/>
            <a:r>
              <a:rPr sz="1600" b="0">
                <a:solidFill>
                  <a:srgbClr val="2C3E50"/>
                </a:solidFill>
                <a:latin typeface="Yu Gothic"/>
              </a:rPr>
              <a:t>オゾン層も破壊（成層圏で NOx 生成）</a:t>
            </a:r>
          </a:p>
        </p:txBody>
      </p:sp>
      <p:sp>
        <p:nvSpPr>
          <p:cNvPr id="26" name="Rectangle 25"/>
          <p:cNvSpPr/>
          <p:nvPr/>
        </p:nvSpPr>
        <p:spPr>
          <a:xfrm>
            <a:off x="411480" y="3429000"/>
            <a:ext cx="11365992" cy="457200"/>
          </a:xfrm>
          <a:prstGeom prst="rect">
            <a:avLst/>
          </a:prstGeom>
          <a:solidFill>
            <a:srgbClr val="FFFFFF"/>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502920" y="3534490"/>
            <a:ext cx="1920239" cy="246221"/>
          </a:xfrm>
          <a:prstGeom prst="rect">
            <a:avLst/>
          </a:prstGeom>
          <a:noFill/>
        </p:spPr>
        <p:txBody>
          <a:bodyPr wrap="square" lIns="0" tIns="0" rIns="0" bIns="0" anchor="ctr">
            <a:spAutoFit/>
          </a:bodyPr>
          <a:lstStyle/>
          <a:p>
            <a:pPr algn="l"/>
            <a:r>
              <a:rPr sz="1600" b="0">
                <a:solidFill>
                  <a:srgbClr val="2C3E50"/>
                </a:solidFill>
                <a:latin typeface="Yu Gothic"/>
              </a:rPr>
              <a:t>HFC-134a</a:t>
            </a:r>
          </a:p>
        </p:txBody>
      </p:sp>
      <p:sp>
        <p:nvSpPr>
          <p:cNvPr id="28" name="TextBox 27"/>
          <p:cNvSpPr txBox="1"/>
          <p:nvPr/>
        </p:nvSpPr>
        <p:spPr>
          <a:xfrm>
            <a:off x="2606040" y="3534490"/>
            <a:ext cx="1371600" cy="246221"/>
          </a:xfrm>
          <a:prstGeom prst="rect">
            <a:avLst/>
          </a:prstGeom>
          <a:noFill/>
        </p:spPr>
        <p:txBody>
          <a:bodyPr wrap="square" lIns="0" tIns="0" rIns="0" bIns="0" anchor="ctr">
            <a:spAutoFit/>
          </a:bodyPr>
          <a:lstStyle/>
          <a:p>
            <a:pPr algn="l"/>
            <a:r>
              <a:rPr sz="1600" b="0">
                <a:solidFill>
                  <a:srgbClr val="2C3E50"/>
                </a:solidFill>
                <a:latin typeface="Yu Gothic"/>
              </a:rPr>
              <a:t>1,300</a:t>
            </a:r>
          </a:p>
        </p:txBody>
      </p:sp>
      <p:sp>
        <p:nvSpPr>
          <p:cNvPr id="29" name="TextBox 28"/>
          <p:cNvSpPr txBox="1"/>
          <p:nvPr/>
        </p:nvSpPr>
        <p:spPr>
          <a:xfrm>
            <a:off x="4160520" y="3534490"/>
            <a:ext cx="3474720" cy="246221"/>
          </a:xfrm>
          <a:prstGeom prst="rect">
            <a:avLst/>
          </a:prstGeom>
          <a:noFill/>
        </p:spPr>
        <p:txBody>
          <a:bodyPr wrap="square" lIns="0" tIns="0" rIns="0" bIns="0" anchor="ctr">
            <a:spAutoFit/>
          </a:bodyPr>
          <a:lstStyle/>
          <a:p>
            <a:pPr algn="l"/>
            <a:r>
              <a:rPr sz="1600" b="0">
                <a:solidFill>
                  <a:srgbClr val="2C3E50"/>
                </a:solidFill>
                <a:latin typeface="Yu Gothic"/>
              </a:rPr>
              <a:t>エアコン冷媒</a:t>
            </a:r>
          </a:p>
        </p:txBody>
      </p:sp>
      <p:sp>
        <p:nvSpPr>
          <p:cNvPr id="30" name="TextBox 29"/>
          <p:cNvSpPr txBox="1"/>
          <p:nvPr/>
        </p:nvSpPr>
        <p:spPr>
          <a:xfrm>
            <a:off x="7818119" y="3534490"/>
            <a:ext cx="3867911" cy="246221"/>
          </a:xfrm>
          <a:prstGeom prst="rect">
            <a:avLst/>
          </a:prstGeom>
          <a:noFill/>
        </p:spPr>
        <p:txBody>
          <a:bodyPr wrap="square" lIns="0" tIns="0" rIns="0" bIns="0" anchor="ctr">
            <a:spAutoFit/>
          </a:bodyPr>
          <a:lstStyle/>
          <a:p>
            <a:pPr algn="l"/>
            <a:r>
              <a:rPr sz="1600" b="0">
                <a:solidFill>
                  <a:srgbClr val="2C3E50"/>
                </a:solidFill>
                <a:latin typeface="Yu Gothic"/>
              </a:rPr>
              <a:t>キガリ改正で削減対象</a:t>
            </a:r>
          </a:p>
        </p:txBody>
      </p:sp>
      <p:sp>
        <p:nvSpPr>
          <p:cNvPr id="31" name="Rectangle 30"/>
          <p:cNvSpPr/>
          <p:nvPr/>
        </p:nvSpPr>
        <p:spPr>
          <a:xfrm>
            <a:off x="411480" y="3886200"/>
            <a:ext cx="11365992" cy="457200"/>
          </a:xfrm>
          <a:prstGeom prst="rect">
            <a:avLst/>
          </a:prstGeom>
          <a:solidFill>
            <a:srgbClr val="EAF2F8"/>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TextBox 31"/>
          <p:cNvSpPr txBox="1"/>
          <p:nvPr/>
        </p:nvSpPr>
        <p:spPr>
          <a:xfrm>
            <a:off x="502920" y="3991690"/>
            <a:ext cx="1920239" cy="246221"/>
          </a:xfrm>
          <a:prstGeom prst="rect">
            <a:avLst/>
          </a:prstGeom>
          <a:noFill/>
        </p:spPr>
        <p:txBody>
          <a:bodyPr wrap="square" lIns="0" tIns="0" rIns="0" bIns="0" anchor="ctr">
            <a:spAutoFit/>
          </a:bodyPr>
          <a:lstStyle/>
          <a:p>
            <a:pPr algn="l"/>
            <a:r>
              <a:rPr sz="1600" b="0">
                <a:solidFill>
                  <a:srgbClr val="2C3E50"/>
                </a:solidFill>
                <a:latin typeface="Yu Gothic"/>
              </a:rPr>
              <a:t>HFC-23</a:t>
            </a:r>
          </a:p>
        </p:txBody>
      </p:sp>
      <p:sp>
        <p:nvSpPr>
          <p:cNvPr id="33" name="TextBox 32"/>
          <p:cNvSpPr txBox="1"/>
          <p:nvPr/>
        </p:nvSpPr>
        <p:spPr>
          <a:xfrm>
            <a:off x="2606040" y="3991690"/>
            <a:ext cx="1371600" cy="246221"/>
          </a:xfrm>
          <a:prstGeom prst="rect">
            <a:avLst/>
          </a:prstGeom>
          <a:noFill/>
        </p:spPr>
        <p:txBody>
          <a:bodyPr wrap="square" lIns="0" tIns="0" rIns="0" bIns="0" anchor="ctr">
            <a:spAutoFit/>
          </a:bodyPr>
          <a:lstStyle/>
          <a:p>
            <a:pPr algn="l"/>
            <a:r>
              <a:rPr sz="1600" b="0">
                <a:solidFill>
                  <a:srgbClr val="2C3E50"/>
                </a:solidFill>
                <a:latin typeface="Yu Gothic"/>
              </a:rPr>
              <a:t>12,400</a:t>
            </a:r>
          </a:p>
        </p:txBody>
      </p:sp>
      <p:sp>
        <p:nvSpPr>
          <p:cNvPr id="34" name="TextBox 33"/>
          <p:cNvSpPr txBox="1"/>
          <p:nvPr/>
        </p:nvSpPr>
        <p:spPr>
          <a:xfrm>
            <a:off x="4160520" y="3991690"/>
            <a:ext cx="3474720" cy="246221"/>
          </a:xfrm>
          <a:prstGeom prst="rect">
            <a:avLst/>
          </a:prstGeom>
          <a:noFill/>
        </p:spPr>
        <p:txBody>
          <a:bodyPr wrap="square" lIns="0" tIns="0" rIns="0" bIns="0" anchor="ctr">
            <a:spAutoFit/>
          </a:bodyPr>
          <a:lstStyle/>
          <a:p>
            <a:pPr algn="l"/>
            <a:r>
              <a:rPr sz="1600" b="0">
                <a:solidFill>
                  <a:srgbClr val="2C3E50"/>
                </a:solidFill>
                <a:latin typeface="Yu Gothic"/>
              </a:rPr>
              <a:t>HCFC-22 製造副生成物</a:t>
            </a:r>
          </a:p>
        </p:txBody>
      </p:sp>
      <p:sp>
        <p:nvSpPr>
          <p:cNvPr id="35" name="TextBox 34"/>
          <p:cNvSpPr txBox="1"/>
          <p:nvPr/>
        </p:nvSpPr>
        <p:spPr>
          <a:xfrm>
            <a:off x="7818119" y="3991690"/>
            <a:ext cx="3867911" cy="246221"/>
          </a:xfrm>
          <a:prstGeom prst="rect">
            <a:avLst/>
          </a:prstGeom>
          <a:noFill/>
        </p:spPr>
        <p:txBody>
          <a:bodyPr wrap="square" lIns="0" tIns="0" rIns="0" bIns="0" anchor="ctr">
            <a:spAutoFit/>
          </a:bodyPr>
          <a:lstStyle/>
          <a:p>
            <a:pPr algn="l"/>
            <a:r>
              <a:rPr sz="1600" b="0">
                <a:solidFill>
                  <a:srgbClr val="2C3E50"/>
                </a:solidFill>
                <a:latin typeface="Yu Gothic"/>
              </a:rPr>
              <a:t>HFC のなかでも特に高 GWP</a:t>
            </a:r>
          </a:p>
        </p:txBody>
      </p:sp>
      <p:sp>
        <p:nvSpPr>
          <p:cNvPr id="36" name="Rectangle 35"/>
          <p:cNvSpPr/>
          <p:nvPr/>
        </p:nvSpPr>
        <p:spPr>
          <a:xfrm>
            <a:off x="411480" y="4343400"/>
            <a:ext cx="11365992" cy="457200"/>
          </a:xfrm>
          <a:prstGeom prst="rect">
            <a:avLst/>
          </a:prstGeom>
          <a:solidFill>
            <a:srgbClr val="FFFFFF"/>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p:cNvSpPr txBox="1"/>
          <p:nvPr/>
        </p:nvSpPr>
        <p:spPr>
          <a:xfrm>
            <a:off x="502920" y="4448890"/>
            <a:ext cx="1920239" cy="246221"/>
          </a:xfrm>
          <a:prstGeom prst="rect">
            <a:avLst/>
          </a:prstGeom>
          <a:noFill/>
        </p:spPr>
        <p:txBody>
          <a:bodyPr wrap="square" lIns="0" tIns="0" rIns="0" bIns="0" anchor="ctr">
            <a:spAutoFit/>
          </a:bodyPr>
          <a:lstStyle/>
          <a:p>
            <a:pPr algn="l"/>
            <a:r>
              <a:rPr sz="1600" b="0">
                <a:solidFill>
                  <a:srgbClr val="2C3E50"/>
                </a:solidFill>
                <a:latin typeface="Yu Gothic"/>
              </a:rPr>
              <a:t>PFC類 (CF₄ 等)</a:t>
            </a:r>
          </a:p>
        </p:txBody>
      </p:sp>
      <p:sp>
        <p:nvSpPr>
          <p:cNvPr id="38" name="TextBox 37"/>
          <p:cNvSpPr txBox="1"/>
          <p:nvPr/>
        </p:nvSpPr>
        <p:spPr>
          <a:xfrm>
            <a:off x="2606040" y="4448890"/>
            <a:ext cx="1371600" cy="246221"/>
          </a:xfrm>
          <a:prstGeom prst="rect">
            <a:avLst/>
          </a:prstGeom>
          <a:noFill/>
        </p:spPr>
        <p:txBody>
          <a:bodyPr wrap="square" lIns="0" tIns="0" rIns="0" bIns="0" anchor="ctr">
            <a:spAutoFit/>
          </a:bodyPr>
          <a:lstStyle/>
          <a:p>
            <a:pPr algn="l"/>
            <a:r>
              <a:rPr sz="1600" b="0">
                <a:solidFill>
                  <a:srgbClr val="2C3E50"/>
                </a:solidFill>
                <a:latin typeface="Yu Gothic"/>
              </a:rPr>
              <a:t>6,500〜9,200</a:t>
            </a:r>
          </a:p>
        </p:txBody>
      </p:sp>
      <p:sp>
        <p:nvSpPr>
          <p:cNvPr id="39" name="TextBox 38"/>
          <p:cNvSpPr txBox="1"/>
          <p:nvPr/>
        </p:nvSpPr>
        <p:spPr>
          <a:xfrm>
            <a:off x="4160520" y="4448890"/>
            <a:ext cx="3474720" cy="246221"/>
          </a:xfrm>
          <a:prstGeom prst="rect">
            <a:avLst/>
          </a:prstGeom>
          <a:noFill/>
        </p:spPr>
        <p:txBody>
          <a:bodyPr wrap="square" lIns="0" tIns="0" rIns="0" bIns="0" anchor="ctr">
            <a:spAutoFit/>
          </a:bodyPr>
          <a:lstStyle/>
          <a:p>
            <a:pPr algn="l"/>
            <a:r>
              <a:rPr sz="1600" b="0">
                <a:solidFill>
                  <a:srgbClr val="2C3E50"/>
                </a:solidFill>
                <a:latin typeface="Yu Gothic"/>
              </a:rPr>
              <a:t>半導体製造</a:t>
            </a:r>
          </a:p>
        </p:txBody>
      </p:sp>
      <p:sp>
        <p:nvSpPr>
          <p:cNvPr id="40" name="TextBox 39"/>
          <p:cNvSpPr txBox="1"/>
          <p:nvPr/>
        </p:nvSpPr>
        <p:spPr>
          <a:xfrm>
            <a:off x="7818119" y="4448890"/>
            <a:ext cx="3867911" cy="246221"/>
          </a:xfrm>
          <a:prstGeom prst="rect">
            <a:avLst/>
          </a:prstGeom>
          <a:noFill/>
        </p:spPr>
        <p:txBody>
          <a:bodyPr wrap="square" lIns="0" tIns="0" rIns="0" bIns="0" anchor="ctr">
            <a:spAutoFit/>
          </a:bodyPr>
          <a:lstStyle/>
          <a:p>
            <a:pPr algn="l"/>
            <a:r>
              <a:rPr sz="1600" b="0">
                <a:solidFill>
                  <a:srgbClr val="2C3E50"/>
                </a:solidFill>
                <a:latin typeface="Yu Gothic"/>
              </a:rPr>
              <a:t>極めて長寿命（&gt;50,000年）</a:t>
            </a:r>
          </a:p>
        </p:txBody>
      </p:sp>
      <p:sp>
        <p:nvSpPr>
          <p:cNvPr id="41" name="Rectangle 40"/>
          <p:cNvSpPr/>
          <p:nvPr/>
        </p:nvSpPr>
        <p:spPr>
          <a:xfrm>
            <a:off x="411480" y="4800600"/>
            <a:ext cx="11365992" cy="457200"/>
          </a:xfrm>
          <a:prstGeom prst="rect">
            <a:avLst/>
          </a:prstGeom>
          <a:solidFill>
            <a:srgbClr val="EAF2F8"/>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2" name="TextBox 41"/>
          <p:cNvSpPr txBox="1"/>
          <p:nvPr/>
        </p:nvSpPr>
        <p:spPr>
          <a:xfrm>
            <a:off x="502920" y="4906090"/>
            <a:ext cx="1920239" cy="246221"/>
          </a:xfrm>
          <a:prstGeom prst="rect">
            <a:avLst/>
          </a:prstGeom>
          <a:noFill/>
        </p:spPr>
        <p:txBody>
          <a:bodyPr wrap="square" lIns="0" tIns="0" rIns="0" bIns="0" anchor="ctr">
            <a:spAutoFit/>
          </a:bodyPr>
          <a:lstStyle/>
          <a:p>
            <a:pPr algn="l"/>
            <a:r>
              <a:rPr sz="1600" b="0">
                <a:solidFill>
                  <a:srgbClr val="2C3E50"/>
                </a:solidFill>
                <a:latin typeface="Yu Gothic"/>
              </a:rPr>
              <a:t>SF₆ (六フッ化硫黄)</a:t>
            </a:r>
          </a:p>
        </p:txBody>
      </p:sp>
      <p:sp>
        <p:nvSpPr>
          <p:cNvPr id="43" name="TextBox 42"/>
          <p:cNvSpPr txBox="1"/>
          <p:nvPr/>
        </p:nvSpPr>
        <p:spPr>
          <a:xfrm>
            <a:off x="2606040" y="4906090"/>
            <a:ext cx="1371600" cy="246221"/>
          </a:xfrm>
          <a:prstGeom prst="rect">
            <a:avLst/>
          </a:prstGeom>
          <a:noFill/>
        </p:spPr>
        <p:txBody>
          <a:bodyPr wrap="square" lIns="0" tIns="0" rIns="0" bIns="0" anchor="ctr">
            <a:spAutoFit/>
          </a:bodyPr>
          <a:lstStyle/>
          <a:p>
            <a:pPr algn="l"/>
            <a:r>
              <a:rPr sz="1600" b="0">
                <a:solidFill>
                  <a:srgbClr val="2C3E50"/>
                </a:solidFill>
                <a:latin typeface="Yu Gothic"/>
              </a:rPr>
              <a:t>23,500</a:t>
            </a:r>
          </a:p>
        </p:txBody>
      </p:sp>
      <p:sp>
        <p:nvSpPr>
          <p:cNvPr id="44" name="TextBox 43"/>
          <p:cNvSpPr txBox="1"/>
          <p:nvPr/>
        </p:nvSpPr>
        <p:spPr>
          <a:xfrm>
            <a:off x="4160520" y="4906090"/>
            <a:ext cx="3474720" cy="246221"/>
          </a:xfrm>
          <a:prstGeom prst="rect">
            <a:avLst/>
          </a:prstGeom>
          <a:noFill/>
        </p:spPr>
        <p:txBody>
          <a:bodyPr wrap="square" lIns="0" tIns="0" rIns="0" bIns="0" anchor="ctr">
            <a:spAutoFit/>
          </a:bodyPr>
          <a:lstStyle/>
          <a:p>
            <a:pPr algn="l"/>
            <a:r>
              <a:rPr sz="1600" b="0">
                <a:solidFill>
                  <a:srgbClr val="2C3E50"/>
                </a:solidFill>
                <a:latin typeface="Yu Gothic"/>
              </a:rPr>
              <a:t>高電圧電気機器絶縁</a:t>
            </a:r>
          </a:p>
        </p:txBody>
      </p:sp>
      <p:sp>
        <p:nvSpPr>
          <p:cNvPr id="45" name="TextBox 44"/>
          <p:cNvSpPr txBox="1"/>
          <p:nvPr/>
        </p:nvSpPr>
        <p:spPr>
          <a:xfrm>
            <a:off x="7818119" y="4906090"/>
            <a:ext cx="3867911" cy="246221"/>
          </a:xfrm>
          <a:prstGeom prst="rect">
            <a:avLst/>
          </a:prstGeom>
          <a:noFill/>
        </p:spPr>
        <p:txBody>
          <a:bodyPr wrap="square" lIns="0" tIns="0" rIns="0" bIns="0" anchor="ctr">
            <a:spAutoFit/>
          </a:bodyPr>
          <a:lstStyle/>
          <a:p>
            <a:pPr algn="l"/>
            <a:r>
              <a:rPr sz="1600" b="0">
                <a:solidFill>
                  <a:srgbClr val="2C3E50"/>
                </a:solidFill>
                <a:latin typeface="Yu Gothic"/>
              </a:rPr>
              <a:t>GWP が最大級</a:t>
            </a:r>
          </a:p>
        </p:txBody>
      </p:sp>
      <p:sp>
        <p:nvSpPr>
          <p:cNvPr id="46" name="Rectangle 45"/>
          <p:cNvSpPr/>
          <p:nvPr/>
        </p:nvSpPr>
        <p:spPr>
          <a:xfrm>
            <a:off x="411480" y="5532120"/>
            <a:ext cx="11365992" cy="960120"/>
          </a:xfrm>
          <a:prstGeom prst="rect">
            <a:avLst/>
          </a:prstGeom>
          <a:solidFill>
            <a:srgbClr val="FDF5E6"/>
          </a:solidFill>
          <a:ln w="19050">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94360" y="5623559"/>
            <a:ext cx="10972800" cy="320040"/>
          </a:xfrm>
          <a:prstGeom prst="rect">
            <a:avLst/>
          </a:prstGeom>
          <a:noFill/>
        </p:spPr>
        <p:txBody>
          <a:bodyPr wrap="square" lIns="0" tIns="0" rIns="0" bIns="0" anchor="t">
            <a:spAutoFit/>
          </a:bodyPr>
          <a:lstStyle/>
          <a:p>
            <a:pPr algn="l"/>
            <a:r>
              <a:rPr sz="1400" b="1">
                <a:solidFill>
                  <a:srgbClr val="8E44AD"/>
                </a:solidFill>
                <a:latin typeface="Yu Gothic"/>
              </a:rPr>
              <a:t>🎯 国試での頻出ポイント</a:t>
            </a:r>
          </a:p>
        </p:txBody>
      </p:sp>
      <p:sp>
        <p:nvSpPr>
          <p:cNvPr id="48" name="TextBox 47"/>
          <p:cNvSpPr txBox="1"/>
          <p:nvPr/>
        </p:nvSpPr>
        <p:spPr>
          <a:xfrm>
            <a:off x="594360" y="5943600"/>
            <a:ext cx="10972800" cy="457200"/>
          </a:xfrm>
          <a:prstGeom prst="rect">
            <a:avLst/>
          </a:prstGeom>
          <a:noFill/>
        </p:spPr>
        <p:txBody>
          <a:bodyPr wrap="square" lIns="0" tIns="0" rIns="0" bIns="0" anchor="t">
            <a:spAutoFit/>
          </a:bodyPr>
          <a:lstStyle/>
          <a:p>
            <a:pPr algn="l"/>
            <a:r>
              <a:rPr sz="1300" b="0">
                <a:solidFill>
                  <a:srgbClr val="2C3E50"/>
                </a:solidFill>
                <a:latin typeface="Yu Gothic"/>
              </a:rPr>
              <a:t>▸ GWPが最大級は SF₆（23,500倍）／HFC-23（12,400倍）</a:t>
            </a:r>
          </a:p>
        </p:txBody>
      </p:sp>
      <p:sp>
        <p:nvSpPr>
          <p:cNvPr id="49" name="TextBox 48"/>
          <p:cNvSpPr txBox="1"/>
          <p:nvPr/>
        </p:nvSpPr>
        <p:spPr>
          <a:xfrm>
            <a:off x="594360" y="6217920"/>
            <a:ext cx="10972800" cy="215444"/>
          </a:xfrm>
          <a:prstGeom prst="rect">
            <a:avLst/>
          </a:prstGeom>
          <a:noFill/>
        </p:spPr>
        <p:txBody>
          <a:bodyPr wrap="square" lIns="0" tIns="0" rIns="0" bIns="0" anchor="t">
            <a:spAutoFit/>
          </a:bodyPr>
          <a:lstStyle/>
          <a:p>
            <a:pPr algn="l"/>
            <a:r>
              <a:rPr sz="1400" b="1" dirty="0">
                <a:solidFill>
                  <a:srgbClr val="C00000"/>
                </a:solidFill>
                <a:latin typeface="Yu Gothic"/>
              </a:rPr>
              <a:t>▸ CO₂のGWPは1だが大気中濃度が桁違い → </a:t>
            </a:r>
            <a:r>
              <a:rPr sz="1400" b="1" dirty="0" err="1">
                <a:solidFill>
                  <a:srgbClr val="C00000"/>
                </a:solidFill>
                <a:latin typeface="Yu Gothic"/>
              </a:rPr>
              <a:t>寄与（総温室効果）は最大</a:t>
            </a:r>
            <a:endParaRPr sz="1400" b="1" dirty="0">
              <a:solidFill>
                <a:srgbClr val="C00000"/>
              </a:solidFill>
              <a:latin typeface="Yu Gothic"/>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11676888" cy="594360"/>
          </a:xfrm>
          <a:prstGeom prst="rect">
            <a:avLst/>
          </a:prstGeom>
          <a:noFill/>
          <a:ln/>
        </p:spPr>
        <p:txBody>
          <a:bodyPr wrap="square" rtlCol="0" anchor="ctr"/>
          <a:lstStyle/>
          <a:p>
            <a:r>
              <a:rPr lang="en-US" sz="2600" b="1" dirty="0">
                <a:solidFill>
                  <a:srgbClr val="1A5276"/>
                </a:solidFill>
                <a:latin typeface="Meiryo" pitchFamily="34" charset="0"/>
                <a:ea typeface="Meiryo" pitchFamily="34" charset="-122"/>
                <a:cs typeface="Meiryo" pitchFamily="34" charset="-120"/>
              </a:rPr>
              <a:t>C-2. CO₂濃度の推移 — </a:t>
            </a:r>
            <a:r>
              <a:rPr lang="en-US" sz="2600" b="1" dirty="0" err="1">
                <a:solidFill>
                  <a:srgbClr val="1A5276"/>
                </a:solidFill>
                <a:latin typeface="Meiryo" pitchFamily="34" charset="0"/>
                <a:ea typeface="Meiryo" pitchFamily="34" charset="-122"/>
                <a:cs typeface="Meiryo" pitchFamily="34" charset="-120"/>
              </a:rPr>
              <a:t>キーリング曲線</a:t>
            </a:r>
            <a:r>
              <a:rPr lang="ja-JP" altLang="en-US" sz="2600" b="1" dirty="0">
                <a:solidFill>
                  <a:srgbClr val="1A5276"/>
                </a:solidFill>
                <a:latin typeface="Meiryo" pitchFamily="34" charset="0"/>
                <a:ea typeface="Meiryo" pitchFamily="34" charset="-122"/>
                <a:cs typeface="Meiryo" pitchFamily="34" charset="-120"/>
              </a:rPr>
              <a:t>（</a:t>
            </a:r>
            <a:r>
              <a:rPr lang="en-US" altLang="ja-JP" sz="2600" b="1" dirty="0">
                <a:solidFill>
                  <a:srgbClr val="1A5276"/>
                </a:solidFill>
                <a:latin typeface="Meiryo" pitchFamily="34" charset="0"/>
                <a:ea typeface="Meiryo" pitchFamily="34" charset="-122"/>
                <a:cs typeface="Meiryo" pitchFamily="34" charset="-120"/>
              </a:rPr>
              <a:t> Keeling Curve</a:t>
            </a:r>
            <a:r>
              <a:rPr lang="ja-JP" altLang="en-US" sz="2600" b="1" dirty="0">
                <a:solidFill>
                  <a:srgbClr val="1A5276"/>
                </a:solidFill>
                <a:latin typeface="Meiryo" pitchFamily="34" charset="0"/>
                <a:ea typeface="Meiryo" pitchFamily="34" charset="-122"/>
                <a:cs typeface="Meiryo" pitchFamily="34" charset="-120"/>
              </a:rPr>
              <a:t>）</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11480" y="1097280"/>
            <a:ext cx="5486400" cy="4114800"/>
          </a:xfrm>
          <a:prstGeom prst="rect">
            <a:avLst/>
          </a:prstGeom>
        </p:spPr>
      </p:pic>
      <p:sp>
        <p:nvSpPr>
          <p:cNvPr id="5" name="Text 2"/>
          <p:cNvSpPr/>
          <p:nvPr/>
        </p:nvSpPr>
        <p:spPr>
          <a:xfrm>
            <a:off x="411480" y="5303520"/>
            <a:ext cx="5486400"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マウナロア観測所 月別CO₂濃度（直近）</a:t>
            </a:r>
            <a:endParaRPr lang="en-US" sz="1000" dirty="0"/>
          </a:p>
        </p:txBody>
      </p:sp>
      <p:sp>
        <p:nvSpPr>
          <p:cNvPr id="6" name="Text 3"/>
          <p:cNvSpPr/>
          <p:nvPr/>
        </p:nvSpPr>
        <p:spPr>
          <a:xfrm>
            <a:off x="411480" y="5550408"/>
            <a:ext cx="5486400" cy="228600"/>
          </a:xfrm>
          <a:prstGeom prst="rect">
            <a:avLst/>
          </a:prstGeom>
          <a:noFill/>
          <a:ln/>
        </p:spPr>
        <p:txBody>
          <a:bodyPr wrap="square" rtlCol="0" anchor="ctr"/>
          <a:lstStyle/>
          <a:p>
            <a:pPr marL="0" indent="0" algn="r">
              <a:buNone/>
            </a:pPr>
            <a:r>
              <a:rPr lang="en-US" sz="800" i="1" dirty="0">
                <a:solidFill>
                  <a:srgbClr val="85929E"/>
                </a:solidFill>
                <a:latin typeface="Meiryo" pitchFamily="34" charset="0"/>
                <a:ea typeface="Meiryo" pitchFamily="34" charset="-122"/>
                <a:cs typeface="Meiryo" pitchFamily="34" charset="-120"/>
              </a:rPr>
              <a:t>出典: NOAA Global Monitoring Laboratory / Public Domain</a:t>
            </a:r>
            <a:endParaRPr lang="en-US" sz="800" dirty="0"/>
          </a:p>
        </p:txBody>
      </p:sp>
      <p:sp>
        <p:nvSpPr>
          <p:cNvPr id="7" name="Text 4"/>
          <p:cNvSpPr/>
          <p:nvPr/>
        </p:nvSpPr>
        <p:spPr>
          <a:xfrm>
            <a:off x="6355080" y="1097280"/>
            <a:ext cx="5422392" cy="2286000"/>
          </a:xfrm>
          <a:prstGeom prst="rect">
            <a:avLst/>
          </a:prstGeom>
          <a:noFill/>
          <a:ln/>
        </p:spPr>
        <p:txBody>
          <a:bodyPr wrap="square" rtlCol="0" anchor="t"/>
          <a:lstStyle/>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産業革命前（1750年頃）: </a:t>
            </a:r>
            <a:r>
              <a:rPr lang="en-US" b="1" dirty="0">
                <a:solidFill>
                  <a:srgbClr val="1A5276"/>
                </a:solidFill>
                <a:latin typeface="Meiryo" pitchFamily="34" charset="0"/>
                <a:ea typeface="Meiryo" pitchFamily="34" charset="-122"/>
                <a:cs typeface="Meiryo" pitchFamily="34" charset="-120"/>
              </a:rPr>
              <a:t>約278 ppm</a:t>
            </a:r>
            <a:endParaRPr lang="en-US" dirty="0"/>
          </a:p>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1958年（測定開始）: 約315 ppm</a:t>
            </a:r>
            <a:endParaRPr lang="en-US" dirty="0"/>
          </a:p>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2024年: </a:t>
            </a:r>
            <a:r>
              <a:rPr lang="en-US" b="1" dirty="0">
                <a:solidFill>
                  <a:srgbClr val="C0392B"/>
                </a:solidFill>
                <a:latin typeface="Meiryo" pitchFamily="34" charset="0"/>
                <a:ea typeface="Meiryo" pitchFamily="34" charset="-122"/>
                <a:cs typeface="Meiryo" pitchFamily="34" charset="-120"/>
              </a:rPr>
              <a:t>約420 ppm</a:t>
            </a:r>
            <a:endParaRPr lang="en-US" dirty="0"/>
          </a:p>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年々増加が加速</a:t>
            </a:r>
            <a:endParaRPr lang="en-US" dirty="0"/>
          </a:p>
        </p:txBody>
      </p:sp>
      <p:sp>
        <p:nvSpPr>
          <p:cNvPr id="8" name="Shape 5"/>
          <p:cNvSpPr/>
          <p:nvPr/>
        </p:nvSpPr>
        <p:spPr>
          <a:xfrm>
            <a:off x="6355080" y="3566160"/>
            <a:ext cx="5422392" cy="1828800"/>
          </a:xfrm>
          <a:prstGeom prst="rect">
            <a:avLst/>
          </a:prstGeom>
          <a:solidFill>
            <a:srgbClr val="F8F9FA"/>
          </a:solidFill>
          <a:ln/>
        </p:spPr>
        <p:txBody>
          <a:bodyPr/>
          <a:lstStyle/>
          <a:p>
            <a:endParaRPr lang="ja-JP" altLang="en-US"/>
          </a:p>
        </p:txBody>
      </p:sp>
      <p:sp>
        <p:nvSpPr>
          <p:cNvPr id="9" name="Shape 6"/>
          <p:cNvSpPr/>
          <p:nvPr/>
        </p:nvSpPr>
        <p:spPr>
          <a:xfrm>
            <a:off x="6355080" y="3566160"/>
            <a:ext cx="64008" cy="1828800"/>
          </a:xfrm>
          <a:prstGeom prst="rect">
            <a:avLst/>
          </a:prstGeom>
          <a:solidFill>
            <a:srgbClr val="BDC3C7"/>
          </a:solidFill>
          <a:ln/>
        </p:spPr>
        <p:txBody>
          <a:bodyPr/>
          <a:lstStyle/>
          <a:p>
            <a:endParaRPr lang="ja-JP" altLang="en-US"/>
          </a:p>
        </p:txBody>
      </p:sp>
      <p:sp>
        <p:nvSpPr>
          <p:cNvPr id="10" name="Text 7"/>
          <p:cNvSpPr/>
          <p:nvPr/>
        </p:nvSpPr>
        <p:spPr>
          <a:xfrm>
            <a:off x="6519672" y="3621024"/>
            <a:ext cx="5148072" cy="292608"/>
          </a:xfrm>
          <a:prstGeom prst="rect">
            <a:avLst/>
          </a:prstGeom>
          <a:noFill/>
          <a:ln/>
        </p:spPr>
        <p:txBody>
          <a:bodyPr wrap="square" rtlCol="0" anchor="ctr"/>
          <a:lstStyle/>
          <a:p>
            <a:pPr marL="0" indent="0">
              <a:buNone/>
            </a:pPr>
            <a:r>
              <a:rPr lang="en-US" sz="1100" b="1" dirty="0">
                <a:solidFill>
                  <a:srgbClr val="BDC3C7"/>
                </a:solidFill>
                <a:latin typeface="Meiryo" pitchFamily="34" charset="0"/>
                <a:ea typeface="Meiryo" pitchFamily="34" charset="-122"/>
                <a:cs typeface="Meiryo" pitchFamily="34" charset="-120"/>
              </a:rPr>
              <a:t>教科書 図Ⅵ-1-19（WMO長期データ）</a:t>
            </a:r>
            <a:endParaRPr lang="en-US" sz="1100" dirty="0"/>
          </a:p>
        </p:txBody>
      </p:sp>
      <p:sp>
        <p:nvSpPr>
          <p:cNvPr id="11" name="Text 8"/>
          <p:cNvSpPr/>
          <p:nvPr/>
        </p:nvSpPr>
        <p:spPr>
          <a:xfrm>
            <a:off x="6519672" y="3904488"/>
            <a:ext cx="5148072" cy="1444752"/>
          </a:xfrm>
          <a:prstGeom prst="rect">
            <a:avLst/>
          </a:prstGeom>
          <a:noFill/>
          <a:ln/>
        </p:spPr>
        <p:txBody>
          <a:bodyPr wrap="square" rtlCol="0" anchor="t"/>
          <a:lstStyle/>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ハワイ島マウナロアでの連続観測。鋸状の年内変動は</a:t>
            </a:r>
            <a:r>
              <a:rPr lang="en-US" sz="1600" b="1" dirty="0">
                <a:solidFill>
                  <a:srgbClr val="1A5276"/>
                </a:solidFill>
                <a:latin typeface="Meiryo" pitchFamily="34" charset="0"/>
                <a:ea typeface="Meiryo" pitchFamily="34" charset="-122"/>
                <a:cs typeface="Meiryo" pitchFamily="34" charset="-120"/>
              </a:rPr>
              <a:t>北半球の植生</a:t>
            </a:r>
            <a:r>
              <a:rPr lang="en-US" sz="1600" dirty="0">
                <a:solidFill>
                  <a:srgbClr val="2C3E50"/>
                </a:solidFill>
                <a:latin typeface="Meiryo" pitchFamily="34" charset="0"/>
                <a:ea typeface="Meiryo" pitchFamily="34" charset="-122"/>
                <a:cs typeface="Meiryo" pitchFamily="34" charset="-120"/>
              </a:rPr>
              <a:t>による光合成・呼吸の季節変化。</a:t>
            </a:r>
            <a:endParaRPr lang="en-US" sz="1600" dirty="0"/>
          </a:p>
        </p:txBody>
      </p:sp>
      <p:sp>
        <p:nvSpPr>
          <p:cNvPr id="13" name="テキスト ボックス 12">
            <a:extLst>
              <a:ext uri="{FF2B5EF4-FFF2-40B4-BE49-F238E27FC236}">
                <a16:creationId xmlns:a16="http://schemas.microsoft.com/office/drawing/2014/main" id="{19FF2C2A-2AFC-3E32-9200-F412E74490A7}"/>
              </a:ext>
            </a:extLst>
          </p:cNvPr>
          <p:cNvSpPr txBox="1"/>
          <p:nvPr/>
        </p:nvSpPr>
        <p:spPr>
          <a:xfrm>
            <a:off x="825246" y="6168628"/>
            <a:ext cx="6094476" cy="369332"/>
          </a:xfrm>
          <a:prstGeom prst="rect">
            <a:avLst/>
          </a:prstGeom>
          <a:noFill/>
        </p:spPr>
        <p:txBody>
          <a:bodyPr wrap="square">
            <a:spAutoFit/>
          </a:bodyPr>
          <a:lstStyle/>
          <a:p>
            <a:r>
              <a:rPr lang="ja-JP" altLang="ja-JP" b="0" i="0" u="none" strike="noStrike" dirty="0">
                <a:solidFill>
                  <a:srgbClr val="3366CC"/>
                </a:solidFill>
                <a:effectLst/>
                <a:latin typeface="Arial" panose="020B0604020202020204" pitchFamily="34" charset="0"/>
                <a:hlinkClick r:id="rId4" tooltip="チャールズ・デービッド・キーリング"/>
              </a:rPr>
              <a:t>チャールズ・デービッド・キーリング</a:t>
            </a:r>
            <a:r>
              <a:rPr lang="ja-JP" altLang="en-US" b="0" i="0" u="none" strike="noStrike" dirty="0">
                <a:solidFill>
                  <a:srgbClr val="3366CC"/>
                </a:solidFill>
                <a:effectLst/>
                <a:latin typeface="Arial" panose="020B0604020202020204" pitchFamily="34" charset="0"/>
              </a:rPr>
              <a:t>に由来する。</a:t>
            </a:r>
            <a:endParaRPr lang="ja-JP"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C-2. 温暖化の影響 — 既に起こっていること</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11480" y="1401604"/>
            <a:ext cx="5486400" cy="3506152"/>
          </a:xfrm>
          <a:prstGeom prst="rect">
            <a:avLst/>
          </a:prstGeom>
        </p:spPr>
      </p:pic>
      <p:sp>
        <p:nvSpPr>
          <p:cNvPr id="5" name="Text 2"/>
          <p:cNvSpPr/>
          <p:nvPr/>
        </p:nvSpPr>
        <p:spPr>
          <a:xfrm>
            <a:off x="411480" y="5303520"/>
            <a:ext cx="5486400"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アルゼンチン ウプサラ氷河の後退</a:t>
            </a:r>
            <a:endParaRPr lang="en-US" sz="1000" dirty="0"/>
          </a:p>
        </p:txBody>
      </p:sp>
      <p:sp>
        <p:nvSpPr>
          <p:cNvPr id="6" name="Text 3"/>
          <p:cNvSpPr/>
          <p:nvPr/>
        </p:nvSpPr>
        <p:spPr>
          <a:xfrm>
            <a:off x="411480" y="5550408"/>
            <a:ext cx="5486400" cy="228600"/>
          </a:xfrm>
          <a:prstGeom prst="rect">
            <a:avLst/>
          </a:prstGeom>
          <a:noFill/>
          <a:ln/>
        </p:spPr>
        <p:txBody>
          <a:bodyPr wrap="square" rtlCol="0" anchor="ctr"/>
          <a:lstStyle/>
          <a:p>
            <a:pPr marL="0" indent="0" algn="r">
              <a:buNone/>
            </a:pPr>
            <a:r>
              <a:rPr lang="en-US" sz="800" i="1" dirty="0">
                <a:solidFill>
                  <a:srgbClr val="85929E"/>
                </a:solidFill>
                <a:latin typeface="Meiryo" pitchFamily="34" charset="0"/>
                <a:ea typeface="Meiryo" pitchFamily="34" charset="-122"/>
                <a:cs typeface="Meiryo" pitchFamily="34" charset="-120"/>
              </a:rPr>
              <a:t>出典: ESA Copernicus / Wikimedia, CC BY-SA</a:t>
            </a:r>
            <a:endParaRPr lang="en-US" sz="800" dirty="0"/>
          </a:p>
        </p:txBody>
      </p:sp>
      <p:sp>
        <p:nvSpPr>
          <p:cNvPr id="7" name="Text 4"/>
          <p:cNvSpPr/>
          <p:nvPr/>
        </p:nvSpPr>
        <p:spPr>
          <a:xfrm>
            <a:off x="6355080" y="1097280"/>
            <a:ext cx="5422392" cy="4114800"/>
          </a:xfrm>
          <a:prstGeom prst="rect">
            <a:avLst/>
          </a:prstGeom>
          <a:noFill/>
          <a:ln/>
        </p:spPr>
        <p:txBody>
          <a:bodyPr wrap="square" rtlCol="0" anchor="t"/>
          <a:lstStyle/>
          <a:p>
            <a:pPr marL="0" indent="0" algn="l">
              <a:lnSpc>
                <a:spcPct val="135000"/>
              </a:lnSpc>
              <a:spcAft>
                <a:spcPts val="600"/>
              </a:spcAft>
              <a:buNone/>
            </a:pPr>
            <a:r>
              <a:rPr lang="en-US" sz="1600" b="1" dirty="0">
                <a:solidFill>
                  <a:srgbClr val="1A5276"/>
                </a:solidFill>
                <a:latin typeface="Meiryo" pitchFamily="34" charset="0"/>
                <a:ea typeface="Meiryo" pitchFamily="34" charset="-122"/>
                <a:cs typeface="Meiryo" pitchFamily="34" charset="-120"/>
              </a:rPr>
              <a:t>▸ 海面上昇</a:t>
            </a:r>
            <a:r>
              <a:rPr lang="en-US" sz="1600" dirty="0">
                <a:solidFill>
                  <a:srgbClr val="2C3E50"/>
                </a:solidFill>
                <a:latin typeface="Meiryo" pitchFamily="34" charset="0"/>
                <a:ea typeface="Meiryo" pitchFamily="34" charset="-122"/>
                <a:cs typeface="Meiryo" pitchFamily="34" charset="-120"/>
              </a:rPr>
              <a:t> — 1901–2018年に約20cm上昇</a:t>
            </a:r>
            <a:endParaRPr lang="en-US" sz="1600" dirty="0"/>
          </a:p>
          <a:p>
            <a:pPr marL="0" indent="0" algn="l">
              <a:lnSpc>
                <a:spcPct val="135000"/>
              </a:lnSpc>
              <a:spcAft>
                <a:spcPts val="600"/>
              </a:spcAft>
              <a:buNone/>
            </a:pPr>
            <a:r>
              <a:rPr lang="en-US" sz="1600" b="1" dirty="0">
                <a:solidFill>
                  <a:srgbClr val="1A5276"/>
                </a:solidFill>
                <a:latin typeface="Meiryo" pitchFamily="34" charset="0"/>
                <a:ea typeface="Meiryo" pitchFamily="34" charset="-122"/>
                <a:cs typeface="Meiryo" pitchFamily="34" charset="-120"/>
              </a:rPr>
              <a:t>▸ 氷河・氷床の融解</a:t>
            </a:r>
            <a:r>
              <a:rPr lang="en-US" sz="1600" dirty="0">
                <a:solidFill>
                  <a:srgbClr val="2C3E50"/>
                </a:solidFill>
                <a:latin typeface="Meiryo" pitchFamily="34" charset="0"/>
                <a:ea typeface="Meiryo" pitchFamily="34" charset="-122"/>
                <a:cs typeface="Meiryo" pitchFamily="34" charset="-120"/>
              </a:rPr>
              <a:t> — グリーンランド・南極で加速</a:t>
            </a:r>
            <a:endParaRPr lang="en-US" sz="1600" dirty="0"/>
          </a:p>
          <a:p>
            <a:pPr marL="0" indent="0" algn="l">
              <a:lnSpc>
                <a:spcPct val="135000"/>
              </a:lnSpc>
              <a:spcAft>
                <a:spcPts val="600"/>
              </a:spcAft>
              <a:buNone/>
            </a:pPr>
            <a:r>
              <a:rPr lang="en-US" sz="1600" b="1" dirty="0">
                <a:solidFill>
                  <a:srgbClr val="1A5276"/>
                </a:solidFill>
                <a:latin typeface="Meiryo" pitchFamily="34" charset="0"/>
                <a:ea typeface="Meiryo" pitchFamily="34" charset="-122"/>
                <a:cs typeface="Meiryo" pitchFamily="34" charset="-120"/>
              </a:rPr>
              <a:t>▸ 異常気象</a:t>
            </a:r>
            <a:r>
              <a:rPr lang="en-US" sz="1600" dirty="0">
                <a:solidFill>
                  <a:srgbClr val="2C3E50"/>
                </a:solidFill>
                <a:latin typeface="Meiryo" pitchFamily="34" charset="0"/>
                <a:ea typeface="Meiryo" pitchFamily="34" charset="-122"/>
                <a:cs typeface="Meiryo" pitchFamily="34" charset="-120"/>
              </a:rPr>
              <a:t> — 熱波・豪雨・干ばつの増加</a:t>
            </a:r>
            <a:endParaRPr lang="en-US" sz="1600" dirty="0"/>
          </a:p>
          <a:p>
            <a:pPr marL="0" indent="0" algn="l">
              <a:lnSpc>
                <a:spcPct val="135000"/>
              </a:lnSpc>
              <a:spcAft>
                <a:spcPts val="600"/>
              </a:spcAft>
              <a:buNone/>
            </a:pPr>
            <a:r>
              <a:rPr lang="en-US" sz="1600" b="1" dirty="0">
                <a:solidFill>
                  <a:srgbClr val="1A5276"/>
                </a:solidFill>
                <a:latin typeface="Meiryo" pitchFamily="34" charset="0"/>
                <a:ea typeface="Meiryo" pitchFamily="34" charset="-122"/>
                <a:cs typeface="Meiryo" pitchFamily="34" charset="-120"/>
              </a:rPr>
              <a:t>▸ 媒介生物の北上</a:t>
            </a:r>
            <a:r>
              <a:rPr lang="en-US" sz="1600" dirty="0">
                <a:solidFill>
                  <a:srgbClr val="2C3E50"/>
                </a:solidFill>
                <a:latin typeface="Meiryo" pitchFamily="34" charset="0"/>
                <a:ea typeface="Meiryo" pitchFamily="34" charset="-122"/>
                <a:cs typeface="Meiryo" pitchFamily="34" charset="-120"/>
              </a:rPr>
              <a:t> — マラリア・デング熱</a:t>
            </a:r>
            <a:endParaRPr lang="en-US" sz="1600" dirty="0"/>
          </a:p>
          <a:p>
            <a:pPr marL="0" indent="0" algn="l">
              <a:lnSpc>
                <a:spcPct val="135000"/>
              </a:lnSpc>
              <a:spcAft>
                <a:spcPts val="600"/>
              </a:spcAft>
              <a:buNone/>
            </a:pPr>
            <a:r>
              <a:rPr lang="en-US" sz="1600" b="1" dirty="0">
                <a:solidFill>
                  <a:srgbClr val="1A5276"/>
                </a:solidFill>
                <a:latin typeface="Meiryo" pitchFamily="34" charset="0"/>
                <a:ea typeface="Meiryo" pitchFamily="34" charset="-122"/>
                <a:cs typeface="Meiryo" pitchFamily="34" charset="-120"/>
              </a:rPr>
              <a:t>▸ 熱中症の増加</a:t>
            </a:r>
            <a:r>
              <a:rPr lang="en-US" sz="1600" dirty="0">
                <a:solidFill>
                  <a:srgbClr val="2C3E50"/>
                </a:solidFill>
                <a:latin typeface="Meiryo" pitchFamily="34" charset="0"/>
                <a:ea typeface="Meiryo" pitchFamily="34" charset="-122"/>
                <a:cs typeface="Meiryo" pitchFamily="34" charset="-120"/>
              </a:rPr>
              <a:t> — 日本の救急搬送9万人超（2024）</a:t>
            </a:r>
            <a:endParaRPr lang="en-US" sz="1600" dirty="0"/>
          </a:p>
          <a:p>
            <a:pPr marL="0" indent="0" algn="l">
              <a:lnSpc>
                <a:spcPct val="135000"/>
              </a:lnSpc>
              <a:spcAft>
                <a:spcPts val="600"/>
              </a:spcAft>
              <a:buNone/>
            </a:pPr>
            <a:r>
              <a:rPr lang="en-US" sz="1600" dirty="0">
                <a:solidFill>
                  <a:srgbClr val="2C3E50"/>
                </a:solidFill>
                <a:latin typeface="Meiryo" pitchFamily="34" charset="0"/>
                <a:ea typeface="Meiryo" pitchFamily="34" charset="-122"/>
                <a:cs typeface="Meiryo" pitchFamily="34" charset="-120"/>
              </a:rPr>
              <a:t>▸ 農作物への影響（米の収量・品質低下）</a:t>
            </a:r>
            <a:endParaRPr lang="en-US" sz="16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C-2. 海面上昇 — 国際的データ</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3656076" y="1097280"/>
            <a:ext cx="4876800" cy="3657600"/>
          </a:xfrm>
          <a:prstGeom prst="rect">
            <a:avLst/>
          </a:prstGeom>
        </p:spPr>
      </p:pic>
      <p:sp>
        <p:nvSpPr>
          <p:cNvPr id="5" name="Text 2"/>
          <p:cNvSpPr/>
          <p:nvPr/>
        </p:nvSpPr>
        <p:spPr>
          <a:xfrm>
            <a:off x="2240280" y="4846320"/>
            <a:ext cx="7708392"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海面上昇による海岸浸食・浸水の例（沿岸部）</a:t>
            </a:r>
            <a:endParaRPr lang="en-US" sz="1000" dirty="0"/>
          </a:p>
        </p:txBody>
      </p:sp>
      <p:sp>
        <p:nvSpPr>
          <p:cNvPr id="6" name="Text 3"/>
          <p:cNvSpPr/>
          <p:nvPr/>
        </p:nvSpPr>
        <p:spPr>
          <a:xfrm>
            <a:off x="2240280" y="5093208"/>
            <a:ext cx="7708392" cy="228600"/>
          </a:xfrm>
          <a:prstGeom prst="rect">
            <a:avLst/>
          </a:prstGeom>
          <a:noFill/>
          <a:ln/>
        </p:spPr>
        <p:txBody>
          <a:bodyPr wrap="square" rtlCol="0" anchor="ctr"/>
          <a:lstStyle/>
          <a:p>
            <a:pPr marL="0" indent="0" algn="r">
              <a:buNone/>
            </a:pPr>
            <a:r>
              <a:rPr lang="en-US" sz="800" i="1" dirty="0">
                <a:solidFill>
                  <a:srgbClr val="85929E"/>
                </a:solidFill>
                <a:latin typeface="Meiryo" pitchFamily="34" charset="0"/>
                <a:ea typeface="Meiryo" pitchFamily="34" charset="-122"/>
                <a:cs typeface="Meiryo" pitchFamily="34" charset="-120"/>
              </a:rPr>
              <a:t>出典: NASA / Wikimedia Commons / Public Domain</a:t>
            </a:r>
            <a:endParaRPr lang="en-US" sz="800" dirty="0"/>
          </a:p>
        </p:txBody>
      </p:sp>
      <p:sp>
        <p:nvSpPr>
          <p:cNvPr id="7" name="Shape 4"/>
          <p:cNvSpPr/>
          <p:nvPr/>
        </p:nvSpPr>
        <p:spPr>
          <a:xfrm>
            <a:off x="411480" y="5303520"/>
            <a:ext cx="11365992" cy="1371600"/>
          </a:xfrm>
          <a:prstGeom prst="rect">
            <a:avLst/>
          </a:prstGeom>
          <a:solidFill>
            <a:srgbClr val="FDEDEC"/>
          </a:solidFill>
          <a:ln/>
        </p:spPr>
        <p:txBody>
          <a:bodyPr/>
          <a:lstStyle/>
          <a:p>
            <a:endParaRPr lang="ja-JP" altLang="en-US"/>
          </a:p>
        </p:txBody>
      </p:sp>
      <p:sp>
        <p:nvSpPr>
          <p:cNvPr id="8" name="Shape 5"/>
          <p:cNvSpPr/>
          <p:nvPr/>
        </p:nvSpPr>
        <p:spPr>
          <a:xfrm>
            <a:off x="411480" y="5303520"/>
            <a:ext cx="64008" cy="1371600"/>
          </a:xfrm>
          <a:prstGeom prst="rect">
            <a:avLst/>
          </a:prstGeom>
          <a:solidFill>
            <a:srgbClr val="C0392B"/>
          </a:solidFill>
          <a:ln/>
        </p:spPr>
        <p:txBody>
          <a:bodyPr/>
          <a:lstStyle/>
          <a:p>
            <a:endParaRPr lang="ja-JP" altLang="en-US"/>
          </a:p>
        </p:txBody>
      </p:sp>
      <p:sp>
        <p:nvSpPr>
          <p:cNvPr id="9" name="Text 6"/>
          <p:cNvSpPr/>
          <p:nvPr/>
        </p:nvSpPr>
        <p:spPr>
          <a:xfrm>
            <a:off x="576072" y="5358384"/>
            <a:ext cx="11091672" cy="292608"/>
          </a:xfrm>
          <a:prstGeom prst="rect">
            <a:avLst/>
          </a:prstGeom>
          <a:noFill/>
          <a:ln/>
        </p:spPr>
        <p:txBody>
          <a:bodyPr wrap="square" rtlCol="0" anchor="ctr"/>
          <a:lstStyle/>
          <a:p>
            <a:pPr marL="0" indent="0">
              <a:buNone/>
            </a:pPr>
            <a:r>
              <a:rPr lang="en-US" sz="1600" b="1" dirty="0">
                <a:solidFill>
                  <a:srgbClr val="C0392B"/>
                </a:solidFill>
                <a:latin typeface="Meiryo" pitchFamily="34" charset="0"/>
                <a:ea typeface="Meiryo" pitchFamily="34" charset="-122"/>
                <a:cs typeface="Meiryo" pitchFamily="34" charset="-120"/>
              </a:rPr>
              <a:t>薬剤師にとっての示唆</a:t>
            </a:r>
            <a:endParaRPr lang="en-US" sz="1600" dirty="0"/>
          </a:p>
        </p:txBody>
      </p:sp>
      <p:sp>
        <p:nvSpPr>
          <p:cNvPr id="10" name="Text 7"/>
          <p:cNvSpPr/>
          <p:nvPr/>
        </p:nvSpPr>
        <p:spPr>
          <a:xfrm>
            <a:off x="576072" y="5641848"/>
            <a:ext cx="11091672" cy="98755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沿岸部の医療機関・薬局の浸水リスク評価、災害時の医薬品供給網の脆弱性。地域薬剤師としての</a:t>
            </a:r>
            <a:r>
              <a:rPr lang="en-US" b="1" dirty="0">
                <a:solidFill>
                  <a:srgbClr val="1A5276"/>
                </a:solidFill>
                <a:latin typeface="Meiryo" pitchFamily="34" charset="0"/>
                <a:ea typeface="Meiryo" pitchFamily="34" charset="-122"/>
                <a:cs typeface="Meiryo" pitchFamily="34" charset="-120"/>
              </a:rPr>
              <a:t>災害医療・公衆衛生</a:t>
            </a:r>
            <a:r>
              <a:rPr lang="en-US" dirty="0">
                <a:solidFill>
                  <a:srgbClr val="2C3E50"/>
                </a:solidFill>
                <a:latin typeface="Meiryo" pitchFamily="34" charset="0"/>
                <a:ea typeface="Meiryo" pitchFamily="34" charset="-122"/>
                <a:cs typeface="Meiryo" pitchFamily="34" charset="-120"/>
              </a:rPr>
              <a:t>視点が重要に。</a:t>
            </a:r>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C-2. 温暖化対策の国際的枠組み</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graphicFrame>
        <p:nvGraphicFramePr>
          <p:cNvPr id="79" name="Table 0"/>
          <p:cNvGraphicFramePr>
            <a:graphicFrameLocks noGrp="1"/>
          </p:cNvGraphicFramePr>
          <p:nvPr>
            <p:extLst>
              <p:ext uri="{D42A27DB-BD31-4B8C-83A1-F6EECF244321}">
                <p14:modId xmlns:p14="http://schemas.microsoft.com/office/powerpoint/2010/main" val="1966459749"/>
              </p:ext>
            </p:extLst>
          </p:nvPr>
        </p:nvGraphicFramePr>
        <p:xfrm>
          <a:off x="411480" y="1097280"/>
          <a:ext cx="11365992" cy="2514600"/>
        </p:xfrm>
        <a:graphic>
          <a:graphicData uri="http://schemas.openxmlformats.org/drawingml/2006/table">
            <a:tbl>
              <a:tblPr/>
              <a:tblGrid>
                <a:gridCol w="10972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7068312">
                  <a:extLst>
                    <a:ext uri="{9D8B030D-6E8A-4147-A177-3AD203B41FA5}">
                      <a16:colId xmlns:a16="http://schemas.microsoft.com/office/drawing/2014/main" val="20002"/>
                    </a:ext>
                  </a:extLst>
                </a:gridCol>
              </a:tblGrid>
              <a:tr h="502920">
                <a:tc>
                  <a:txBody>
                    <a:bodyPr/>
                    <a:lstStyle/>
                    <a:p>
                      <a:pPr marL="0" indent="0" algn="ctr">
                        <a:buNone/>
                      </a:pPr>
                      <a:r>
                        <a:rPr lang="en-US" sz="1200" b="1" dirty="0">
                          <a:solidFill>
                            <a:srgbClr val="FFFFFF"/>
                          </a:solidFill>
                          <a:latin typeface="Meiryo" pitchFamily="34" charset="0"/>
                          <a:ea typeface="Meiryo" pitchFamily="34" charset="-122"/>
                          <a:cs typeface="Meiryo" pitchFamily="34" charset="-120"/>
                        </a:rPr>
                        <a:t>年</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200" b="1" dirty="0">
                          <a:solidFill>
                            <a:srgbClr val="FFFFFF"/>
                          </a:solidFill>
                          <a:latin typeface="Meiryo" pitchFamily="34" charset="0"/>
                          <a:ea typeface="Meiryo" pitchFamily="34" charset="-122"/>
                          <a:cs typeface="Meiryo" pitchFamily="34" charset="-120"/>
                        </a:rPr>
                        <a:t>枠組み</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200" b="1" dirty="0">
                          <a:solidFill>
                            <a:srgbClr val="FFFFFF"/>
                          </a:solidFill>
                          <a:latin typeface="Meiryo" pitchFamily="34" charset="0"/>
                          <a:ea typeface="Meiryo" pitchFamily="34" charset="-122"/>
                          <a:cs typeface="Meiryo" pitchFamily="34" charset="-120"/>
                        </a:rPr>
                        <a:t>内容</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502920">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1992</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1A5276"/>
                          </a:solidFill>
                          <a:latin typeface="Meiryo" pitchFamily="34" charset="0"/>
                          <a:ea typeface="Meiryo" pitchFamily="34" charset="-122"/>
                          <a:cs typeface="Meiryo" pitchFamily="34" charset="-120"/>
                        </a:rPr>
                        <a:t>気候変動枠組条約</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地球サミット（リオ）で採択。条約発効1994</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1997</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b="1" dirty="0">
                          <a:solidFill>
                            <a:srgbClr val="1A5276"/>
                          </a:solidFill>
                          <a:latin typeface="Meiryo" pitchFamily="34" charset="0"/>
                          <a:ea typeface="Meiryo" pitchFamily="34" charset="-122"/>
                          <a:cs typeface="Meiryo" pitchFamily="34" charset="-120"/>
                        </a:rPr>
                        <a:t>京都議定書</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先進国に削減義務（CO₂等6物質）</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502920">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2015</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C00000"/>
                          </a:solidFill>
                          <a:latin typeface="Meiryo" pitchFamily="34" charset="0"/>
                          <a:ea typeface="Meiryo" pitchFamily="34" charset="-122"/>
                          <a:cs typeface="Meiryo" pitchFamily="34" charset="-120"/>
                        </a:rPr>
                        <a:t>パリ協定</a:t>
                      </a:r>
                      <a:endParaRPr lang="en-US" sz="1800" dirty="0">
                        <a:solidFill>
                          <a:srgbClr val="C00000"/>
                        </a:solidFill>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全締約国が削減目標を提出（NDC）。2℃目標／1.5℃努力目標</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2016</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キガリ改正</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モントリオール議定書の改正 ─ HFCも削減対象に</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bl>
          </a:graphicData>
        </a:graphic>
      </p:graphicFrame>
      <p:sp>
        <p:nvSpPr>
          <p:cNvPr id="5" name="Shape 2"/>
          <p:cNvSpPr/>
          <p:nvPr/>
        </p:nvSpPr>
        <p:spPr>
          <a:xfrm>
            <a:off x="411480" y="3657600"/>
            <a:ext cx="5545836" cy="1737360"/>
          </a:xfrm>
          <a:prstGeom prst="rect">
            <a:avLst/>
          </a:prstGeom>
          <a:solidFill>
            <a:srgbClr val="EAF2F8"/>
          </a:solidFill>
          <a:ln/>
        </p:spPr>
        <p:txBody>
          <a:bodyPr/>
          <a:lstStyle/>
          <a:p>
            <a:endParaRPr lang="ja-JP" altLang="en-US" sz="2400"/>
          </a:p>
        </p:txBody>
      </p:sp>
      <p:sp>
        <p:nvSpPr>
          <p:cNvPr id="6" name="Shape 3"/>
          <p:cNvSpPr/>
          <p:nvPr/>
        </p:nvSpPr>
        <p:spPr>
          <a:xfrm>
            <a:off x="411480" y="3657600"/>
            <a:ext cx="64008" cy="1737360"/>
          </a:xfrm>
          <a:prstGeom prst="rect">
            <a:avLst/>
          </a:prstGeom>
          <a:solidFill>
            <a:srgbClr val="2980B9"/>
          </a:solidFill>
          <a:ln/>
        </p:spPr>
        <p:txBody>
          <a:bodyPr/>
          <a:lstStyle/>
          <a:p>
            <a:endParaRPr lang="ja-JP" altLang="en-US" sz="2400"/>
          </a:p>
        </p:txBody>
      </p:sp>
      <p:sp>
        <p:nvSpPr>
          <p:cNvPr id="7" name="Text 4"/>
          <p:cNvSpPr/>
          <p:nvPr/>
        </p:nvSpPr>
        <p:spPr>
          <a:xfrm>
            <a:off x="576072" y="3712464"/>
            <a:ext cx="5271516" cy="292608"/>
          </a:xfrm>
          <a:prstGeom prst="rect">
            <a:avLst/>
          </a:prstGeom>
          <a:noFill/>
          <a:ln/>
        </p:spPr>
        <p:txBody>
          <a:bodyPr wrap="square" rtlCol="0" anchor="ctr"/>
          <a:lstStyle/>
          <a:p>
            <a:pPr marL="0" indent="0">
              <a:buNone/>
            </a:pPr>
            <a:r>
              <a:rPr lang="en-US" sz="1400" b="1" dirty="0">
                <a:solidFill>
                  <a:srgbClr val="2980B9"/>
                </a:solidFill>
                <a:latin typeface="Meiryo" pitchFamily="34" charset="0"/>
                <a:ea typeface="Meiryo" pitchFamily="34" charset="-122"/>
                <a:cs typeface="Meiryo" pitchFamily="34" charset="-120"/>
              </a:rPr>
              <a:t>パリ協定の3要素</a:t>
            </a:r>
            <a:endParaRPr lang="en-US" sz="1400" dirty="0"/>
          </a:p>
        </p:txBody>
      </p:sp>
      <p:sp>
        <p:nvSpPr>
          <p:cNvPr id="8" name="Text 5"/>
          <p:cNvSpPr/>
          <p:nvPr/>
        </p:nvSpPr>
        <p:spPr>
          <a:xfrm>
            <a:off x="576072" y="3995928"/>
            <a:ext cx="5271516" cy="1353312"/>
          </a:xfrm>
          <a:prstGeom prst="rect">
            <a:avLst/>
          </a:prstGeom>
          <a:noFill/>
          <a:ln/>
        </p:spPr>
        <p:txBody>
          <a:bodyPr wrap="square" rtlCol="0" anchor="t"/>
          <a:lstStyle/>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① 全締約国が参加（途上国含む）</a:t>
            </a:r>
            <a:endParaRPr lang="en-US" sz="1600" dirty="0"/>
          </a:p>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② 5年ごとの目標見直し</a:t>
            </a:r>
            <a:endParaRPr lang="en-US" sz="1600" dirty="0"/>
          </a:p>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③ 透明性確保（実施状況の報告）</a:t>
            </a:r>
            <a:endParaRPr lang="en-US" sz="1600" dirty="0"/>
          </a:p>
        </p:txBody>
      </p:sp>
      <p:sp>
        <p:nvSpPr>
          <p:cNvPr id="9" name="Shape 6"/>
          <p:cNvSpPr/>
          <p:nvPr/>
        </p:nvSpPr>
        <p:spPr>
          <a:xfrm>
            <a:off x="6231636" y="3657600"/>
            <a:ext cx="5545836" cy="1737360"/>
          </a:xfrm>
          <a:prstGeom prst="rect">
            <a:avLst/>
          </a:prstGeom>
          <a:solidFill>
            <a:srgbClr val="F8F9FA"/>
          </a:solidFill>
          <a:ln/>
        </p:spPr>
        <p:txBody>
          <a:bodyPr/>
          <a:lstStyle/>
          <a:p>
            <a:endParaRPr lang="ja-JP" altLang="en-US" sz="2400"/>
          </a:p>
        </p:txBody>
      </p:sp>
      <p:sp>
        <p:nvSpPr>
          <p:cNvPr id="10" name="Shape 7"/>
          <p:cNvSpPr/>
          <p:nvPr/>
        </p:nvSpPr>
        <p:spPr>
          <a:xfrm>
            <a:off x="6231636" y="3657600"/>
            <a:ext cx="64008" cy="1737360"/>
          </a:xfrm>
          <a:prstGeom prst="rect">
            <a:avLst/>
          </a:prstGeom>
          <a:solidFill>
            <a:srgbClr val="BDC3C7"/>
          </a:solidFill>
          <a:ln/>
        </p:spPr>
        <p:txBody>
          <a:bodyPr/>
          <a:lstStyle/>
          <a:p>
            <a:endParaRPr lang="ja-JP" altLang="en-US" sz="2400"/>
          </a:p>
        </p:txBody>
      </p:sp>
      <p:sp>
        <p:nvSpPr>
          <p:cNvPr id="11" name="Text 8"/>
          <p:cNvSpPr/>
          <p:nvPr/>
        </p:nvSpPr>
        <p:spPr>
          <a:xfrm>
            <a:off x="6396228" y="3712464"/>
            <a:ext cx="5271516" cy="292608"/>
          </a:xfrm>
          <a:prstGeom prst="rect">
            <a:avLst/>
          </a:prstGeom>
          <a:noFill/>
          <a:ln/>
        </p:spPr>
        <p:txBody>
          <a:bodyPr wrap="square" rtlCol="0" anchor="ctr"/>
          <a:lstStyle/>
          <a:p>
            <a:pPr marL="0" indent="0">
              <a:buNone/>
            </a:pPr>
            <a:r>
              <a:rPr lang="en-US" sz="1400" b="1" dirty="0">
                <a:solidFill>
                  <a:srgbClr val="BDC3C7"/>
                </a:solidFill>
                <a:latin typeface="Meiryo" pitchFamily="34" charset="0"/>
                <a:ea typeface="Meiryo" pitchFamily="34" charset="-122"/>
                <a:cs typeface="Meiryo" pitchFamily="34" charset="-120"/>
              </a:rPr>
              <a:t>日本の目標</a:t>
            </a:r>
            <a:endParaRPr lang="en-US" sz="1400" dirty="0"/>
          </a:p>
        </p:txBody>
      </p:sp>
      <p:sp>
        <p:nvSpPr>
          <p:cNvPr id="12" name="Text 9"/>
          <p:cNvSpPr/>
          <p:nvPr/>
        </p:nvSpPr>
        <p:spPr>
          <a:xfrm>
            <a:off x="6396228" y="3995928"/>
            <a:ext cx="5545836" cy="1353312"/>
          </a:xfrm>
          <a:prstGeom prst="rect">
            <a:avLst/>
          </a:prstGeom>
          <a:noFill/>
          <a:ln/>
        </p:spPr>
        <p:txBody>
          <a:bodyPr wrap="square" rtlCol="0" anchor="t"/>
          <a:lstStyle/>
          <a:p>
            <a:pPr marL="0" indent="0" algn="l">
              <a:lnSpc>
                <a:spcPct val="130000"/>
              </a:lnSpc>
              <a:spcAft>
                <a:spcPts val="400"/>
              </a:spcAft>
              <a:buNone/>
            </a:pPr>
            <a:r>
              <a:rPr lang="en-US" sz="1600" b="1" dirty="0">
                <a:solidFill>
                  <a:srgbClr val="C00000"/>
                </a:solidFill>
                <a:latin typeface="Meiryo" pitchFamily="34" charset="0"/>
                <a:ea typeface="Meiryo" pitchFamily="34" charset="-122"/>
                <a:cs typeface="Meiryo" pitchFamily="34" charset="-120"/>
              </a:rPr>
              <a:t>2030年度: 2013年度比 −46%</a:t>
            </a:r>
            <a:r>
              <a:rPr lang="en-US" sz="1600" dirty="0">
                <a:solidFill>
                  <a:srgbClr val="2C3E50"/>
                </a:solidFill>
                <a:latin typeface="Meiryo" pitchFamily="34" charset="0"/>
                <a:ea typeface="Meiryo" pitchFamily="34" charset="-122"/>
                <a:cs typeface="Meiryo" pitchFamily="34" charset="-120"/>
              </a:rPr>
              <a:t>（さらに50%を目指す）</a:t>
            </a:r>
            <a:endParaRPr lang="en-US" sz="1600" dirty="0"/>
          </a:p>
          <a:p>
            <a:pPr marL="0" indent="0" algn="l">
              <a:lnSpc>
                <a:spcPct val="130000"/>
              </a:lnSpc>
              <a:spcAft>
                <a:spcPts val="400"/>
              </a:spcAft>
              <a:buNone/>
            </a:pPr>
            <a:r>
              <a:rPr lang="en-US" sz="1600" b="1" dirty="0">
                <a:solidFill>
                  <a:srgbClr val="C00000"/>
                </a:solidFill>
                <a:latin typeface="Meiryo" pitchFamily="34" charset="0"/>
                <a:ea typeface="Meiryo" pitchFamily="34" charset="-122"/>
                <a:cs typeface="Meiryo" pitchFamily="34" charset="-120"/>
              </a:rPr>
              <a:t>2050年: カーボンニュートラル</a:t>
            </a:r>
            <a:endParaRPr lang="en-US" sz="1600" b="1" dirty="0">
              <a:solidFill>
                <a:srgbClr val="C00000"/>
              </a:solidFill>
            </a:endParaRPr>
          </a:p>
        </p:txBody>
      </p:sp>
      <p:sp>
        <p:nvSpPr>
          <p:cNvPr id="13" name="テキスト ボックス 12">
            <a:extLst>
              <a:ext uri="{FF2B5EF4-FFF2-40B4-BE49-F238E27FC236}">
                <a16:creationId xmlns:a16="http://schemas.microsoft.com/office/drawing/2014/main" id="{268AD80D-94D4-D169-01B8-6B4FEE823ED8}"/>
              </a:ext>
            </a:extLst>
          </p:cNvPr>
          <p:cNvSpPr txBox="1"/>
          <p:nvPr/>
        </p:nvSpPr>
        <p:spPr>
          <a:xfrm>
            <a:off x="6396228" y="4863822"/>
            <a:ext cx="5545836" cy="369332"/>
          </a:xfrm>
          <a:prstGeom prst="rect">
            <a:avLst/>
          </a:prstGeom>
          <a:noFill/>
        </p:spPr>
        <p:txBody>
          <a:bodyPr wrap="square">
            <a:spAutoFit/>
          </a:bodyPr>
          <a:lstStyle/>
          <a:p>
            <a:r>
              <a:rPr lang="ja-JP" altLang="ja-JP" dirty="0"/>
              <a:t>「地球温暖化対策の推進に関する法律（温対法）」</a:t>
            </a:r>
            <a:endParaRPr lang="ja-JP"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0">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確認ポイント — Sec. C-2（温暖化）</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Shape 2"/>
          <p:cNvSpPr/>
          <p:nvPr/>
        </p:nvSpPr>
        <p:spPr>
          <a:xfrm>
            <a:off x="411480" y="1188720"/>
            <a:ext cx="11365992" cy="1658112"/>
          </a:xfrm>
          <a:prstGeom prst="rect">
            <a:avLst/>
          </a:prstGeom>
          <a:solidFill>
            <a:srgbClr val="FFFFFF"/>
          </a:solidFill>
          <a:ln w="6350">
            <a:solidFill>
              <a:srgbClr val="D5DBDB"/>
            </a:solidFill>
            <a:prstDash val="solid"/>
          </a:ln>
        </p:spPr>
        <p:txBody>
          <a:bodyPr/>
          <a:lstStyle/>
          <a:p>
            <a:endParaRPr lang="ja-JP" altLang="en-US" sz="3200"/>
          </a:p>
        </p:txBody>
      </p:sp>
      <p:sp>
        <p:nvSpPr>
          <p:cNvPr id="5" name="Shape 3"/>
          <p:cNvSpPr/>
          <p:nvPr/>
        </p:nvSpPr>
        <p:spPr>
          <a:xfrm>
            <a:off x="411480" y="1188720"/>
            <a:ext cx="73152" cy="1658112"/>
          </a:xfrm>
          <a:prstGeom prst="rect">
            <a:avLst/>
          </a:prstGeom>
          <a:solidFill>
            <a:srgbClr val="2980B9"/>
          </a:solidFill>
          <a:ln/>
        </p:spPr>
        <p:txBody>
          <a:bodyPr/>
          <a:lstStyle/>
          <a:p>
            <a:endParaRPr lang="ja-JP" altLang="en-US" sz="3200"/>
          </a:p>
        </p:txBody>
      </p:sp>
      <p:sp>
        <p:nvSpPr>
          <p:cNvPr id="6" name="Text 4"/>
          <p:cNvSpPr/>
          <p:nvPr/>
        </p:nvSpPr>
        <p:spPr>
          <a:xfrm>
            <a:off x="594360" y="1261872"/>
            <a:ext cx="11000232" cy="365760"/>
          </a:xfrm>
          <a:prstGeom prst="rect">
            <a:avLst/>
          </a:prstGeom>
          <a:noFill/>
          <a:ln/>
        </p:spPr>
        <p:txBody>
          <a:bodyPr wrap="square" rtlCol="0" anchor="ctr"/>
          <a:lstStyle/>
          <a:p>
            <a:pPr marL="0" indent="0">
              <a:buNone/>
            </a:pPr>
            <a:r>
              <a:rPr lang="en-US" sz="2000" b="1" dirty="0">
                <a:solidFill>
                  <a:srgbClr val="1A5276"/>
                </a:solidFill>
                <a:latin typeface="Meiryo" pitchFamily="34" charset="0"/>
                <a:ea typeface="Meiryo" pitchFamily="34" charset="-122"/>
                <a:cs typeface="Meiryo" pitchFamily="34" charset="-120"/>
              </a:rPr>
              <a:t>Q1. CO₂のGWPは？ なぜそれでも温暖化寄与が最大？</a:t>
            </a:r>
            <a:endParaRPr lang="en-US" sz="2000" dirty="0"/>
          </a:p>
        </p:txBody>
      </p:sp>
      <p:sp>
        <p:nvSpPr>
          <p:cNvPr id="7" name="Text 5"/>
          <p:cNvSpPr/>
          <p:nvPr/>
        </p:nvSpPr>
        <p:spPr>
          <a:xfrm>
            <a:off x="594360" y="1645920"/>
            <a:ext cx="11000232" cy="1127760"/>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GWP = </a:t>
            </a:r>
            <a:r>
              <a:rPr lang="en-US" sz="2000" b="1" dirty="0">
                <a:solidFill>
                  <a:srgbClr val="1A5276"/>
                </a:solidFill>
                <a:latin typeface="Meiryo" pitchFamily="34" charset="0"/>
                <a:ea typeface="Meiryo" pitchFamily="34" charset="-122"/>
                <a:cs typeface="Meiryo" pitchFamily="34" charset="-120"/>
              </a:rPr>
              <a:t>1</a:t>
            </a:r>
            <a:r>
              <a:rPr lang="en-US" sz="2000" dirty="0">
                <a:solidFill>
                  <a:srgbClr val="2C3E50"/>
                </a:solidFill>
                <a:latin typeface="Meiryo" pitchFamily="34" charset="0"/>
                <a:ea typeface="Meiryo" pitchFamily="34" charset="-122"/>
                <a:cs typeface="Meiryo" pitchFamily="34" charset="-120"/>
              </a:rPr>
              <a:t>（基準）。それでも</a:t>
            </a:r>
            <a:r>
              <a:rPr lang="en-US" sz="2000" b="1" dirty="0">
                <a:solidFill>
                  <a:srgbClr val="1A5276"/>
                </a:solidFill>
                <a:latin typeface="Meiryo" pitchFamily="34" charset="0"/>
                <a:ea typeface="Meiryo" pitchFamily="34" charset="-122"/>
                <a:cs typeface="Meiryo" pitchFamily="34" charset="-120"/>
              </a:rPr>
              <a:t>大気中濃度が桁違いに大</a:t>
            </a:r>
            <a:r>
              <a:rPr lang="en-US" sz="2000" dirty="0">
                <a:solidFill>
                  <a:srgbClr val="2C3E50"/>
                </a:solidFill>
                <a:latin typeface="Meiryo" pitchFamily="34" charset="0"/>
                <a:ea typeface="Meiryo" pitchFamily="34" charset="-122"/>
                <a:cs typeface="Meiryo" pitchFamily="34" charset="-120"/>
              </a:rPr>
              <a:t>なので、寄与度は最大。</a:t>
            </a:r>
            <a:endParaRPr lang="en-US" sz="2000" dirty="0"/>
          </a:p>
        </p:txBody>
      </p:sp>
      <p:sp>
        <p:nvSpPr>
          <p:cNvPr id="8" name="Shape 6"/>
          <p:cNvSpPr/>
          <p:nvPr/>
        </p:nvSpPr>
        <p:spPr>
          <a:xfrm>
            <a:off x="411480" y="2956560"/>
            <a:ext cx="11365992" cy="1658112"/>
          </a:xfrm>
          <a:prstGeom prst="rect">
            <a:avLst/>
          </a:prstGeom>
          <a:solidFill>
            <a:srgbClr val="FFFFFF"/>
          </a:solidFill>
          <a:ln w="6350">
            <a:solidFill>
              <a:srgbClr val="D5DBDB"/>
            </a:solidFill>
            <a:prstDash val="solid"/>
          </a:ln>
        </p:spPr>
        <p:txBody>
          <a:bodyPr/>
          <a:lstStyle/>
          <a:p>
            <a:endParaRPr lang="ja-JP" altLang="en-US" sz="3200"/>
          </a:p>
        </p:txBody>
      </p:sp>
      <p:sp>
        <p:nvSpPr>
          <p:cNvPr id="9" name="Shape 7"/>
          <p:cNvSpPr/>
          <p:nvPr/>
        </p:nvSpPr>
        <p:spPr>
          <a:xfrm>
            <a:off x="411480" y="2956560"/>
            <a:ext cx="73152" cy="1658112"/>
          </a:xfrm>
          <a:prstGeom prst="rect">
            <a:avLst/>
          </a:prstGeom>
          <a:solidFill>
            <a:srgbClr val="2980B9"/>
          </a:solidFill>
          <a:ln/>
        </p:spPr>
        <p:txBody>
          <a:bodyPr/>
          <a:lstStyle/>
          <a:p>
            <a:endParaRPr lang="ja-JP" altLang="en-US" sz="3200"/>
          </a:p>
        </p:txBody>
      </p:sp>
      <p:sp>
        <p:nvSpPr>
          <p:cNvPr id="10" name="Text 8"/>
          <p:cNvSpPr/>
          <p:nvPr/>
        </p:nvSpPr>
        <p:spPr>
          <a:xfrm>
            <a:off x="594360" y="3029712"/>
            <a:ext cx="11000232" cy="365760"/>
          </a:xfrm>
          <a:prstGeom prst="rect">
            <a:avLst/>
          </a:prstGeom>
          <a:noFill/>
          <a:ln/>
        </p:spPr>
        <p:txBody>
          <a:bodyPr wrap="square" rtlCol="0" anchor="ctr"/>
          <a:lstStyle/>
          <a:p>
            <a:pPr marL="0" indent="0">
              <a:buNone/>
            </a:pPr>
            <a:r>
              <a:rPr lang="en-US" sz="2000" b="1" dirty="0">
                <a:solidFill>
                  <a:srgbClr val="1A5276"/>
                </a:solidFill>
                <a:latin typeface="Meiryo" pitchFamily="34" charset="0"/>
                <a:ea typeface="Meiryo" pitchFamily="34" charset="-122"/>
                <a:cs typeface="Meiryo" pitchFamily="34" charset="-120"/>
              </a:rPr>
              <a:t>Q2. </a:t>
            </a:r>
            <a:r>
              <a:rPr lang="ja-JP" altLang="en-US" sz="2000" b="1" dirty="0">
                <a:solidFill>
                  <a:srgbClr val="1A5276"/>
                </a:solidFill>
                <a:latin typeface="Meiryo" pitchFamily="34" charset="0"/>
                <a:ea typeface="Meiryo" pitchFamily="34" charset="-122"/>
                <a:cs typeface="Meiryo" pitchFamily="34" charset="-120"/>
              </a:rPr>
              <a:t>地球温暖化防止の国際的な枠組みと対応する国内法は</a:t>
            </a:r>
            <a:r>
              <a:rPr lang="en-US" sz="2000" b="1" dirty="0">
                <a:solidFill>
                  <a:srgbClr val="1A5276"/>
                </a:solidFill>
                <a:latin typeface="Meiryo" pitchFamily="34" charset="0"/>
                <a:ea typeface="Meiryo" pitchFamily="34" charset="-122"/>
                <a:cs typeface="Meiryo" pitchFamily="34" charset="-120"/>
              </a:rPr>
              <a:t>？</a:t>
            </a:r>
            <a:endParaRPr lang="en-US" sz="2000" dirty="0"/>
          </a:p>
        </p:txBody>
      </p:sp>
      <p:sp>
        <p:nvSpPr>
          <p:cNvPr id="11" name="Text 9"/>
          <p:cNvSpPr/>
          <p:nvPr/>
        </p:nvSpPr>
        <p:spPr>
          <a:xfrm>
            <a:off x="594360" y="3413760"/>
            <a:ext cx="11000232" cy="1127760"/>
          </a:xfrm>
          <a:prstGeom prst="rect">
            <a:avLst/>
          </a:prstGeom>
          <a:noFill/>
          <a:ln/>
        </p:spPr>
        <p:txBody>
          <a:bodyPr wrap="square" rtlCol="0" anchor="t"/>
          <a:lstStyle/>
          <a:p>
            <a:pPr marL="0" indent="0" algn="l">
              <a:lnSpc>
                <a:spcPct val="130000"/>
              </a:lnSpc>
              <a:spcAft>
                <a:spcPts val="400"/>
              </a:spcAft>
              <a:buNone/>
            </a:pPr>
            <a:r>
              <a:rPr lang="zh-TW" altLang="en-US" sz="2000" dirty="0">
                <a:solidFill>
                  <a:srgbClr val="2C3E50"/>
                </a:solidFill>
                <a:latin typeface="Meiryo" pitchFamily="34" charset="0"/>
                <a:ea typeface="Meiryo" pitchFamily="34" charset="-122"/>
                <a:cs typeface="Meiryo" pitchFamily="34" charset="-120"/>
              </a:rPr>
              <a:t>気候変動枠組条約第</a:t>
            </a:r>
            <a:r>
              <a:rPr lang="en-US" altLang="zh-TW" sz="2000" dirty="0">
                <a:solidFill>
                  <a:srgbClr val="2C3E50"/>
                </a:solidFill>
                <a:latin typeface="Meiryo" pitchFamily="34" charset="0"/>
                <a:ea typeface="Meiryo" pitchFamily="34" charset="-122"/>
                <a:cs typeface="Meiryo" pitchFamily="34" charset="-120"/>
              </a:rPr>
              <a:t>21</a:t>
            </a:r>
            <a:r>
              <a:rPr lang="zh-TW" altLang="en-US" sz="2000" dirty="0">
                <a:solidFill>
                  <a:srgbClr val="2C3E50"/>
                </a:solidFill>
                <a:latin typeface="Meiryo" pitchFamily="34" charset="0"/>
                <a:ea typeface="Meiryo" pitchFamily="34" charset="-122"/>
                <a:cs typeface="Meiryo" pitchFamily="34" charset="-120"/>
              </a:rPr>
              <a:t>回締約国会議</a:t>
            </a:r>
            <a:r>
              <a:rPr lang="ja-JP" altLang="en-US" sz="2000" dirty="0">
                <a:solidFill>
                  <a:srgbClr val="2C3E50"/>
                </a:solidFill>
                <a:latin typeface="Meiryo" pitchFamily="34" charset="0"/>
                <a:ea typeface="Meiryo" pitchFamily="34" charset="-122"/>
                <a:cs typeface="Meiryo" pitchFamily="34" charset="-120"/>
              </a:rPr>
              <a:t>にて採択された</a:t>
            </a:r>
            <a:r>
              <a:rPr lang="ja-JP" altLang="en-US" sz="2000" b="1" dirty="0">
                <a:solidFill>
                  <a:srgbClr val="1A5276"/>
                </a:solidFill>
                <a:latin typeface="Meiryo" pitchFamily="34" charset="0"/>
                <a:ea typeface="Meiryo" pitchFamily="34" charset="-122"/>
                <a:cs typeface="Meiryo" pitchFamily="34" charset="-120"/>
              </a:rPr>
              <a:t>パリ協定</a:t>
            </a:r>
            <a:r>
              <a:rPr lang="ja-JP" altLang="en-US" sz="2000" dirty="0">
                <a:solidFill>
                  <a:srgbClr val="2C3E50"/>
                </a:solidFill>
                <a:latin typeface="Meiryo" pitchFamily="34" charset="0"/>
                <a:ea typeface="Meiryo" pitchFamily="34" charset="-122"/>
                <a:cs typeface="Meiryo" pitchFamily="34" charset="-120"/>
              </a:rPr>
              <a:t>、国内法は「地球温暖化対策の推進に関する法律（温対法）」</a:t>
            </a:r>
            <a:r>
              <a:rPr lang="en-US" sz="2000" dirty="0">
                <a:solidFill>
                  <a:srgbClr val="2C3E50"/>
                </a:solidFill>
                <a:latin typeface="Meiryo" pitchFamily="34" charset="0"/>
                <a:ea typeface="Meiryo" pitchFamily="34" charset="-122"/>
                <a:cs typeface="Meiryo" pitchFamily="34" charset="-120"/>
              </a:rPr>
              <a:t>。</a:t>
            </a:r>
            <a:endParaRPr lang="en-US" sz="2000" dirty="0"/>
          </a:p>
        </p:txBody>
      </p:sp>
      <p:sp>
        <p:nvSpPr>
          <p:cNvPr id="12" name="Shape 10"/>
          <p:cNvSpPr/>
          <p:nvPr/>
        </p:nvSpPr>
        <p:spPr>
          <a:xfrm>
            <a:off x="411480" y="4724400"/>
            <a:ext cx="11365992" cy="1658112"/>
          </a:xfrm>
          <a:prstGeom prst="rect">
            <a:avLst/>
          </a:prstGeom>
          <a:solidFill>
            <a:srgbClr val="FFFFFF"/>
          </a:solidFill>
          <a:ln w="6350">
            <a:solidFill>
              <a:srgbClr val="D5DBDB"/>
            </a:solidFill>
            <a:prstDash val="solid"/>
          </a:ln>
        </p:spPr>
        <p:txBody>
          <a:bodyPr/>
          <a:lstStyle/>
          <a:p>
            <a:endParaRPr lang="ja-JP" altLang="en-US" sz="3200"/>
          </a:p>
        </p:txBody>
      </p:sp>
      <p:sp>
        <p:nvSpPr>
          <p:cNvPr id="13" name="Shape 11"/>
          <p:cNvSpPr/>
          <p:nvPr/>
        </p:nvSpPr>
        <p:spPr>
          <a:xfrm>
            <a:off x="411480" y="4724400"/>
            <a:ext cx="73152" cy="1658112"/>
          </a:xfrm>
          <a:prstGeom prst="rect">
            <a:avLst/>
          </a:prstGeom>
          <a:solidFill>
            <a:srgbClr val="2980B9"/>
          </a:solidFill>
          <a:ln/>
        </p:spPr>
        <p:txBody>
          <a:bodyPr/>
          <a:lstStyle/>
          <a:p>
            <a:endParaRPr lang="ja-JP" altLang="en-US" sz="3200"/>
          </a:p>
        </p:txBody>
      </p:sp>
      <p:sp>
        <p:nvSpPr>
          <p:cNvPr id="14" name="Text 12"/>
          <p:cNvSpPr/>
          <p:nvPr/>
        </p:nvSpPr>
        <p:spPr>
          <a:xfrm>
            <a:off x="594360" y="4797552"/>
            <a:ext cx="11000232" cy="365760"/>
          </a:xfrm>
          <a:prstGeom prst="rect">
            <a:avLst/>
          </a:prstGeom>
          <a:noFill/>
          <a:ln/>
        </p:spPr>
        <p:txBody>
          <a:bodyPr wrap="square" rtlCol="0" anchor="ctr"/>
          <a:lstStyle/>
          <a:p>
            <a:pPr marL="0" indent="0">
              <a:buNone/>
            </a:pPr>
            <a:r>
              <a:rPr lang="en-US" sz="2000" b="1" dirty="0">
                <a:solidFill>
                  <a:srgbClr val="1A5276"/>
                </a:solidFill>
                <a:latin typeface="Meiryo" pitchFamily="34" charset="0"/>
                <a:ea typeface="Meiryo" pitchFamily="34" charset="-122"/>
                <a:cs typeface="Meiryo" pitchFamily="34" charset="-120"/>
              </a:rPr>
              <a:t>Q3. キガリ改正で何が新たに規制されたか？</a:t>
            </a:r>
            <a:endParaRPr lang="en-US" sz="2000" dirty="0"/>
          </a:p>
        </p:txBody>
      </p:sp>
      <p:sp>
        <p:nvSpPr>
          <p:cNvPr id="15" name="Text 13"/>
          <p:cNvSpPr/>
          <p:nvPr/>
        </p:nvSpPr>
        <p:spPr>
          <a:xfrm>
            <a:off x="594360" y="5181600"/>
            <a:ext cx="11000232" cy="1127760"/>
          </a:xfrm>
          <a:prstGeom prst="rect">
            <a:avLst/>
          </a:prstGeom>
          <a:noFill/>
          <a:ln/>
        </p:spPr>
        <p:txBody>
          <a:bodyPr wrap="square" rtlCol="0" anchor="t"/>
          <a:lstStyle/>
          <a:p>
            <a:pPr marL="0" indent="0" algn="l">
              <a:lnSpc>
                <a:spcPct val="130000"/>
              </a:lnSpc>
              <a:spcAft>
                <a:spcPts val="400"/>
              </a:spcAft>
              <a:buNone/>
            </a:pPr>
            <a:r>
              <a:rPr lang="en-US" sz="2000" b="1" dirty="0">
                <a:solidFill>
                  <a:srgbClr val="1A5276"/>
                </a:solidFill>
                <a:latin typeface="Meiryo" pitchFamily="34" charset="0"/>
                <a:ea typeface="Meiryo" pitchFamily="34" charset="-122"/>
                <a:cs typeface="Meiryo" pitchFamily="34" charset="-120"/>
              </a:rPr>
              <a:t>HFC</a:t>
            </a:r>
            <a:r>
              <a:rPr lang="en-US" sz="2000" dirty="0">
                <a:solidFill>
                  <a:srgbClr val="2C3E50"/>
                </a:solidFill>
                <a:latin typeface="Meiryo" pitchFamily="34" charset="0"/>
                <a:ea typeface="Meiryo" pitchFamily="34" charset="-122"/>
                <a:cs typeface="Meiryo" pitchFamily="34" charset="-120"/>
              </a:rPr>
              <a:t>。ODP=0だがGWPが高いため、モントリオール議定書の枠組みで段階的削減対象となった。</a:t>
            </a:r>
            <a:endParaRPr lang="en-US" sz="2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C-3. 酸性雨 — メカニズム</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sp>
        <p:nvSpPr>
          <p:cNvPr id="5" name="Text 3"/>
          <p:cNvSpPr/>
          <p:nvPr/>
        </p:nvSpPr>
        <p:spPr>
          <a:xfrm>
            <a:off x="411480" y="1097280"/>
            <a:ext cx="6400800" cy="365760"/>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大気中のSOx・NOx → 硫酸・硝酸 → 雨に溶解 → </a:t>
            </a:r>
            <a:r>
              <a:rPr lang="en-US" b="1" dirty="0">
                <a:solidFill>
                  <a:srgbClr val="C0392B"/>
                </a:solidFill>
                <a:latin typeface="Meiryo" pitchFamily="34" charset="0"/>
                <a:ea typeface="Meiryo" pitchFamily="34" charset="-122"/>
                <a:cs typeface="Meiryo" pitchFamily="34" charset="-120"/>
              </a:rPr>
              <a:t>pH 5.6以下</a:t>
            </a:r>
            <a:endParaRPr lang="en-US" dirty="0"/>
          </a:p>
        </p:txBody>
      </p:sp>
      <p:sp>
        <p:nvSpPr>
          <p:cNvPr id="6" name="Text 4"/>
          <p:cNvSpPr/>
          <p:nvPr/>
        </p:nvSpPr>
        <p:spPr>
          <a:xfrm>
            <a:off x="1101410" y="1600200"/>
            <a:ext cx="6400800" cy="274320"/>
          </a:xfrm>
          <a:prstGeom prst="rect">
            <a:avLst/>
          </a:prstGeom>
          <a:noFill/>
          <a:ln/>
        </p:spPr>
        <p:txBody>
          <a:bodyPr wrap="square" rtlCol="0" anchor="ctr"/>
          <a:lstStyle/>
          <a:p>
            <a:pPr marL="0" indent="0">
              <a:buNone/>
            </a:pPr>
            <a:r>
              <a:rPr lang="en-US" sz="1100" i="1" dirty="0">
                <a:solidFill>
                  <a:srgbClr val="5D6D7E"/>
                </a:solidFill>
                <a:latin typeface="Meiryo" pitchFamily="34" charset="0"/>
                <a:ea typeface="Meiryo" pitchFamily="34" charset="-122"/>
                <a:cs typeface="Meiryo" pitchFamily="34" charset="-120"/>
              </a:rPr>
              <a:t>(自然のCO₂由来のpH 5.6が基準値)</a:t>
            </a:r>
            <a:endParaRPr lang="en-US" sz="1100" dirty="0"/>
          </a:p>
        </p:txBody>
      </p:sp>
      <p:sp>
        <p:nvSpPr>
          <p:cNvPr id="7" name="Shape 5"/>
          <p:cNvSpPr/>
          <p:nvPr/>
        </p:nvSpPr>
        <p:spPr>
          <a:xfrm>
            <a:off x="411480" y="1874520"/>
            <a:ext cx="6400800" cy="3520440"/>
          </a:xfrm>
          <a:prstGeom prst="rect">
            <a:avLst/>
          </a:prstGeom>
          <a:solidFill>
            <a:srgbClr val="F8F9FA"/>
          </a:solidFill>
          <a:ln w="6350">
            <a:solidFill>
              <a:srgbClr val="BDC3C7"/>
            </a:solidFill>
            <a:prstDash val="solid"/>
          </a:ln>
        </p:spPr>
        <p:txBody>
          <a:bodyPr/>
          <a:lstStyle/>
          <a:p>
            <a:endParaRPr lang="ja-JP" altLang="en-US" sz="2400"/>
          </a:p>
        </p:txBody>
      </p:sp>
      <p:sp>
        <p:nvSpPr>
          <p:cNvPr id="8" name="Shape 6"/>
          <p:cNvSpPr/>
          <p:nvPr/>
        </p:nvSpPr>
        <p:spPr>
          <a:xfrm>
            <a:off x="411480" y="1874520"/>
            <a:ext cx="64008" cy="3520440"/>
          </a:xfrm>
          <a:prstGeom prst="rect">
            <a:avLst/>
          </a:prstGeom>
          <a:solidFill>
            <a:srgbClr val="BDC3C7"/>
          </a:solidFill>
          <a:ln/>
        </p:spPr>
        <p:txBody>
          <a:bodyPr/>
          <a:lstStyle/>
          <a:p>
            <a:endParaRPr lang="ja-JP" altLang="en-US"/>
          </a:p>
        </p:txBody>
      </p:sp>
      <p:sp>
        <p:nvSpPr>
          <p:cNvPr id="9" name="Text 7"/>
          <p:cNvSpPr/>
          <p:nvPr/>
        </p:nvSpPr>
        <p:spPr>
          <a:xfrm>
            <a:off x="594360" y="1965960"/>
            <a:ext cx="5943600" cy="274320"/>
          </a:xfrm>
          <a:prstGeom prst="rect">
            <a:avLst/>
          </a:prstGeom>
          <a:noFill/>
          <a:ln/>
        </p:spPr>
        <p:txBody>
          <a:bodyPr wrap="square" rtlCol="0" anchor="ctr"/>
          <a:lstStyle/>
          <a:p>
            <a:pPr marL="0" indent="0">
              <a:buNone/>
            </a:pPr>
            <a:r>
              <a:rPr lang="en-US" b="1" dirty="0">
                <a:solidFill>
                  <a:srgbClr val="5D6D7E"/>
                </a:solidFill>
                <a:latin typeface="Meiryo" pitchFamily="34" charset="0"/>
                <a:ea typeface="Meiryo" pitchFamily="34" charset="-122"/>
                <a:cs typeface="Meiryo" pitchFamily="34" charset="-120"/>
              </a:rPr>
              <a:t>主要反応</a:t>
            </a:r>
            <a:endParaRPr lang="en-US" dirty="0"/>
          </a:p>
        </p:txBody>
      </p:sp>
      <p:sp>
        <p:nvSpPr>
          <p:cNvPr id="10" name="Text 8"/>
          <p:cNvSpPr/>
          <p:nvPr/>
        </p:nvSpPr>
        <p:spPr>
          <a:xfrm>
            <a:off x="868680" y="2841970"/>
            <a:ext cx="5943600" cy="2011680"/>
          </a:xfrm>
          <a:prstGeom prst="rect">
            <a:avLst/>
          </a:prstGeom>
          <a:noFill/>
          <a:ln/>
        </p:spPr>
        <p:txBody>
          <a:bodyPr wrap="square" rtlCol="0" anchor="ctr"/>
          <a:lstStyle/>
          <a:p>
            <a:pPr marL="0" indent="0">
              <a:lnSpc>
                <a:spcPct val="140000"/>
              </a:lnSpc>
              <a:buNone/>
            </a:pPr>
            <a:r>
              <a:rPr lang="en-US" sz="2400" dirty="0">
                <a:solidFill>
                  <a:srgbClr val="000000"/>
                </a:solidFill>
                <a:latin typeface="Consolas" pitchFamily="34" charset="0"/>
                <a:ea typeface="Consolas" pitchFamily="34" charset="-122"/>
                <a:cs typeface="Consolas" pitchFamily="34" charset="-120"/>
              </a:rPr>
              <a:t>SO₂ + ・OH → HSO₃</a:t>
            </a:r>
            <a:endParaRPr lang="en-US" sz="2400" dirty="0"/>
          </a:p>
          <a:p>
            <a:pPr marL="0" indent="0">
              <a:lnSpc>
                <a:spcPct val="140000"/>
              </a:lnSpc>
              <a:buNone/>
            </a:pPr>
            <a:r>
              <a:rPr lang="en-US" sz="2400" dirty="0">
                <a:solidFill>
                  <a:srgbClr val="000000"/>
                </a:solidFill>
                <a:latin typeface="Consolas" pitchFamily="34" charset="0"/>
                <a:ea typeface="Consolas" pitchFamily="34" charset="-122"/>
                <a:cs typeface="Consolas" pitchFamily="34" charset="-120"/>
              </a:rPr>
              <a:t>HSO₃ + O₂ → SO₃ + HO₂</a:t>
            </a:r>
            <a:endParaRPr lang="en-US" sz="2400" dirty="0"/>
          </a:p>
          <a:p>
            <a:pPr marL="0" indent="0">
              <a:lnSpc>
                <a:spcPct val="140000"/>
              </a:lnSpc>
              <a:buNone/>
            </a:pPr>
            <a:r>
              <a:rPr lang="en-US" sz="2400" dirty="0">
                <a:solidFill>
                  <a:srgbClr val="000000"/>
                </a:solidFill>
                <a:latin typeface="Consolas" pitchFamily="34" charset="0"/>
                <a:ea typeface="Consolas" pitchFamily="34" charset="-122"/>
                <a:cs typeface="Consolas" pitchFamily="34" charset="-120"/>
              </a:rPr>
              <a:t>SO₃ + H₂O → </a:t>
            </a:r>
            <a:r>
              <a:rPr lang="en-US" sz="2800" b="1" dirty="0">
                <a:solidFill>
                  <a:srgbClr val="C0392B"/>
                </a:solidFill>
                <a:latin typeface="Consolas" pitchFamily="34" charset="0"/>
                <a:ea typeface="Consolas" pitchFamily="34" charset="-122"/>
                <a:cs typeface="Consolas" pitchFamily="34" charset="-120"/>
              </a:rPr>
              <a:t>H₂SO₄</a:t>
            </a:r>
            <a:endParaRPr lang="en-US" sz="2400" dirty="0"/>
          </a:p>
          <a:p>
            <a:pPr marL="0" indent="0">
              <a:lnSpc>
                <a:spcPct val="140000"/>
              </a:lnSpc>
              <a:buNone/>
            </a:pPr>
            <a:endParaRPr lang="en-US" sz="2400" dirty="0"/>
          </a:p>
          <a:p>
            <a:pPr marL="0" indent="0">
              <a:lnSpc>
                <a:spcPct val="140000"/>
              </a:lnSpc>
              <a:buNone/>
            </a:pPr>
            <a:r>
              <a:rPr lang="en-US" sz="2400" dirty="0">
                <a:solidFill>
                  <a:srgbClr val="000000"/>
                </a:solidFill>
                <a:latin typeface="Consolas" pitchFamily="34" charset="0"/>
                <a:ea typeface="Consolas" pitchFamily="34" charset="-122"/>
                <a:cs typeface="Consolas" pitchFamily="34" charset="-120"/>
              </a:rPr>
              <a:t>2NO₂ + H₂O → </a:t>
            </a:r>
            <a:r>
              <a:rPr lang="en-US" sz="2800" b="1" dirty="0">
                <a:solidFill>
                  <a:srgbClr val="C0392B"/>
                </a:solidFill>
                <a:latin typeface="Consolas" pitchFamily="34" charset="0"/>
                <a:ea typeface="Consolas" pitchFamily="34" charset="-122"/>
                <a:cs typeface="Consolas" pitchFamily="34" charset="-120"/>
              </a:rPr>
              <a:t>HNO₃</a:t>
            </a:r>
            <a:r>
              <a:rPr lang="en-US" sz="2400" dirty="0">
                <a:solidFill>
                  <a:srgbClr val="000000"/>
                </a:solidFill>
                <a:latin typeface="Consolas" pitchFamily="34" charset="0"/>
                <a:ea typeface="Consolas" pitchFamily="34" charset="-122"/>
                <a:cs typeface="Consolas" pitchFamily="34" charset="-120"/>
              </a:rPr>
              <a:t> + HNO₂</a:t>
            </a:r>
            <a:endParaRPr lang="en-US" sz="2400" dirty="0"/>
          </a:p>
        </p:txBody>
      </p:sp>
      <p:pic>
        <p:nvPicPr>
          <p:cNvPr id="11" name="Image 0" descr="preencoded.png"/>
          <p:cNvPicPr>
            <a:picLocks noChangeAspect="1"/>
          </p:cNvPicPr>
          <p:nvPr/>
        </p:nvPicPr>
        <p:blipFill>
          <a:blip r:embed="rId3"/>
          <a:stretch>
            <a:fillRect/>
          </a:stretch>
        </p:blipFill>
        <p:spPr>
          <a:xfrm>
            <a:off x="7890191" y="1097280"/>
            <a:ext cx="3083691" cy="4114800"/>
          </a:xfrm>
          <a:prstGeom prst="rect">
            <a:avLst/>
          </a:prstGeom>
        </p:spPr>
      </p:pic>
      <p:sp>
        <p:nvSpPr>
          <p:cNvPr id="12" name="Text 9"/>
          <p:cNvSpPr/>
          <p:nvPr/>
        </p:nvSpPr>
        <p:spPr>
          <a:xfrm>
            <a:off x="7086600" y="5303520"/>
            <a:ext cx="4690872"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酸性雨による森林衰退（チェコ・シュマヴァ山地）</a:t>
            </a:r>
            <a:endParaRPr lang="en-US" sz="1000" dirty="0"/>
          </a:p>
        </p:txBody>
      </p:sp>
      <p:sp>
        <p:nvSpPr>
          <p:cNvPr id="13" name="Text 10"/>
          <p:cNvSpPr/>
          <p:nvPr/>
        </p:nvSpPr>
        <p:spPr>
          <a:xfrm>
            <a:off x="7086600" y="5550408"/>
            <a:ext cx="4690872" cy="228600"/>
          </a:xfrm>
          <a:prstGeom prst="rect">
            <a:avLst/>
          </a:prstGeom>
          <a:noFill/>
          <a:ln/>
        </p:spPr>
        <p:txBody>
          <a:bodyPr wrap="square" rtlCol="0" anchor="ctr"/>
          <a:lstStyle/>
          <a:p>
            <a:pPr marL="0" indent="0" algn="r">
              <a:buNone/>
            </a:pPr>
            <a:r>
              <a:rPr lang="en-US" sz="800" i="1" dirty="0">
                <a:solidFill>
                  <a:srgbClr val="85929E"/>
                </a:solidFill>
                <a:latin typeface="Meiryo" pitchFamily="34" charset="0"/>
                <a:ea typeface="Meiryo" pitchFamily="34" charset="-122"/>
                <a:cs typeface="Meiryo" pitchFamily="34" charset="-120"/>
              </a:rPr>
              <a:t>出典: Wikimedia Commons / Public Domain</a:t>
            </a:r>
            <a:endParaRPr lang="en-US" sz="800" dirty="0"/>
          </a:p>
        </p:txBody>
      </p:sp>
      <p:sp>
        <p:nvSpPr>
          <p:cNvPr id="14" name="テキスト ボックス 13">
            <a:extLst>
              <a:ext uri="{FF2B5EF4-FFF2-40B4-BE49-F238E27FC236}">
                <a16:creationId xmlns:a16="http://schemas.microsoft.com/office/drawing/2014/main" id="{45086E31-3A96-AF7D-31EF-9BB38D72019B}"/>
              </a:ext>
            </a:extLst>
          </p:cNvPr>
          <p:cNvSpPr txBox="1"/>
          <p:nvPr/>
        </p:nvSpPr>
        <p:spPr>
          <a:xfrm>
            <a:off x="656134" y="2359292"/>
            <a:ext cx="1503060" cy="369332"/>
          </a:xfrm>
          <a:prstGeom prst="rect">
            <a:avLst/>
          </a:prstGeom>
          <a:noFill/>
        </p:spPr>
        <p:txBody>
          <a:bodyPr wrap="square" rtlCol="0">
            <a:spAutoFit/>
          </a:bodyPr>
          <a:lstStyle/>
          <a:p>
            <a:r>
              <a:rPr kumimoji="1" lang="ja-JP" altLang="en-US" dirty="0"/>
              <a:t>硫黄酸化物</a:t>
            </a:r>
          </a:p>
        </p:txBody>
      </p:sp>
      <p:sp>
        <p:nvSpPr>
          <p:cNvPr id="15" name="テキスト ボックス 14">
            <a:extLst>
              <a:ext uri="{FF2B5EF4-FFF2-40B4-BE49-F238E27FC236}">
                <a16:creationId xmlns:a16="http://schemas.microsoft.com/office/drawing/2014/main" id="{AC92E784-3D15-F7BE-9AE7-467FF998EAF9}"/>
              </a:ext>
            </a:extLst>
          </p:cNvPr>
          <p:cNvSpPr txBox="1"/>
          <p:nvPr/>
        </p:nvSpPr>
        <p:spPr>
          <a:xfrm>
            <a:off x="656134" y="4433055"/>
            <a:ext cx="1503060" cy="369332"/>
          </a:xfrm>
          <a:prstGeom prst="rect">
            <a:avLst/>
          </a:prstGeom>
          <a:noFill/>
        </p:spPr>
        <p:txBody>
          <a:bodyPr wrap="square" rtlCol="0">
            <a:spAutoFit/>
          </a:bodyPr>
          <a:lstStyle/>
          <a:p>
            <a:r>
              <a:rPr kumimoji="1" lang="ja-JP" altLang="en-US" dirty="0"/>
              <a:t>窒素酸化物</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C-3. 酸性雨の影響と日本の現状</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263684" y="1097280"/>
            <a:ext cx="5932821" cy="4575664"/>
          </a:xfrm>
          <a:prstGeom prst="rect">
            <a:avLst/>
          </a:prstGeom>
        </p:spPr>
      </p:pic>
      <p:sp>
        <p:nvSpPr>
          <p:cNvPr id="6" name="Text 3"/>
          <p:cNvSpPr/>
          <p:nvPr/>
        </p:nvSpPr>
        <p:spPr>
          <a:xfrm>
            <a:off x="6355080" y="1097280"/>
            <a:ext cx="5836920" cy="365760"/>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日本の降水pH全国平均 </a:t>
            </a:r>
            <a:r>
              <a:rPr lang="en-US" b="1" dirty="0">
                <a:solidFill>
                  <a:srgbClr val="1A5276"/>
                </a:solidFill>
                <a:latin typeface="Meiryo" pitchFamily="34" charset="0"/>
                <a:ea typeface="Meiryo" pitchFamily="34" charset="-122"/>
                <a:cs typeface="Meiryo" pitchFamily="34" charset="-120"/>
              </a:rPr>
              <a:t>約4.9</a:t>
            </a:r>
            <a:r>
              <a:rPr lang="en-US" dirty="0">
                <a:solidFill>
                  <a:srgbClr val="2C3E50"/>
                </a:solidFill>
                <a:latin typeface="Meiryo" pitchFamily="34" charset="0"/>
                <a:ea typeface="Meiryo" pitchFamily="34" charset="-122"/>
                <a:cs typeface="Meiryo" pitchFamily="34" charset="-120"/>
              </a:rPr>
              <a:t>（基準値5.6を下回る）</a:t>
            </a:r>
            <a:endParaRPr lang="en-US" dirty="0"/>
          </a:p>
        </p:txBody>
      </p:sp>
      <p:sp>
        <p:nvSpPr>
          <p:cNvPr id="7" name="Text 4"/>
          <p:cNvSpPr/>
          <p:nvPr/>
        </p:nvSpPr>
        <p:spPr>
          <a:xfrm>
            <a:off x="6355080" y="1554480"/>
            <a:ext cx="5836920" cy="2286000"/>
          </a:xfrm>
          <a:prstGeom prst="rect">
            <a:avLst/>
          </a:prstGeom>
          <a:noFill/>
          <a:ln/>
        </p:spPr>
        <p:txBody>
          <a:bodyPr wrap="square" rtlCol="0" anchor="t"/>
          <a:lstStyle/>
          <a:p>
            <a:pPr marL="0" indent="0" algn="l">
              <a:lnSpc>
                <a:spcPct val="135000"/>
              </a:lnSpc>
              <a:spcAft>
                <a:spcPts val="600"/>
              </a:spcAft>
              <a:buNone/>
            </a:pPr>
            <a:r>
              <a:rPr lang="en-US" b="1" dirty="0">
                <a:solidFill>
                  <a:srgbClr val="1A5276"/>
                </a:solidFill>
                <a:latin typeface="Meiryo" pitchFamily="34" charset="0"/>
                <a:ea typeface="Meiryo" pitchFamily="34" charset="-122"/>
                <a:cs typeface="Meiryo" pitchFamily="34" charset="-120"/>
              </a:rPr>
              <a:t>▸ 森林衰退</a:t>
            </a:r>
            <a:r>
              <a:rPr lang="en-US" dirty="0">
                <a:solidFill>
                  <a:srgbClr val="2C3E50"/>
                </a:solidFill>
                <a:latin typeface="Meiryo" pitchFamily="34" charset="0"/>
                <a:ea typeface="Meiryo" pitchFamily="34" charset="-122"/>
                <a:cs typeface="Meiryo" pitchFamily="34" charset="-120"/>
              </a:rPr>
              <a:t>（針葉樹の枯死）</a:t>
            </a:r>
            <a:endParaRPr lang="en-US" dirty="0"/>
          </a:p>
          <a:p>
            <a:pPr marL="0" indent="0" algn="l">
              <a:lnSpc>
                <a:spcPct val="135000"/>
              </a:lnSpc>
              <a:spcAft>
                <a:spcPts val="600"/>
              </a:spcAft>
              <a:buNone/>
            </a:pPr>
            <a:r>
              <a:rPr lang="en-US" b="1" dirty="0">
                <a:solidFill>
                  <a:srgbClr val="1A5276"/>
                </a:solidFill>
                <a:latin typeface="Meiryo" pitchFamily="34" charset="0"/>
                <a:ea typeface="Meiryo" pitchFamily="34" charset="-122"/>
                <a:cs typeface="Meiryo" pitchFamily="34" charset="-120"/>
              </a:rPr>
              <a:t>▸ 湖沼の酸性化</a:t>
            </a:r>
            <a:r>
              <a:rPr lang="en-US" dirty="0">
                <a:solidFill>
                  <a:srgbClr val="2C3E50"/>
                </a:solidFill>
                <a:latin typeface="Meiryo" pitchFamily="34" charset="0"/>
                <a:ea typeface="Meiryo" pitchFamily="34" charset="-122"/>
                <a:cs typeface="Meiryo" pitchFamily="34" charset="-120"/>
              </a:rPr>
              <a:t> → 魚類死滅</a:t>
            </a:r>
            <a:endParaRPr lang="en-US" dirty="0"/>
          </a:p>
          <a:p>
            <a:pPr marL="0" indent="0" algn="l">
              <a:lnSpc>
                <a:spcPct val="135000"/>
              </a:lnSpc>
              <a:spcAft>
                <a:spcPts val="600"/>
              </a:spcAft>
              <a:buNone/>
            </a:pPr>
            <a:r>
              <a:rPr lang="en-US" b="1" dirty="0">
                <a:solidFill>
                  <a:srgbClr val="1A5276"/>
                </a:solidFill>
                <a:latin typeface="Meiryo" pitchFamily="34" charset="0"/>
                <a:ea typeface="Meiryo" pitchFamily="34" charset="-122"/>
                <a:cs typeface="Meiryo" pitchFamily="34" charset="-120"/>
              </a:rPr>
              <a:t>▸ 建造物の腐食</a:t>
            </a:r>
            <a:r>
              <a:rPr lang="en-US" dirty="0">
                <a:solidFill>
                  <a:srgbClr val="2C3E50"/>
                </a:solidFill>
                <a:latin typeface="Meiryo" pitchFamily="34" charset="0"/>
                <a:ea typeface="Meiryo" pitchFamily="34" charset="-122"/>
                <a:cs typeface="Meiryo" pitchFamily="34" charset="-120"/>
              </a:rPr>
              <a:t>（大理石・金属）</a:t>
            </a:r>
            <a:endParaRPr lang="en-US" dirty="0"/>
          </a:p>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土壌からの</a:t>
            </a:r>
            <a:r>
              <a:rPr lang="en-US" b="1" dirty="0">
                <a:solidFill>
                  <a:srgbClr val="1A5276"/>
                </a:solidFill>
                <a:latin typeface="Meiryo" pitchFamily="34" charset="0"/>
                <a:ea typeface="Meiryo" pitchFamily="34" charset="-122"/>
                <a:cs typeface="Meiryo" pitchFamily="34" charset="-120"/>
              </a:rPr>
              <a:t>Al³⁺溶出</a:t>
            </a:r>
            <a:r>
              <a:rPr lang="en-US" dirty="0">
                <a:solidFill>
                  <a:srgbClr val="2C3E50"/>
                </a:solidFill>
                <a:latin typeface="Meiryo" pitchFamily="34" charset="0"/>
                <a:ea typeface="Meiryo" pitchFamily="34" charset="-122"/>
                <a:cs typeface="Meiryo" pitchFamily="34" charset="-120"/>
              </a:rPr>
              <a:t> → 根の障害</a:t>
            </a:r>
            <a:endParaRPr lang="en-US" dirty="0"/>
          </a:p>
        </p:txBody>
      </p:sp>
      <p:sp>
        <p:nvSpPr>
          <p:cNvPr id="8" name="Shape 5"/>
          <p:cNvSpPr/>
          <p:nvPr/>
        </p:nvSpPr>
        <p:spPr>
          <a:xfrm>
            <a:off x="6355080" y="3931920"/>
            <a:ext cx="5422392" cy="1463040"/>
          </a:xfrm>
          <a:prstGeom prst="rect">
            <a:avLst/>
          </a:prstGeom>
          <a:solidFill>
            <a:srgbClr val="F8F9FA"/>
          </a:solidFill>
          <a:ln/>
        </p:spPr>
        <p:txBody>
          <a:bodyPr/>
          <a:lstStyle/>
          <a:p>
            <a:endParaRPr lang="ja-JP" altLang="en-US"/>
          </a:p>
        </p:txBody>
      </p:sp>
      <p:sp>
        <p:nvSpPr>
          <p:cNvPr id="9" name="Shape 6"/>
          <p:cNvSpPr/>
          <p:nvPr/>
        </p:nvSpPr>
        <p:spPr>
          <a:xfrm>
            <a:off x="6355080" y="3931920"/>
            <a:ext cx="64008" cy="1463040"/>
          </a:xfrm>
          <a:prstGeom prst="rect">
            <a:avLst/>
          </a:prstGeom>
          <a:solidFill>
            <a:srgbClr val="BDC3C7"/>
          </a:solidFill>
          <a:ln/>
        </p:spPr>
        <p:txBody>
          <a:bodyPr/>
          <a:lstStyle/>
          <a:p>
            <a:endParaRPr lang="ja-JP" altLang="en-US"/>
          </a:p>
        </p:txBody>
      </p:sp>
      <p:sp>
        <p:nvSpPr>
          <p:cNvPr id="10" name="Text 7"/>
          <p:cNvSpPr/>
          <p:nvPr/>
        </p:nvSpPr>
        <p:spPr>
          <a:xfrm>
            <a:off x="6519672" y="3986784"/>
            <a:ext cx="5148072" cy="292608"/>
          </a:xfrm>
          <a:prstGeom prst="rect">
            <a:avLst/>
          </a:prstGeom>
          <a:noFill/>
          <a:ln/>
        </p:spPr>
        <p:txBody>
          <a:bodyPr wrap="square" rtlCol="0" anchor="ctr"/>
          <a:lstStyle/>
          <a:p>
            <a:pPr marL="0" indent="0">
              <a:buNone/>
            </a:pPr>
            <a:r>
              <a:rPr lang="en-US" sz="1600" b="1" dirty="0">
                <a:solidFill>
                  <a:srgbClr val="BDC3C7"/>
                </a:solidFill>
                <a:latin typeface="Meiryo" pitchFamily="34" charset="0"/>
                <a:ea typeface="Meiryo" pitchFamily="34" charset="-122"/>
                <a:cs typeface="Meiryo" pitchFamily="34" charset="-120"/>
              </a:rPr>
              <a:t>越境汚染</a:t>
            </a:r>
            <a:endParaRPr lang="en-US" sz="1600" dirty="0"/>
          </a:p>
        </p:txBody>
      </p:sp>
      <p:sp>
        <p:nvSpPr>
          <p:cNvPr id="11" name="Text 8"/>
          <p:cNvSpPr/>
          <p:nvPr/>
        </p:nvSpPr>
        <p:spPr>
          <a:xfrm>
            <a:off x="6519672" y="4270248"/>
            <a:ext cx="5148072" cy="107899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日本に降る酸性雨の主因は</a:t>
            </a:r>
            <a:r>
              <a:rPr lang="en-US" b="1" dirty="0">
                <a:solidFill>
                  <a:srgbClr val="1A5276"/>
                </a:solidFill>
                <a:latin typeface="Meiryo" pitchFamily="34" charset="0"/>
                <a:ea typeface="Meiryo" pitchFamily="34" charset="-122"/>
                <a:cs typeface="Meiryo" pitchFamily="34" charset="-120"/>
              </a:rPr>
              <a:t>中国大陸からの越境汚染</a:t>
            </a:r>
            <a:r>
              <a:rPr lang="en-US" dirty="0">
                <a:solidFill>
                  <a:srgbClr val="2C3E50"/>
                </a:solidFill>
                <a:latin typeface="Meiryo" pitchFamily="34" charset="0"/>
                <a:ea typeface="Meiryo" pitchFamily="34" charset="-122"/>
                <a:cs typeface="Meiryo" pitchFamily="34" charset="-120"/>
              </a:rPr>
              <a:t>と推定されている。</a:t>
            </a:r>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C-3. 酸性雨 — 国際的取り組み</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graphicFrame>
        <p:nvGraphicFramePr>
          <p:cNvPr id="84" name="Table 0"/>
          <p:cNvGraphicFramePr>
            <a:graphicFrameLocks noGrp="1"/>
          </p:cNvGraphicFramePr>
          <p:nvPr>
            <p:extLst>
              <p:ext uri="{D42A27DB-BD31-4B8C-83A1-F6EECF244321}">
                <p14:modId xmlns:p14="http://schemas.microsoft.com/office/powerpoint/2010/main" val="3039774982"/>
              </p:ext>
            </p:extLst>
          </p:nvPr>
        </p:nvGraphicFramePr>
        <p:xfrm>
          <a:off x="411480" y="1097280"/>
          <a:ext cx="6400800" cy="4315926"/>
        </p:xfrm>
        <a:graphic>
          <a:graphicData uri="http://schemas.openxmlformats.org/drawingml/2006/table">
            <a:tbl>
              <a:tblPr/>
              <a:tblGrid>
                <a:gridCol w="914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719321">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年</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議定書／条約</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対象</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719321">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1979</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長距離越境大気汚染条約（ジュネーブ）</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枠組み</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9321">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1985</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ヘルシンキ議定書</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SOx</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719321">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1988</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ソフィア議定書</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NOx</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9321">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1994</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オスロ議定書</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SOx 追加</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r h="719321">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2001〜</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1A5276"/>
                          </a:solidFill>
                          <a:latin typeface="Meiryo" pitchFamily="34" charset="0"/>
                          <a:ea typeface="Meiryo" pitchFamily="34" charset="-122"/>
                          <a:cs typeface="Meiryo" pitchFamily="34" charset="-120"/>
                        </a:rPr>
                        <a:t>EANET</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東アジアモニタリングネットワーク</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5" name="Image 0" descr="preencoded.png"/>
          <p:cNvPicPr>
            <a:picLocks noChangeAspect="1"/>
          </p:cNvPicPr>
          <p:nvPr/>
        </p:nvPicPr>
        <p:blipFill>
          <a:blip r:embed="rId3"/>
          <a:stretch>
            <a:fillRect/>
          </a:stretch>
        </p:blipFill>
        <p:spPr>
          <a:xfrm>
            <a:off x="7086600" y="1562349"/>
            <a:ext cx="4690872" cy="3184662"/>
          </a:xfrm>
          <a:prstGeom prst="rect">
            <a:avLst/>
          </a:prstGeom>
        </p:spPr>
      </p:pic>
      <p:sp>
        <p:nvSpPr>
          <p:cNvPr id="6" name="Text 2"/>
          <p:cNvSpPr/>
          <p:nvPr/>
        </p:nvSpPr>
        <p:spPr>
          <a:xfrm>
            <a:off x="7086600" y="5303520"/>
            <a:ext cx="4690872"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放置車両の腐食（米国・1970年代, Documerica）</a:t>
            </a:r>
            <a:endParaRPr lang="en-US" sz="1000" dirty="0"/>
          </a:p>
        </p:txBody>
      </p:sp>
      <p:sp>
        <p:nvSpPr>
          <p:cNvPr id="7" name="Text 3"/>
          <p:cNvSpPr/>
          <p:nvPr/>
        </p:nvSpPr>
        <p:spPr>
          <a:xfrm>
            <a:off x="7086600" y="5550408"/>
            <a:ext cx="4690872" cy="228600"/>
          </a:xfrm>
          <a:prstGeom prst="rect">
            <a:avLst/>
          </a:prstGeom>
          <a:noFill/>
          <a:ln/>
        </p:spPr>
        <p:txBody>
          <a:bodyPr wrap="square" rtlCol="0" anchor="ctr"/>
          <a:lstStyle/>
          <a:p>
            <a:pPr marL="0" indent="0" algn="r">
              <a:buNone/>
            </a:pPr>
            <a:r>
              <a:rPr lang="en-US" sz="800" i="1" dirty="0">
                <a:solidFill>
                  <a:srgbClr val="85929E"/>
                </a:solidFill>
                <a:latin typeface="Meiryo" pitchFamily="34" charset="0"/>
                <a:ea typeface="Meiryo" pitchFamily="34" charset="-122"/>
                <a:cs typeface="Meiryo" pitchFamily="34" charset="-120"/>
              </a:rPr>
              <a:t>出典: US National Archives / Public Domain</a:t>
            </a:r>
            <a:endParaRPr lang="en-US" sz="800" dirty="0"/>
          </a:p>
        </p:txBody>
      </p:sp>
      <p:sp>
        <p:nvSpPr>
          <p:cNvPr id="8" name="テキスト ボックス 7">
            <a:extLst>
              <a:ext uri="{FF2B5EF4-FFF2-40B4-BE49-F238E27FC236}">
                <a16:creationId xmlns:a16="http://schemas.microsoft.com/office/drawing/2014/main" id="{4284A493-0A8F-0B38-FC0B-18758C4346FF}"/>
              </a:ext>
            </a:extLst>
          </p:cNvPr>
          <p:cNvSpPr txBox="1"/>
          <p:nvPr/>
        </p:nvSpPr>
        <p:spPr>
          <a:xfrm>
            <a:off x="-363474" y="6150340"/>
            <a:ext cx="9031986" cy="369332"/>
          </a:xfrm>
          <a:prstGeom prst="rect">
            <a:avLst/>
          </a:prstGeom>
          <a:noFill/>
        </p:spPr>
        <p:txBody>
          <a:bodyPr wrap="square">
            <a:spAutoFit/>
          </a:bodyPr>
          <a:lstStyle/>
          <a:p>
            <a:pPr algn="ctr">
              <a:spcBef>
                <a:spcPts val="375"/>
              </a:spcBef>
              <a:spcAft>
                <a:spcPts val="375"/>
              </a:spcAft>
              <a:buNone/>
            </a:pPr>
            <a:r>
              <a:rPr lang="ja-JP" altLang="ja-JP" b="1" i="0" dirty="0">
                <a:solidFill>
                  <a:srgbClr val="1A5276"/>
                </a:solidFill>
                <a:effectLst/>
                <a:latin typeface="Meiryo" panose="020B0604030504040204" pitchFamily="50" charset="-128"/>
                <a:ea typeface="Meiryo" panose="020B0604030504040204" pitchFamily="50" charset="-128"/>
              </a:rPr>
              <a:t>the Acid Deposition Monitoring Network in East Asia：EANET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C-4. 海洋汚染 — マイクロプラスチック問題</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11480" y="1258907"/>
            <a:ext cx="5029200" cy="3791545"/>
          </a:xfrm>
          <a:prstGeom prst="rect">
            <a:avLst/>
          </a:prstGeom>
        </p:spPr>
      </p:pic>
      <p:sp>
        <p:nvSpPr>
          <p:cNvPr id="5" name="Text 2"/>
          <p:cNvSpPr/>
          <p:nvPr/>
        </p:nvSpPr>
        <p:spPr>
          <a:xfrm>
            <a:off x="411480" y="5303520"/>
            <a:ext cx="5029200"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流通過程で流出するプラスチックペレット（ナードル）</a:t>
            </a:r>
            <a:endParaRPr lang="en-US" sz="1000" dirty="0"/>
          </a:p>
        </p:txBody>
      </p:sp>
      <p:sp>
        <p:nvSpPr>
          <p:cNvPr id="6" name="Text 3"/>
          <p:cNvSpPr/>
          <p:nvPr/>
        </p:nvSpPr>
        <p:spPr>
          <a:xfrm>
            <a:off x="411480" y="5550408"/>
            <a:ext cx="5029200" cy="228600"/>
          </a:xfrm>
          <a:prstGeom prst="rect">
            <a:avLst/>
          </a:prstGeom>
          <a:noFill/>
          <a:ln/>
        </p:spPr>
        <p:txBody>
          <a:bodyPr wrap="square" rtlCol="0" anchor="ctr"/>
          <a:lstStyle/>
          <a:p>
            <a:pPr marL="0" indent="0" algn="r">
              <a:buNone/>
            </a:pPr>
            <a:r>
              <a:rPr lang="en-US" sz="800" i="1" dirty="0">
                <a:solidFill>
                  <a:srgbClr val="85929E"/>
                </a:solidFill>
                <a:latin typeface="Meiryo" pitchFamily="34" charset="0"/>
                <a:ea typeface="Meiryo" pitchFamily="34" charset="-122"/>
                <a:cs typeface="Meiryo" pitchFamily="34" charset="-120"/>
              </a:rPr>
              <a:t>出典: Wikimedia Commons / CC0</a:t>
            </a:r>
            <a:endParaRPr lang="en-US" sz="800" dirty="0"/>
          </a:p>
        </p:txBody>
      </p:sp>
      <p:sp>
        <p:nvSpPr>
          <p:cNvPr id="7" name="Text 4"/>
          <p:cNvSpPr/>
          <p:nvPr/>
        </p:nvSpPr>
        <p:spPr>
          <a:xfrm>
            <a:off x="5897880" y="1097280"/>
            <a:ext cx="5879592" cy="2743200"/>
          </a:xfrm>
          <a:prstGeom prst="rect">
            <a:avLst/>
          </a:prstGeom>
          <a:noFill/>
          <a:ln/>
        </p:spPr>
        <p:txBody>
          <a:bodyPr wrap="square" rtlCol="0" anchor="t"/>
          <a:lstStyle/>
          <a:p>
            <a:pPr marL="0" indent="0" algn="l">
              <a:lnSpc>
                <a:spcPct val="135000"/>
              </a:lnSpc>
              <a:spcAft>
                <a:spcPts val="600"/>
              </a:spcAft>
              <a:buNone/>
            </a:pPr>
            <a:r>
              <a:rPr lang="en-US" sz="1600" b="1" dirty="0">
                <a:solidFill>
                  <a:srgbClr val="1A5276"/>
                </a:solidFill>
                <a:latin typeface="Meiryo" pitchFamily="34" charset="0"/>
                <a:ea typeface="Meiryo" pitchFamily="34" charset="-122"/>
                <a:cs typeface="Meiryo" pitchFamily="34" charset="-120"/>
              </a:rPr>
              <a:t>▸ マイクロプラスチック</a:t>
            </a:r>
            <a:r>
              <a:rPr lang="en-US" sz="1600" dirty="0">
                <a:solidFill>
                  <a:srgbClr val="2C3E50"/>
                </a:solidFill>
                <a:latin typeface="Meiryo" pitchFamily="34" charset="0"/>
                <a:ea typeface="Meiryo" pitchFamily="34" charset="-122"/>
                <a:cs typeface="Meiryo" pitchFamily="34" charset="-120"/>
              </a:rPr>
              <a:t>（&lt; 5 mm）が海洋生物に取り込まれる</a:t>
            </a:r>
            <a:endParaRPr lang="en-US" sz="1600" dirty="0"/>
          </a:p>
          <a:p>
            <a:pPr marL="0" indent="0" algn="l">
              <a:lnSpc>
                <a:spcPct val="135000"/>
              </a:lnSpc>
              <a:spcAft>
                <a:spcPts val="600"/>
              </a:spcAft>
              <a:buNone/>
            </a:pPr>
            <a:r>
              <a:rPr lang="en-US" sz="1600" dirty="0">
                <a:solidFill>
                  <a:srgbClr val="2C3E50"/>
                </a:solidFill>
                <a:latin typeface="Meiryo" pitchFamily="34" charset="0"/>
                <a:ea typeface="Meiryo" pitchFamily="34" charset="-122"/>
                <a:cs typeface="Meiryo" pitchFamily="34" charset="-120"/>
              </a:rPr>
              <a:t>▸ 表面に</a:t>
            </a:r>
            <a:r>
              <a:rPr lang="en-US" sz="1600" b="1" dirty="0">
                <a:solidFill>
                  <a:srgbClr val="1A5276"/>
                </a:solidFill>
                <a:latin typeface="Meiryo" pitchFamily="34" charset="0"/>
                <a:ea typeface="Meiryo" pitchFamily="34" charset="-122"/>
                <a:cs typeface="Meiryo" pitchFamily="34" charset="-120"/>
              </a:rPr>
              <a:t>疎水性汚染物質（PCB・DDT等）</a:t>
            </a:r>
            <a:r>
              <a:rPr lang="en-US" sz="1600" dirty="0">
                <a:solidFill>
                  <a:srgbClr val="2C3E50"/>
                </a:solidFill>
                <a:latin typeface="Meiryo" pitchFamily="34" charset="0"/>
                <a:ea typeface="Meiryo" pitchFamily="34" charset="-122"/>
                <a:cs typeface="Meiryo" pitchFamily="34" charset="-120"/>
              </a:rPr>
              <a:t>が吸着 → 生物濃縮の運搬役</a:t>
            </a:r>
            <a:endParaRPr lang="en-US" sz="1600" dirty="0"/>
          </a:p>
          <a:p>
            <a:pPr marL="0" indent="0" algn="l">
              <a:lnSpc>
                <a:spcPct val="135000"/>
              </a:lnSpc>
              <a:spcAft>
                <a:spcPts val="600"/>
              </a:spcAft>
              <a:buNone/>
            </a:pPr>
            <a:r>
              <a:rPr lang="en-US" sz="1600" dirty="0">
                <a:solidFill>
                  <a:srgbClr val="2C3E50"/>
                </a:solidFill>
                <a:latin typeface="Meiryo" pitchFamily="34" charset="0"/>
                <a:ea typeface="Meiryo" pitchFamily="34" charset="-122"/>
                <a:cs typeface="Meiryo" pitchFamily="34" charset="-120"/>
              </a:rPr>
              <a:t>▸ 食物連鎖を通じて人体へ</a:t>
            </a:r>
            <a:endParaRPr lang="en-US" sz="1600" dirty="0"/>
          </a:p>
        </p:txBody>
      </p:sp>
      <p:sp>
        <p:nvSpPr>
          <p:cNvPr id="8" name="Shape 5"/>
          <p:cNvSpPr/>
          <p:nvPr/>
        </p:nvSpPr>
        <p:spPr>
          <a:xfrm>
            <a:off x="5897880" y="4023360"/>
            <a:ext cx="5879592" cy="1371600"/>
          </a:xfrm>
          <a:prstGeom prst="rect">
            <a:avLst/>
          </a:prstGeom>
          <a:solidFill>
            <a:srgbClr val="EAF2F8"/>
          </a:solidFill>
          <a:ln/>
        </p:spPr>
        <p:txBody>
          <a:bodyPr/>
          <a:lstStyle/>
          <a:p>
            <a:endParaRPr lang="ja-JP" altLang="en-US"/>
          </a:p>
        </p:txBody>
      </p:sp>
      <p:sp>
        <p:nvSpPr>
          <p:cNvPr id="9" name="Shape 6"/>
          <p:cNvSpPr/>
          <p:nvPr/>
        </p:nvSpPr>
        <p:spPr>
          <a:xfrm>
            <a:off x="5897880" y="4023360"/>
            <a:ext cx="64008" cy="1371600"/>
          </a:xfrm>
          <a:prstGeom prst="rect">
            <a:avLst/>
          </a:prstGeom>
          <a:solidFill>
            <a:srgbClr val="2980B9"/>
          </a:solidFill>
          <a:ln/>
        </p:spPr>
        <p:txBody>
          <a:bodyPr/>
          <a:lstStyle/>
          <a:p>
            <a:endParaRPr lang="ja-JP" altLang="en-US"/>
          </a:p>
        </p:txBody>
      </p:sp>
      <p:sp>
        <p:nvSpPr>
          <p:cNvPr id="10" name="Text 7"/>
          <p:cNvSpPr/>
          <p:nvPr/>
        </p:nvSpPr>
        <p:spPr>
          <a:xfrm>
            <a:off x="6062472" y="4078224"/>
            <a:ext cx="5605272" cy="292608"/>
          </a:xfrm>
          <a:prstGeom prst="rect">
            <a:avLst/>
          </a:prstGeom>
          <a:noFill/>
          <a:ln/>
        </p:spPr>
        <p:txBody>
          <a:bodyPr wrap="square" rtlCol="0" anchor="ctr"/>
          <a:lstStyle/>
          <a:p>
            <a:pPr marL="0" indent="0">
              <a:buNone/>
            </a:pPr>
            <a:r>
              <a:rPr lang="en-US" sz="1600" b="1" dirty="0">
                <a:solidFill>
                  <a:srgbClr val="2980B9"/>
                </a:solidFill>
                <a:latin typeface="Meiryo" pitchFamily="34" charset="0"/>
                <a:ea typeface="Meiryo" pitchFamily="34" charset="-122"/>
                <a:cs typeface="Meiryo" pitchFamily="34" charset="-120"/>
              </a:rPr>
              <a:t>国際条約</a:t>
            </a:r>
            <a:endParaRPr lang="en-US" sz="1600" dirty="0"/>
          </a:p>
        </p:txBody>
      </p:sp>
      <p:sp>
        <p:nvSpPr>
          <p:cNvPr id="11" name="Text 8"/>
          <p:cNvSpPr/>
          <p:nvPr/>
        </p:nvSpPr>
        <p:spPr>
          <a:xfrm>
            <a:off x="6062472" y="4361688"/>
            <a:ext cx="5605272" cy="987552"/>
          </a:xfrm>
          <a:prstGeom prst="rect">
            <a:avLst/>
          </a:prstGeom>
          <a:noFill/>
          <a:ln/>
        </p:spPr>
        <p:txBody>
          <a:bodyPr wrap="square" rtlCol="0" anchor="t"/>
          <a:lstStyle/>
          <a:p>
            <a:pPr marL="0" indent="0" algn="l">
              <a:lnSpc>
                <a:spcPct val="130000"/>
              </a:lnSpc>
              <a:spcAft>
                <a:spcPts val="400"/>
              </a:spcAft>
              <a:buNone/>
            </a:pPr>
            <a:r>
              <a:rPr lang="en-US" b="1" dirty="0">
                <a:solidFill>
                  <a:srgbClr val="C00000"/>
                </a:solidFill>
                <a:latin typeface="Meiryo" pitchFamily="34" charset="0"/>
                <a:ea typeface="Meiryo" pitchFamily="34" charset="-122"/>
                <a:cs typeface="Meiryo" pitchFamily="34" charset="-120"/>
              </a:rPr>
              <a:t>ロンドン条約</a:t>
            </a:r>
            <a:r>
              <a:rPr lang="en-US" dirty="0">
                <a:solidFill>
                  <a:srgbClr val="2C3E50"/>
                </a:solidFill>
                <a:latin typeface="Meiryo" pitchFamily="34" charset="0"/>
                <a:ea typeface="Meiryo" pitchFamily="34" charset="-122"/>
                <a:cs typeface="Meiryo" pitchFamily="34" charset="-120"/>
              </a:rPr>
              <a:t>（1972）→ ロンドン議定書（1996）</a:t>
            </a:r>
            <a:endParaRPr lang="en-US" dirty="0"/>
          </a:p>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廃棄物の海洋投棄を原則禁止</a:t>
            </a: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C-4. 生物多様性 と 砂漠化</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graphicFrame>
        <p:nvGraphicFramePr>
          <p:cNvPr id="86" name="Table 0"/>
          <p:cNvGraphicFramePr>
            <a:graphicFrameLocks noGrp="1"/>
          </p:cNvGraphicFramePr>
          <p:nvPr>
            <p:extLst>
              <p:ext uri="{D42A27DB-BD31-4B8C-83A1-F6EECF244321}">
                <p14:modId xmlns:p14="http://schemas.microsoft.com/office/powerpoint/2010/main" val="1542382345"/>
              </p:ext>
            </p:extLst>
          </p:nvPr>
        </p:nvGraphicFramePr>
        <p:xfrm>
          <a:off x="411480" y="1097280"/>
          <a:ext cx="11365992" cy="3017520"/>
        </p:xfrm>
        <a:graphic>
          <a:graphicData uri="http://schemas.openxmlformats.org/drawingml/2006/table">
            <a:tbl>
              <a:tblPr/>
              <a:tblGrid>
                <a:gridCol w="3657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6336792">
                  <a:extLst>
                    <a:ext uri="{9D8B030D-6E8A-4147-A177-3AD203B41FA5}">
                      <a16:colId xmlns:a16="http://schemas.microsoft.com/office/drawing/2014/main" val="20002"/>
                    </a:ext>
                  </a:extLst>
                </a:gridCol>
              </a:tblGrid>
              <a:tr h="502920">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条約</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採択年</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対象</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502920">
                <a:tc>
                  <a:txBody>
                    <a:bodyPr/>
                    <a:lstStyle/>
                    <a:p>
                      <a:pPr marL="0" indent="0" algn="l">
                        <a:buNone/>
                      </a:pPr>
                      <a:r>
                        <a:rPr lang="en-US" sz="1600" b="1" dirty="0">
                          <a:solidFill>
                            <a:srgbClr val="1A5276"/>
                          </a:solidFill>
                          <a:latin typeface="Meiryo" pitchFamily="34" charset="0"/>
                          <a:ea typeface="Meiryo" pitchFamily="34" charset="-122"/>
                          <a:cs typeface="Meiryo" pitchFamily="34" charset="-120"/>
                        </a:rPr>
                        <a:t>ラムサール条約</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1971</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湿地（水鳥の生息地）の保全</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600" b="1" dirty="0">
                          <a:solidFill>
                            <a:srgbClr val="1A5276"/>
                          </a:solidFill>
                          <a:latin typeface="Meiryo" pitchFamily="34" charset="0"/>
                          <a:ea typeface="Meiryo" pitchFamily="34" charset="-122"/>
                          <a:cs typeface="Meiryo" pitchFamily="34" charset="-120"/>
                        </a:rPr>
                        <a:t>ワシントン条約</a:t>
                      </a:r>
                      <a:r>
                        <a:rPr lang="en-US" sz="1600" dirty="0">
                          <a:solidFill>
                            <a:srgbClr val="2C3E50"/>
                          </a:solidFill>
                          <a:latin typeface="Meiryo" pitchFamily="34" charset="0"/>
                          <a:ea typeface="Meiryo" pitchFamily="34" charset="-122"/>
                          <a:cs typeface="Meiryo" pitchFamily="34" charset="-120"/>
                        </a:rPr>
                        <a:t>（CITES）</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1973</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絶滅危惧種の国際取引規制</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502920">
                <a:tc>
                  <a:txBody>
                    <a:bodyPr/>
                    <a:lstStyle/>
                    <a:p>
                      <a:pPr marL="0" indent="0" algn="l">
                        <a:buNone/>
                      </a:pPr>
                      <a:r>
                        <a:rPr lang="en-US" sz="1600" b="1" dirty="0">
                          <a:solidFill>
                            <a:srgbClr val="1A5276"/>
                          </a:solidFill>
                          <a:latin typeface="Meiryo" pitchFamily="34" charset="0"/>
                          <a:ea typeface="Meiryo" pitchFamily="34" charset="-122"/>
                          <a:cs typeface="Meiryo" pitchFamily="34" charset="-120"/>
                        </a:rPr>
                        <a:t>生物多様性条約</a:t>
                      </a:r>
                      <a:r>
                        <a:rPr lang="en-US" sz="1600" dirty="0">
                          <a:solidFill>
                            <a:srgbClr val="2C3E50"/>
                          </a:solidFill>
                          <a:latin typeface="Meiryo" pitchFamily="34" charset="0"/>
                          <a:ea typeface="Meiryo" pitchFamily="34" charset="-122"/>
                          <a:cs typeface="Meiryo" pitchFamily="34" charset="-120"/>
                        </a:rPr>
                        <a:t>（CBD）</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1992</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生物多様性の保全・持続可能な利用・遺伝資源</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名古屋議定書（CBD下）</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2010</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遺伝資源のアクセスと利益配分（ABS）</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r h="502920">
                <a:tc>
                  <a:txBody>
                    <a:bodyPr/>
                    <a:lstStyle/>
                    <a:p>
                      <a:pPr marL="0" indent="0" algn="l">
                        <a:buNone/>
                      </a:pPr>
                      <a:r>
                        <a:rPr lang="en-US" sz="1600" b="1" dirty="0">
                          <a:solidFill>
                            <a:srgbClr val="1A5276"/>
                          </a:solidFill>
                          <a:latin typeface="Meiryo" pitchFamily="34" charset="0"/>
                          <a:ea typeface="Meiryo" pitchFamily="34" charset="-122"/>
                          <a:cs typeface="Meiryo" pitchFamily="34" charset="-120"/>
                        </a:rPr>
                        <a:t>砂漠化対処条約</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1994</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乾燥地域の劣化対策</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411480" y="5280870"/>
            <a:ext cx="11365992" cy="1371600"/>
          </a:xfrm>
          <a:prstGeom prst="rect">
            <a:avLst/>
          </a:prstGeom>
          <a:solidFill>
            <a:srgbClr val="F8F9FA"/>
          </a:solidFill>
          <a:ln/>
        </p:spPr>
        <p:txBody>
          <a:bodyPr/>
          <a:lstStyle/>
          <a:p>
            <a:endParaRPr lang="ja-JP" altLang="en-US" sz="3200"/>
          </a:p>
        </p:txBody>
      </p:sp>
      <p:sp>
        <p:nvSpPr>
          <p:cNvPr id="6" name="Shape 3"/>
          <p:cNvSpPr/>
          <p:nvPr/>
        </p:nvSpPr>
        <p:spPr>
          <a:xfrm>
            <a:off x="411480" y="5280870"/>
            <a:ext cx="64008" cy="1371600"/>
          </a:xfrm>
          <a:prstGeom prst="rect">
            <a:avLst/>
          </a:prstGeom>
          <a:solidFill>
            <a:srgbClr val="BDC3C7"/>
          </a:solidFill>
          <a:ln/>
        </p:spPr>
        <p:txBody>
          <a:bodyPr/>
          <a:lstStyle/>
          <a:p>
            <a:endParaRPr lang="ja-JP" altLang="en-US" sz="3200"/>
          </a:p>
        </p:txBody>
      </p:sp>
      <p:sp>
        <p:nvSpPr>
          <p:cNvPr id="7" name="Text 4"/>
          <p:cNvSpPr/>
          <p:nvPr/>
        </p:nvSpPr>
        <p:spPr>
          <a:xfrm>
            <a:off x="576072" y="5335734"/>
            <a:ext cx="11091672" cy="292608"/>
          </a:xfrm>
          <a:prstGeom prst="rect">
            <a:avLst/>
          </a:prstGeom>
          <a:noFill/>
          <a:ln/>
        </p:spPr>
        <p:txBody>
          <a:bodyPr wrap="square" rtlCol="0" anchor="ctr"/>
          <a:lstStyle/>
          <a:p>
            <a:pPr marL="0" indent="0">
              <a:buNone/>
            </a:pPr>
            <a:r>
              <a:rPr lang="en-US" b="1" dirty="0">
                <a:solidFill>
                  <a:srgbClr val="BDC3C7"/>
                </a:solidFill>
                <a:latin typeface="Meiryo" pitchFamily="34" charset="0"/>
                <a:ea typeface="Meiryo" pitchFamily="34" charset="-122"/>
                <a:cs typeface="Meiryo" pitchFamily="34" charset="-120"/>
              </a:rPr>
              <a:t>薬学との関連</a:t>
            </a:r>
            <a:endParaRPr lang="en-US" dirty="0"/>
          </a:p>
        </p:txBody>
      </p:sp>
      <p:sp>
        <p:nvSpPr>
          <p:cNvPr id="8" name="Text 5"/>
          <p:cNvSpPr/>
          <p:nvPr/>
        </p:nvSpPr>
        <p:spPr>
          <a:xfrm>
            <a:off x="576072" y="5619198"/>
            <a:ext cx="11091672" cy="98755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天然物医薬品の原料（植物・微生物）も</a:t>
            </a:r>
            <a:r>
              <a:rPr lang="en-US" sz="2000" b="1" dirty="0">
                <a:solidFill>
                  <a:srgbClr val="1A5276"/>
                </a:solidFill>
                <a:latin typeface="Meiryo" pitchFamily="34" charset="0"/>
                <a:ea typeface="Meiryo" pitchFamily="34" charset="-122"/>
                <a:cs typeface="Meiryo" pitchFamily="34" charset="-120"/>
              </a:rPr>
              <a:t>遺伝資源</a:t>
            </a:r>
            <a:r>
              <a:rPr lang="en-US" sz="2000" dirty="0">
                <a:solidFill>
                  <a:srgbClr val="2C3E50"/>
                </a:solidFill>
                <a:latin typeface="Meiryo" pitchFamily="34" charset="0"/>
                <a:ea typeface="Meiryo" pitchFamily="34" charset="-122"/>
                <a:cs typeface="Meiryo" pitchFamily="34" charset="-120"/>
              </a:rPr>
              <a:t>。名古屋議定書下で利益配分の枠組みが整備されている。</a:t>
            </a:r>
            <a:endParaRPr lang="en-US" sz="2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 環境関連 国際条約 一覧</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875268" y="1105731"/>
            <a:ext cx="9597034" cy="5588683"/>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C-5. 大気汚染と公害 — 戦後日本の経験</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11480" y="1322024"/>
            <a:ext cx="5500116" cy="3665312"/>
          </a:xfrm>
          <a:prstGeom prst="rect">
            <a:avLst/>
          </a:prstGeom>
        </p:spPr>
      </p:pic>
      <p:sp>
        <p:nvSpPr>
          <p:cNvPr id="5" name="Text 2"/>
          <p:cNvSpPr/>
          <p:nvPr/>
        </p:nvSpPr>
        <p:spPr>
          <a:xfrm>
            <a:off x="411480" y="5303520"/>
            <a:ext cx="5500116"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四日市コンビナート（現在）</a:t>
            </a:r>
            <a:endParaRPr lang="en-US" sz="1000" dirty="0"/>
          </a:p>
        </p:txBody>
      </p:sp>
      <p:sp>
        <p:nvSpPr>
          <p:cNvPr id="6" name="Text 3"/>
          <p:cNvSpPr/>
          <p:nvPr/>
        </p:nvSpPr>
        <p:spPr>
          <a:xfrm>
            <a:off x="411480" y="5550408"/>
            <a:ext cx="5500116" cy="228600"/>
          </a:xfrm>
          <a:prstGeom prst="rect">
            <a:avLst/>
          </a:prstGeom>
          <a:noFill/>
          <a:ln/>
        </p:spPr>
        <p:txBody>
          <a:bodyPr wrap="square" rtlCol="0" anchor="ctr"/>
          <a:lstStyle/>
          <a:p>
            <a:pPr marL="0" indent="0" algn="r">
              <a:buNone/>
            </a:pPr>
            <a:r>
              <a:rPr lang="en-US" sz="800" i="1" dirty="0">
                <a:solidFill>
                  <a:srgbClr val="85929E"/>
                </a:solidFill>
                <a:latin typeface="Meiryo" pitchFamily="34" charset="0"/>
                <a:ea typeface="Meiryo" pitchFamily="34" charset="-122"/>
                <a:cs typeface="Meiryo" pitchFamily="34" charset="-120"/>
              </a:rPr>
              <a:t>出典: Wikimedia Commons / CC BY</a:t>
            </a:r>
            <a:endParaRPr lang="en-US" sz="800" dirty="0"/>
          </a:p>
        </p:txBody>
      </p:sp>
      <p:pic>
        <p:nvPicPr>
          <p:cNvPr id="7" name="Image 1" descr="preencoded.png"/>
          <p:cNvPicPr>
            <a:picLocks noChangeAspect="1"/>
          </p:cNvPicPr>
          <p:nvPr/>
        </p:nvPicPr>
        <p:blipFill>
          <a:blip r:embed="rId4"/>
          <a:stretch>
            <a:fillRect/>
          </a:stretch>
        </p:blipFill>
        <p:spPr>
          <a:xfrm>
            <a:off x="6277356" y="1313430"/>
            <a:ext cx="5500116" cy="3682500"/>
          </a:xfrm>
          <a:prstGeom prst="rect">
            <a:avLst/>
          </a:prstGeom>
        </p:spPr>
      </p:pic>
      <p:sp>
        <p:nvSpPr>
          <p:cNvPr id="8" name="Text 4"/>
          <p:cNvSpPr/>
          <p:nvPr/>
        </p:nvSpPr>
        <p:spPr>
          <a:xfrm>
            <a:off x="6277356" y="5303520"/>
            <a:ext cx="5500116"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東京の光化学スモッグ</a:t>
            </a:r>
            <a:endParaRPr lang="en-US" sz="1000" dirty="0"/>
          </a:p>
        </p:txBody>
      </p:sp>
      <p:sp>
        <p:nvSpPr>
          <p:cNvPr id="9" name="Text 5"/>
          <p:cNvSpPr/>
          <p:nvPr/>
        </p:nvSpPr>
        <p:spPr>
          <a:xfrm>
            <a:off x="6277356" y="5550408"/>
            <a:ext cx="5500116" cy="228600"/>
          </a:xfrm>
          <a:prstGeom prst="rect">
            <a:avLst/>
          </a:prstGeom>
          <a:noFill/>
          <a:ln/>
        </p:spPr>
        <p:txBody>
          <a:bodyPr wrap="square" rtlCol="0" anchor="ctr"/>
          <a:lstStyle/>
          <a:p>
            <a:pPr marL="0" indent="0" algn="r">
              <a:buNone/>
            </a:pPr>
            <a:r>
              <a:rPr lang="en-US" sz="800" i="1" dirty="0">
                <a:solidFill>
                  <a:srgbClr val="85929E"/>
                </a:solidFill>
                <a:latin typeface="Meiryo" pitchFamily="34" charset="0"/>
                <a:ea typeface="Meiryo" pitchFamily="34" charset="-122"/>
                <a:cs typeface="Meiryo" pitchFamily="34" charset="-120"/>
              </a:rPr>
              <a:t>出典: Wikimedia Commons / CC BY</a:t>
            </a:r>
            <a:endParaRPr lang="en-US" sz="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C-5. 日本の四大公害</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graphicFrame>
        <p:nvGraphicFramePr>
          <p:cNvPr id="89" name="Table 0"/>
          <p:cNvGraphicFramePr>
            <a:graphicFrameLocks noGrp="1"/>
          </p:cNvGraphicFramePr>
          <p:nvPr>
            <p:extLst>
              <p:ext uri="{D42A27DB-BD31-4B8C-83A1-F6EECF244321}">
                <p14:modId xmlns:p14="http://schemas.microsoft.com/office/powerpoint/2010/main" val="2685521649"/>
              </p:ext>
            </p:extLst>
          </p:nvPr>
        </p:nvGraphicFramePr>
        <p:xfrm>
          <a:off x="411480" y="1097280"/>
          <a:ext cx="8229600" cy="2982075"/>
        </p:xfrm>
        <a:graphic>
          <a:graphicData uri="http://schemas.openxmlformats.org/drawingml/2006/table">
            <a:tbl>
              <a:tblPr/>
              <a:tblGrid>
                <a:gridCol w="22860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596415">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公害名</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発生地</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原因物質</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主な症状</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596415">
                <a:tc>
                  <a:txBody>
                    <a:bodyPr/>
                    <a:lstStyle/>
                    <a:p>
                      <a:pPr marL="0" indent="0" algn="l">
                        <a:buNone/>
                      </a:pPr>
                      <a:r>
                        <a:rPr lang="en-US" sz="1600" b="1" dirty="0">
                          <a:solidFill>
                            <a:srgbClr val="1A5276"/>
                          </a:solidFill>
                          <a:latin typeface="Meiryo" pitchFamily="34" charset="0"/>
                          <a:ea typeface="Meiryo" pitchFamily="34" charset="-122"/>
                          <a:cs typeface="Meiryo" pitchFamily="34" charset="-120"/>
                        </a:rPr>
                        <a:t>水俣病</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熊本県水俣湾</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C0392B"/>
                          </a:solidFill>
                          <a:latin typeface="Meiryo" pitchFamily="34" charset="0"/>
                          <a:ea typeface="Meiryo" pitchFamily="34" charset="-122"/>
                          <a:cs typeface="Meiryo" pitchFamily="34" charset="-120"/>
                        </a:rPr>
                        <a:t>メチル水銀</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感覚障害・運動失調・視野狭窄</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6415">
                <a:tc>
                  <a:txBody>
                    <a:bodyPr/>
                    <a:lstStyle/>
                    <a:p>
                      <a:pPr marL="0" indent="0" algn="l">
                        <a:buNone/>
                      </a:pPr>
                      <a:r>
                        <a:rPr lang="en-US" sz="1600" b="1" dirty="0">
                          <a:solidFill>
                            <a:srgbClr val="1A5276"/>
                          </a:solidFill>
                          <a:latin typeface="Meiryo" pitchFamily="34" charset="0"/>
                          <a:ea typeface="Meiryo" pitchFamily="34" charset="-122"/>
                          <a:cs typeface="Meiryo" pitchFamily="34" charset="-120"/>
                        </a:rPr>
                        <a:t>新潟水俣病</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新潟県阿賀野川流域</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b="1" dirty="0">
                          <a:solidFill>
                            <a:srgbClr val="C00000"/>
                          </a:solidFill>
                          <a:latin typeface="Meiryo" pitchFamily="34" charset="0"/>
                          <a:ea typeface="Meiryo" pitchFamily="34" charset="-122"/>
                          <a:cs typeface="Meiryo" pitchFamily="34" charset="-120"/>
                        </a:rPr>
                        <a:t>メチル水銀</a:t>
                      </a:r>
                      <a:endParaRPr lang="en-US" sz="1600" b="1" dirty="0">
                        <a:solidFill>
                          <a:srgbClr val="C00000"/>
                        </a:solidFill>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同上</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596415">
                <a:tc>
                  <a:txBody>
                    <a:bodyPr/>
                    <a:lstStyle/>
                    <a:p>
                      <a:pPr marL="0" indent="0" algn="l">
                        <a:buNone/>
                      </a:pPr>
                      <a:r>
                        <a:rPr lang="en-US" sz="1600" b="1" dirty="0">
                          <a:solidFill>
                            <a:srgbClr val="1A5276"/>
                          </a:solidFill>
                          <a:latin typeface="Meiryo" pitchFamily="34" charset="0"/>
                          <a:ea typeface="Meiryo" pitchFamily="34" charset="-122"/>
                          <a:cs typeface="Meiryo" pitchFamily="34" charset="-120"/>
                        </a:rPr>
                        <a:t>イタイイタイ病</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富山県神通川流域</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C0392B"/>
                          </a:solidFill>
                          <a:latin typeface="Meiryo" pitchFamily="34" charset="0"/>
                          <a:ea typeface="Meiryo" pitchFamily="34" charset="-122"/>
                          <a:cs typeface="Meiryo" pitchFamily="34" charset="-120"/>
                        </a:rPr>
                        <a:t>カドミウム</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骨軟化症・腎機能障害</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6415">
                <a:tc>
                  <a:txBody>
                    <a:bodyPr/>
                    <a:lstStyle/>
                    <a:p>
                      <a:pPr marL="0" indent="0" algn="l">
                        <a:buNone/>
                      </a:pPr>
                      <a:r>
                        <a:rPr lang="en-US" sz="1600" b="1" dirty="0">
                          <a:solidFill>
                            <a:srgbClr val="1A5276"/>
                          </a:solidFill>
                          <a:latin typeface="Meiryo" pitchFamily="34" charset="0"/>
                          <a:ea typeface="Meiryo" pitchFamily="34" charset="-122"/>
                          <a:cs typeface="Meiryo" pitchFamily="34" charset="-120"/>
                        </a:rPr>
                        <a:t>四日市ぜんそく</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三重県四日市市</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b="1" dirty="0">
                          <a:solidFill>
                            <a:srgbClr val="C0392B"/>
                          </a:solidFill>
                          <a:latin typeface="Meiryo" pitchFamily="34" charset="0"/>
                          <a:ea typeface="Meiryo" pitchFamily="34" charset="-122"/>
                          <a:cs typeface="Meiryo" pitchFamily="34" charset="-120"/>
                        </a:rPr>
                        <a:t>SOx</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気管支ぜんそく</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bl>
          </a:graphicData>
        </a:graphic>
      </p:graphicFrame>
      <p:pic>
        <p:nvPicPr>
          <p:cNvPr id="5" name="Image 0" descr="preencoded.png"/>
          <p:cNvPicPr>
            <a:picLocks noChangeAspect="1"/>
          </p:cNvPicPr>
          <p:nvPr/>
        </p:nvPicPr>
        <p:blipFill>
          <a:blip r:embed="rId3"/>
          <a:stretch>
            <a:fillRect/>
          </a:stretch>
        </p:blipFill>
        <p:spPr>
          <a:xfrm>
            <a:off x="8915400" y="1486161"/>
            <a:ext cx="2862072" cy="1965439"/>
          </a:xfrm>
          <a:prstGeom prst="rect">
            <a:avLst/>
          </a:prstGeom>
        </p:spPr>
      </p:pic>
      <p:sp>
        <p:nvSpPr>
          <p:cNvPr id="6" name="Text 2"/>
          <p:cNvSpPr/>
          <p:nvPr/>
        </p:nvSpPr>
        <p:spPr>
          <a:xfrm>
            <a:off x="8915400" y="3931920"/>
            <a:ext cx="2862072" cy="274320"/>
          </a:xfrm>
          <a:prstGeom prst="rect">
            <a:avLst/>
          </a:prstGeom>
          <a:noFill/>
          <a:ln/>
        </p:spPr>
        <p:txBody>
          <a:bodyPr wrap="square" rtlCol="0" anchor="ctr"/>
          <a:lstStyle/>
          <a:p>
            <a:pPr marL="0" indent="0" algn="ctr">
              <a:buNone/>
            </a:pPr>
            <a:r>
              <a:rPr lang="en-US" sz="1000" dirty="0">
                <a:solidFill>
                  <a:srgbClr val="5D6D7E"/>
                </a:solidFill>
                <a:latin typeface="Meiryo" pitchFamily="34" charset="0"/>
                <a:ea typeface="Meiryo" pitchFamily="34" charset="-122"/>
                <a:cs typeface="Meiryo" pitchFamily="34" charset="-120"/>
              </a:rPr>
              <a:t>水俣病慰霊碑</a:t>
            </a:r>
            <a:endParaRPr lang="en-US" sz="1000" dirty="0"/>
          </a:p>
        </p:txBody>
      </p:sp>
      <p:sp>
        <p:nvSpPr>
          <p:cNvPr id="7" name="Text 3"/>
          <p:cNvSpPr/>
          <p:nvPr/>
        </p:nvSpPr>
        <p:spPr>
          <a:xfrm>
            <a:off x="8915400" y="4178808"/>
            <a:ext cx="2862072" cy="228600"/>
          </a:xfrm>
          <a:prstGeom prst="rect">
            <a:avLst/>
          </a:prstGeom>
          <a:noFill/>
          <a:ln/>
        </p:spPr>
        <p:txBody>
          <a:bodyPr wrap="square" rtlCol="0" anchor="ctr"/>
          <a:lstStyle/>
          <a:p>
            <a:pPr marL="0" indent="0" algn="r">
              <a:buNone/>
            </a:pPr>
            <a:r>
              <a:rPr lang="en-US" sz="800" i="1" dirty="0">
                <a:solidFill>
                  <a:srgbClr val="85929E"/>
                </a:solidFill>
                <a:latin typeface="Meiryo" pitchFamily="34" charset="0"/>
                <a:ea typeface="Meiryo" pitchFamily="34" charset="-122"/>
                <a:cs typeface="Meiryo" pitchFamily="34" charset="-120"/>
              </a:rPr>
              <a:t>出典: Wikimedia Commons / CC BY-SA</a:t>
            </a:r>
            <a:endParaRPr lang="en-US" sz="800" dirty="0"/>
          </a:p>
        </p:txBody>
      </p:sp>
      <p:sp>
        <p:nvSpPr>
          <p:cNvPr id="8" name="Shape 4"/>
          <p:cNvSpPr/>
          <p:nvPr/>
        </p:nvSpPr>
        <p:spPr>
          <a:xfrm>
            <a:off x="475488" y="4846320"/>
            <a:ext cx="8229600" cy="1828800"/>
          </a:xfrm>
          <a:prstGeom prst="rect">
            <a:avLst/>
          </a:prstGeom>
          <a:solidFill>
            <a:srgbClr val="FDEDEC"/>
          </a:solidFill>
          <a:ln/>
        </p:spPr>
        <p:txBody>
          <a:bodyPr/>
          <a:lstStyle/>
          <a:p>
            <a:endParaRPr lang="ja-JP" altLang="en-US" sz="2800"/>
          </a:p>
        </p:txBody>
      </p:sp>
      <p:sp>
        <p:nvSpPr>
          <p:cNvPr id="9" name="Shape 5"/>
          <p:cNvSpPr/>
          <p:nvPr/>
        </p:nvSpPr>
        <p:spPr>
          <a:xfrm>
            <a:off x="475488" y="4846320"/>
            <a:ext cx="64008" cy="1828800"/>
          </a:xfrm>
          <a:prstGeom prst="rect">
            <a:avLst/>
          </a:prstGeom>
          <a:solidFill>
            <a:srgbClr val="C0392B"/>
          </a:solidFill>
          <a:ln/>
        </p:spPr>
        <p:txBody>
          <a:bodyPr/>
          <a:lstStyle/>
          <a:p>
            <a:endParaRPr lang="ja-JP" altLang="en-US" sz="2800"/>
          </a:p>
        </p:txBody>
      </p:sp>
      <p:sp>
        <p:nvSpPr>
          <p:cNvPr id="10" name="Text 6"/>
          <p:cNvSpPr/>
          <p:nvPr/>
        </p:nvSpPr>
        <p:spPr>
          <a:xfrm>
            <a:off x="640080" y="4901184"/>
            <a:ext cx="7955280" cy="292608"/>
          </a:xfrm>
          <a:prstGeom prst="rect">
            <a:avLst/>
          </a:prstGeom>
          <a:noFill/>
          <a:ln/>
        </p:spPr>
        <p:txBody>
          <a:bodyPr wrap="square" rtlCol="0" anchor="ctr"/>
          <a:lstStyle/>
          <a:p>
            <a:pPr marL="0" indent="0">
              <a:buNone/>
            </a:pPr>
            <a:r>
              <a:rPr lang="en-US" sz="1600" b="1" dirty="0">
                <a:solidFill>
                  <a:srgbClr val="C0392B"/>
                </a:solidFill>
                <a:latin typeface="Meiryo" pitchFamily="34" charset="0"/>
                <a:ea typeface="Meiryo" pitchFamily="34" charset="-122"/>
                <a:cs typeface="Meiryo" pitchFamily="34" charset="-120"/>
              </a:rPr>
              <a:t>薬剤師の視点 — 公害病の患者</a:t>
            </a:r>
            <a:endParaRPr lang="en-US" sz="1600" dirty="0"/>
          </a:p>
        </p:txBody>
      </p:sp>
      <p:sp>
        <p:nvSpPr>
          <p:cNvPr id="11" name="Text 7"/>
          <p:cNvSpPr/>
          <p:nvPr/>
        </p:nvSpPr>
        <p:spPr>
          <a:xfrm>
            <a:off x="640080" y="5184648"/>
            <a:ext cx="7955280" cy="144475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水俣病・イタイイタイ病など慢性化した患者は今も存在。服薬支援、合併症の管理、症状進行のモニタリングは現在も続いている。</a:t>
            </a:r>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C-5. 公害から環境法へ — 制度の発展</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Shape 2"/>
          <p:cNvSpPr/>
          <p:nvPr/>
        </p:nvSpPr>
        <p:spPr>
          <a:xfrm>
            <a:off x="868680" y="3383280"/>
            <a:ext cx="10451592" cy="0"/>
          </a:xfrm>
          <a:prstGeom prst="line">
            <a:avLst/>
          </a:prstGeom>
          <a:noFill/>
          <a:ln w="25400">
            <a:solidFill>
              <a:srgbClr val="2980B9"/>
            </a:solidFill>
            <a:prstDash val="solid"/>
          </a:ln>
        </p:spPr>
        <p:txBody>
          <a:bodyPr/>
          <a:lstStyle/>
          <a:p>
            <a:endParaRPr lang="ja-JP" altLang="en-US" sz="2800"/>
          </a:p>
        </p:txBody>
      </p:sp>
      <p:sp>
        <p:nvSpPr>
          <p:cNvPr id="5" name="Shape 3"/>
          <p:cNvSpPr/>
          <p:nvPr/>
        </p:nvSpPr>
        <p:spPr>
          <a:xfrm>
            <a:off x="777240" y="3291840"/>
            <a:ext cx="182880" cy="182880"/>
          </a:xfrm>
          <a:prstGeom prst="ellipse">
            <a:avLst/>
          </a:prstGeom>
          <a:solidFill>
            <a:srgbClr val="1A5276"/>
          </a:solidFill>
          <a:ln/>
        </p:spPr>
        <p:txBody>
          <a:bodyPr/>
          <a:lstStyle/>
          <a:p>
            <a:endParaRPr lang="ja-JP" altLang="en-US" sz="4000"/>
          </a:p>
        </p:txBody>
      </p:sp>
      <p:sp>
        <p:nvSpPr>
          <p:cNvPr id="6" name="Text 4"/>
          <p:cNvSpPr/>
          <p:nvPr/>
        </p:nvSpPr>
        <p:spPr>
          <a:xfrm>
            <a:off x="-45720" y="3566160"/>
            <a:ext cx="1828800" cy="274320"/>
          </a:xfrm>
          <a:prstGeom prst="rect">
            <a:avLst/>
          </a:prstGeom>
          <a:noFill/>
          <a:ln/>
        </p:spPr>
        <p:txBody>
          <a:bodyPr wrap="square" rtlCol="0" anchor="ctr"/>
          <a:lstStyle/>
          <a:p>
            <a:pPr marL="0" indent="0" algn="ctr">
              <a:buNone/>
            </a:pPr>
            <a:r>
              <a:rPr lang="en-US" b="1" dirty="0">
                <a:solidFill>
                  <a:srgbClr val="1A5276"/>
                </a:solidFill>
                <a:latin typeface="Meiryo" pitchFamily="34" charset="0"/>
                <a:ea typeface="Meiryo" pitchFamily="34" charset="-122"/>
                <a:cs typeface="Meiryo" pitchFamily="34" charset="-120"/>
              </a:rPr>
              <a:t>1950s</a:t>
            </a:r>
            <a:endParaRPr lang="en-US" dirty="0"/>
          </a:p>
        </p:txBody>
      </p:sp>
      <p:sp>
        <p:nvSpPr>
          <p:cNvPr id="7" name="Text 5"/>
          <p:cNvSpPr/>
          <p:nvPr/>
        </p:nvSpPr>
        <p:spPr>
          <a:xfrm>
            <a:off x="-45720" y="3886200"/>
            <a:ext cx="1828800" cy="365760"/>
          </a:xfrm>
          <a:prstGeom prst="rect">
            <a:avLst/>
          </a:prstGeom>
          <a:noFill/>
          <a:ln/>
        </p:spPr>
        <p:txBody>
          <a:bodyPr wrap="square" rtlCol="0" anchor="ctr"/>
          <a:lstStyle/>
          <a:p>
            <a:pPr marL="0" indent="0" algn="ctr">
              <a:buNone/>
            </a:pPr>
            <a:r>
              <a:rPr lang="en-US" sz="1600" dirty="0">
                <a:solidFill>
                  <a:srgbClr val="5D6D7E"/>
                </a:solidFill>
                <a:latin typeface="Meiryo" pitchFamily="34" charset="0"/>
                <a:ea typeface="Meiryo" pitchFamily="34" charset="-122"/>
                <a:cs typeface="Meiryo" pitchFamily="34" charset="-120"/>
              </a:rPr>
              <a:t>公害発生</a:t>
            </a:r>
            <a:endParaRPr lang="en-US" sz="1600" dirty="0"/>
          </a:p>
        </p:txBody>
      </p:sp>
      <p:sp>
        <p:nvSpPr>
          <p:cNvPr id="8" name="Shape 6"/>
          <p:cNvSpPr/>
          <p:nvPr/>
        </p:nvSpPr>
        <p:spPr>
          <a:xfrm>
            <a:off x="2606040" y="3291840"/>
            <a:ext cx="182880" cy="182880"/>
          </a:xfrm>
          <a:prstGeom prst="ellipse">
            <a:avLst/>
          </a:prstGeom>
          <a:solidFill>
            <a:srgbClr val="1A5276"/>
          </a:solidFill>
          <a:ln/>
        </p:spPr>
        <p:txBody>
          <a:bodyPr/>
          <a:lstStyle/>
          <a:p>
            <a:endParaRPr lang="ja-JP" altLang="en-US" sz="2800"/>
          </a:p>
        </p:txBody>
      </p:sp>
      <p:sp>
        <p:nvSpPr>
          <p:cNvPr id="9" name="Text 7"/>
          <p:cNvSpPr/>
          <p:nvPr/>
        </p:nvSpPr>
        <p:spPr>
          <a:xfrm>
            <a:off x="1783080" y="3566160"/>
            <a:ext cx="1828800" cy="274320"/>
          </a:xfrm>
          <a:prstGeom prst="rect">
            <a:avLst/>
          </a:prstGeom>
          <a:noFill/>
          <a:ln/>
        </p:spPr>
        <p:txBody>
          <a:bodyPr wrap="square" rtlCol="0" anchor="ctr"/>
          <a:lstStyle/>
          <a:p>
            <a:pPr marL="0" indent="0" algn="ctr">
              <a:buNone/>
            </a:pPr>
            <a:r>
              <a:rPr lang="en-US" b="1" dirty="0">
                <a:solidFill>
                  <a:srgbClr val="1A5276"/>
                </a:solidFill>
                <a:latin typeface="Meiryo" pitchFamily="34" charset="0"/>
                <a:ea typeface="Meiryo" pitchFamily="34" charset="-122"/>
                <a:cs typeface="Meiryo" pitchFamily="34" charset="-120"/>
              </a:rPr>
              <a:t>1967</a:t>
            </a:r>
            <a:endParaRPr lang="en-US" dirty="0"/>
          </a:p>
        </p:txBody>
      </p:sp>
      <p:sp>
        <p:nvSpPr>
          <p:cNvPr id="10" name="Text 8"/>
          <p:cNvSpPr/>
          <p:nvPr/>
        </p:nvSpPr>
        <p:spPr>
          <a:xfrm>
            <a:off x="1783080" y="3886200"/>
            <a:ext cx="1828800" cy="365760"/>
          </a:xfrm>
          <a:prstGeom prst="rect">
            <a:avLst/>
          </a:prstGeom>
          <a:noFill/>
          <a:ln/>
        </p:spPr>
        <p:txBody>
          <a:bodyPr wrap="square" rtlCol="0" anchor="ctr"/>
          <a:lstStyle/>
          <a:p>
            <a:pPr marL="0" indent="0" algn="ctr">
              <a:buNone/>
            </a:pPr>
            <a:r>
              <a:rPr lang="en-US" sz="1600" dirty="0">
                <a:solidFill>
                  <a:srgbClr val="5D6D7E"/>
                </a:solidFill>
                <a:latin typeface="Meiryo" pitchFamily="34" charset="0"/>
                <a:ea typeface="Meiryo" pitchFamily="34" charset="-122"/>
                <a:cs typeface="Meiryo" pitchFamily="34" charset="-120"/>
              </a:rPr>
              <a:t>公害対策基本法</a:t>
            </a:r>
            <a:endParaRPr lang="en-US" sz="1600" dirty="0"/>
          </a:p>
        </p:txBody>
      </p:sp>
      <p:sp>
        <p:nvSpPr>
          <p:cNvPr id="11" name="Shape 9"/>
          <p:cNvSpPr/>
          <p:nvPr/>
        </p:nvSpPr>
        <p:spPr>
          <a:xfrm>
            <a:off x="4434840" y="3291840"/>
            <a:ext cx="182880" cy="182880"/>
          </a:xfrm>
          <a:prstGeom prst="ellipse">
            <a:avLst/>
          </a:prstGeom>
          <a:solidFill>
            <a:srgbClr val="1A5276"/>
          </a:solidFill>
          <a:ln/>
        </p:spPr>
        <p:txBody>
          <a:bodyPr/>
          <a:lstStyle/>
          <a:p>
            <a:endParaRPr lang="ja-JP" altLang="en-US" sz="2800"/>
          </a:p>
        </p:txBody>
      </p:sp>
      <p:sp>
        <p:nvSpPr>
          <p:cNvPr id="12" name="Text 10"/>
          <p:cNvSpPr/>
          <p:nvPr/>
        </p:nvSpPr>
        <p:spPr>
          <a:xfrm>
            <a:off x="3611880" y="3566160"/>
            <a:ext cx="1828800" cy="274320"/>
          </a:xfrm>
          <a:prstGeom prst="rect">
            <a:avLst/>
          </a:prstGeom>
          <a:noFill/>
          <a:ln/>
        </p:spPr>
        <p:txBody>
          <a:bodyPr wrap="square" rtlCol="0" anchor="ctr"/>
          <a:lstStyle/>
          <a:p>
            <a:pPr marL="0" indent="0" algn="ctr">
              <a:buNone/>
            </a:pPr>
            <a:r>
              <a:rPr lang="en-US" b="1" dirty="0">
                <a:solidFill>
                  <a:srgbClr val="1A5276"/>
                </a:solidFill>
                <a:latin typeface="Meiryo" pitchFamily="34" charset="0"/>
                <a:ea typeface="Meiryo" pitchFamily="34" charset="-122"/>
                <a:cs typeface="Meiryo" pitchFamily="34" charset="-120"/>
              </a:rPr>
              <a:t>1973</a:t>
            </a:r>
            <a:endParaRPr lang="en-US" dirty="0"/>
          </a:p>
        </p:txBody>
      </p:sp>
      <p:sp>
        <p:nvSpPr>
          <p:cNvPr id="13" name="Text 11"/>
          <p:cNvSpPr/>
          <p:nvPr/>
        </p:nvSpPr>
        <p:spPr>
          <a:xfrm>
            <a:off x="3611880" y="3886200"/>
            <a:ext cx="1828800" cy="365760"/>
          </a:xfrm>
          <a:prstGeom prst="rect">
            <a:avLst/>
          </a:prstGeom>
          <a:noFill/>
          <a:ln/>
        </p:spPr>
        <p:txBody>
          <a:bodyPr wrap="square" rtlCol="0" anchor="ctr"/>
          <a:lstStyle/>
          <a:p>
            <a:pPr marL="0" indent="0" algn="ctr">
              <a:buNone/>
            </a:pPr>
            <a:r>
              <a:rPr lang="en-US" sz="1600" dirty="0">
                <a:solidFill>
                  <a:srgbClr val="5D6D7E"/>
                </a:solidFill>
                <a:latin typeface="Meiryo" pitchFamily="34" charset="0"/>
                <a:ea typeface="Meiryo" pitchFamily="34" charset="-122"/>
                <a:cs typeface="Meiryo" pitchFamily="34" charset="-120"/>
              </a:rPr>
              <a:t>化審法</a:t>
            </a:r>
            <a:endParaRPr lang="en-US" sz="1600" dirty="0"/>
          </a:p>
        </p:txBody>
      </p:sp>
      <p:sp>
        <p:nvSpPr>
          <p:cNvPr id="14" name="Shape 12"/>
          <p:cNvSpPr/>
          <p:nvPr/>
        </p:nvSpPr>
        <p:spPr>
          <a:xfrm>
            <a:off x="6446520" y="3291840"/>
            <a:ext cx="182880" cy="182880"/>
          </a:xfrm>
          <a:prstGeom prst="ellipse">
            <a:avLst/>
          </a:prstGeom>
          <a:solidFill>
            <a:srgbClr val="1A5276"/>
          </a:solidFill>
          <a:ln/>
        </p:spPr>
        <p:txBody>
          <a:bodyPr/>
          <a:lstStyle/>
          <a:p>
            <a:endParaRPr lang="ja-JP" altLang="en-US" sz="2800"/>
          </a:p>
        </p:txBody>
      </p:sp>
      <p:sp>
        <p:nvSpPr>
          <p:cNvPr id="15" name="Text 13"/>
          <p:cNvSpPr/>
          <p:nvPr/>
        </p:nvSpPr>
        <p:spPr>
          <a:xfrm>
            <a:off x="5623560" y="3566160"/>
            <a:ext cx="1828800" cy="274320"/>
          </a:xfrm>
          <a:prstGeom prst="rect">
            <a:avLst/>
          </a:prstGeom>
          <a:noFill/>
          <a:ln/>
        </p:spPr>
        <p:txBody>
          <a:bodyPr wrap="square" rtlCol="0" anchor="ctr"/>
          <a:lstStyle/>
          <a:p>
            <a:pPr marL="0" indent="0" algn="ctr">
              <a:buNone/>
            </a:pPr>
            <a:r>
              <a:rPr lang="en-US" b="1" dirty="0">
                <a:solidFill>
                  <a:srgbClr val="1A5276"/>
                </a:solidFill>
                <a:latin typeface="Meiryo" pitchFamily="34" charset="0"/>
                <a:ea typeface="Meiryo" pitchFamily="34" charset="-122"/>
                <a:cs typeface="Meiryo" pitchFamily="34" charset="-120"/>
              </a:rPr>
              <a:t>1993</a:t>
            </a:r>
            <a:endParaRPr lang="en-US" dirty="0"/>
          </a:p>
        </p:txBody>
      </p:sp>
      <p:sp>
        <p:nvSpPr>
          <p:cNvPr id="16" name="Text 14"/>
          <p:cNvSpPr/>
          <p:nvPr/>
        </p:nvSpPr>
        <p:spPr>
          <a:xfrm>
            <a:off x="5623560" y="3886200"/>
            <a:ext cx="1828800" cy="365760"/>
          </a:xfrm>
          <a:prstGeom prst="rect">
            <a:avLst/>
          </a:prstGeom>
          <a:noFill/>
          <a:ln/>
        </p:spPr>
        <p:txBody>
          <a:bodyPr wrap="square" rtlCol="0" anchor="ctr"/>
          <a:lstStyle/>
          <a:p>
            <a:pPr marL="0" indent="0" algn="ctr">
              <a:buNone/>
            </a:pPr>
            <a:r>
              <a:rPr lang="en-US" sz="1600" dirty="0">
                <a:solidFill>
                  <a:srgbClr val="5D6D7E"/>
                </a:solidFill>
                <a:latin typeface="Meiryo" pitchFamily="34" charset="0"/>
                <a:ea typeface="Meiryo" pitchFamily="34" charset="-122"/>
                <a:cs typeface="Meiryo" pitchFamily="34" charset="-120"/>
              </a:rPr>
              <a:t>環境基本法</a:t>
            </a:r>
            <a:endParaRPr lang="en-US" sz="1600" dirty="0"/>
          </a:p>
        </p:txBody>
      </p:sp>
      <p:sp>
        <p:nvSpPr>
          <p:cNvPr id="17" name="Shape 15"/>
          <p:cNvSpPr/>
          <p:nvPr/>
        </p:nvSpPr>
        <p:spPr>
          <a:xfrm>
            <a:off x="8366760" y="3291840"/>
            <a:ext cx="182880" cy="182880"/>
          </a:xfrm>
          <a:prstGeom prst="ellipse">
            <a:avLst/>
          </a:prstGeom>
          <a:solidFill>
            <a:srgbClr val="1A5276"/>
          </a:solidFill>
          <a:ln/>
        </p:spPr>
        <p:txBody>
          <a:bodyPr/>
          <a:lstStyle/>
          <a:p>
            <a:endParaRPr lang="ja-JP" altLang="en-US" sz="2800"/>
          </a:p>
        </p:txBody>
      </p:sp>
      <p:sp>
        <p:nvSpPr>
          <p:cNvPr id="18" name="Text 16"/>
          <p:cNvSpPr/>
          <p:nvPr/>
        </p:nvSpPr>
        <p:spPr>
          <a:xfrm>
            <a:off x="7543800" y="3566160"/>
            <a:ext cx="1828800" cy="274320"/>
          </a:xfrm>
          <a:prstGeom prst="rect">
            <a:avLst/>
          </a:prstGeom>
          <a:noFill/>
          <a:ln/>
        </p:spPr>
        <p:txBody>
          <a:bodyPr wrap="square" rtlCol="0" anchor="ctr"/>
          <a:lstStyle/>
          <a:p>
            <a:pPr marL="0" indent="0" algn="ctr">
              <a:buNone/>
            </a:pPr>
            <a:r>
              <a:rPr lang="en-US" b="1" dirty="0">
                <a:solidFill>
                  <a:srgbClr val="1A5276"/>
                </a:solidFill>
                <a:latin typeface="Meiryo" pitchFamily="34" charset="0"/>
                <a:ea typeface="Meiryo" pitchFamily="34" charset="-122"/>
                <a:cs typeface="Meiryo" pitchFamily="34" charset="-120"/>
              </a:rPr>
              <a:t>1999</a:t>
            </a:r>
            <a:endParaRPr lang="en-US" dirty="0"/>
          </a:p>
        </p:txBody>
      </p:sp>
      <p:sp>
        <p:nvSpPr>
          <p:cNvPr id="19" name="Text 17"/>
          <p:cNvSpPr/>
          <p:nvPr/>
        </p:nvSpPr>
        <p:spPr>
          <a:xfrm>
            <a:off x="7543800" y="3886200"/>
            <a:ext cx="1828800" cy="365760"/>
          </a:xfrm>
          <a:prstGeom prst="rect">
            <a:avLst/>
          </a:prstGeom>
          <a:noFill/>
          <a:ln/>
        </p:spPr>
        <p:txBody>
          <a:bodyPr wrap="square" rtlCol="0" anchor="ctr"/>
          <a:lstStyle/>
          <a:p>
            <a:pPr marL="0" indent="0" algn="ctr">
              <a:buNone/>
            </a:pPr>
            <a:r>
              <a:rPr lang="en-US" sz="1600" dirty="0">
                <a:solidFill>
                  <a:srgbClr val="5D6D7E"/>
                </a:solidFill>
                <a:latin typeface="Meiryo" pitchFamily="34" charset="0"/>
                <a:ea typeface="Meiryo" pitchFamily="34" charset="-122"/>
                <a:cs typeface="Meiryo" pitchFamily="34" charset="-120"/>
              </a:rPr>
              <a:t>化管法（PRTR）</a:t>
            </a:r>
            <a:endParaRPr lang="en-US" sz="1600" dirty="0"/>
          </a:p>
        </p:txBody>
      </p:sp>
      <p:sp>
        <p:nvSpPr>
          <p:cNvPr id="20" name="Shape 18"/>
          <p:cNvSpPr/>
          <p:nvPr/>
        </p:nvSpPr>
        <p:spPr>
          <a:xfrm>
            <a:off x="10378440" y="3291840"/>
            <a:ext cx="182880" cy="182880"/>
          </a:xfrm>
          <a:prstGeom prst="ellipse">
            <a:avLst/>
          </a:prstGeom>
          <a:solidFill>
            <a:srgbClr val="1A5276"/>
          </a:solidFill>
          <a:ln/>
        </p:spPr>
        <p:txBody>
          <a:bodyPr/>
          <a:lstStyle/>
          <a:p>
            <a:endParaRPr lang="ja-JP" altLang="en-US" sz="2800"/>
          </a:p>
        </p:txBody>
      </p:sp>
      <p:sp>
        <p:nvSpPr>
          <p:cNvPr id="21" name="Text 19"/>
          <p:cNvSpPr/>
          <p:nvPr/>
        </p:nvSpPr>
        <p:spPr>
          <a:xfrm>
            <a:off x="9555480" y="3566160"/>
            <a:ext cx="1828800" cy="274320"/>
          </a:xfrm>
          <a:prstGeom prst="rect">
            <a:avLst/>
          </a:prstGeom>
          <a:noFill/>
          <a:ln/>
        </p:spPr>
        <p:txBody>
          <a:bodyPr wrap="square" rtlCol="0" anchor="ctr"/>
          <a:lstStyle/>
          <a:p>
            <a:pPr marL="0" indent="0" algn="ctr">
              <a:buNone/>
            </a:pPr>
            <a:r>
              <a:rPr lang="en-US" b="1" dirty="0">
                <a:solidFill>
                  <a:srgbClr val="1A5276"/>
                </a:solidFill>
                <a:latin typeface="Meiryo" pitchFamily="34" charset="0"/>
                <a:ea typeface="Meiryo" pitchFamily="34" charset="-122"/>
                <a:cs typeface="Meiryo" pitchFamily="34" charset="-120"/>
              </a:rPr>
              <a:t>2000s〜</a:t>
            </a:r>
            <a:endParaRPr lang="en-US" dirty="0"/>
          </a:p>
        </p:txBody>
      </p:sp>
      <p:sp>
        <p:nvSpPr>
          <p:cNvPr id="22" name="Text 20"/>
          <p:cNvSpPr/>
          <p:nvPr/>
        </p:nvSpPr>
        <p:spPr>
          <a:xfrm>
            <a:off x="9555480" y="3886200"/>
            <a:ext cx="1828800" cy="365760"/>
          </a:xfrm>
          <a:prstGeom prst="rect">
            <a:avLst/>
          </a:prstGeom>
          <a:noFill/>
          <a:ln/>
        </p:spPr>
        <p:txBody>
          <a:bodyPr wrap="square" rtlCol="0" anchor="ctr"/>
          <a:lstStyle/>
          <a:p>
            <a:pPr marL="0" indent="0" algn="ctr">
              <a:buNone/>
            </a:pPr>
            <a:r>
              <a:rPr lang="en-US" sz="1600" dirty="0">
                <a:solidFill>
                  <a:srgbClr val="5D6D7E"/>
                </a:solidFill>
                <a:latin typeface="Meiryo" pitchFamily="34" charset="0"/>
                <a:ea typeface="Meiryo" pitchFamily="34" charset="-122"/>
                <a:cs typeface="Meiryo" pitchFamily="34" charset="-120"/>
              </a:rPr>
              <a:t>国際協調期</a:t>
            </a:r>
            <a:endParaRPr lang="en-US" sz="1600" dirty="0"/>
          </a:p>
        </p:txBody>
      </p:sp>
      <p:sp>
        <p:nvSpPr>
          <p:cNvPr id="23" name="Text 21"/>
          <p:cNvSpPr/>
          <p:nvPr/>
        </p:nvSpPr>
        <p:spPr>
          <a:xfrm>
            <a:off x="411480" y="1371600"/>
            <a:ext cx="11365992" cy="457200"/>
          </a:xfrm>
          <a:prstGeom prst="rect">
            <a:avLst/>
          </a:prstGeom>
          <a:noFill/>
          <a:ln/>
        </p:spPr>
        <p:txBody>
          <a:bodyPr wrap="square" rtlCol="0" anchor="ctr"/>
          <a:lstStyle/>
          <a:p>
            <a:pPr marL="0" indent="0" algn="ctr">
              <a:buNone/>
            </a:pPr>
            <a:r>
              <a:rPr lang="en-US" sz="1700" b="1" dirty="0">
                <a:solidFill>
                  <a:srgbClr val="1A5276"/>
                </a:solidFill>
                <a:latin typeface="Meiryo" pitchFamily="34" charset="0"/>
                <a:ea typeface="Meiryo" pitchFamily="34" charset="-122"/>
                <a:cs typeface="Meiryo" pitchFamily="34" charset="-120"/>
              </a:rPr>
              <a:t>公害病という「人の被害」から始まり、化学物質の「事前リスク評価」へ進化した</a:t>
            </a:r>
            <a:endParaRPr lang="en-US" sz="1700" dirty="0"/>
          </a:p>
        </p:txBody>
      </p:sp>
      <p:sp>
        <p:nvSpPr>
          <p:cNvPr id="24" name="Text 22"/>
          <p:cNvSpPr/>
          <p:nvPr/>
        </p:nvSpPr>
        <p:spPr>
          <a:xfrm>
            <a:off x="411480" y="1965960"/>
            <a:ext cx="11365992" cy="365760"/>
          </a:xfrm>
          <a:prstGeom prst="rect">
            <a:avLst/>
          </a:prstGeom>
          <a:noFill/>
          <a:ln/>
        </p:spPr>
        <p:txBody>
          <a:bodyPr wrap="square" rtlCol="0" anchor="ctr"/>
          <a:lstStyle/>
          <a:p>
            <a:pPr marL="0" indent="0" algn="ctr">
              <a:buNone/>
            </a:pPr>
            <a:r>
              <a:rPr lang="en-US" sz="1300" i="1" dirty="0">
                <a:solidFill>
                  <a:srgbClr val="5D6D7E"/>
                </a:solidFill>
                <a:latin typeface="Meiryo" pitchFamily="34" charset="0"/>
                <a:ea typeface="Meiryo" pitchFamily="34" charset="-122"/>
                <a:cs typeface="Meiryo" pitchFamily="34" charset="-120"/>
              </a:rPr>
              <a:t>→ D章「リスク評価とリスクコミュニケーション」へ</a:t>
            </a:r>
            <a:endParaRPr lang="en-US" sz="1300" dirty="0"/>
          </a:p>
        </p:txBody>
      </p:sp>
      <p:sp>
        <p:nvSpPr>
          <p:cNvPr id="25" name="Rectangle 24"/>
          <p:cNvSpPr/>
          <p:nvPr/>
        </p:nvSpPr>
        <p:spPr>
          <a:xfrm>
            <a:off x="411480" y="4526280"/>
            <a:ext cx="11365992" cy="1783080"/>
          </a:xfrm>
          <a:prstGeom prst="rect">
            <a:avLst/>
          </a:prstGeom>
          <a:solidFill>
            <a:srgbClr val="FDF5E6"/>
          </a:solidFill>
          <a:ln w="15875">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TextBox 25"/>
          <p:cNvSpPr txBox="1"/>
          <p:nvPr/>
        </p:nvSpPr>
        <p:spPr>
          <a:xfrm>
            <a:off x="594360" y="4617720"/>
            <a:ext cx="11000232" cy="276999"/>
          </a:xfrm>
          <a:prstGeom prst="rect">
            <a:avLst/>
          </a:prstGeom>
          <a:noFill/>
        </p:spPr>
        <p:txBody>
          <a:bodyPr wrap="square" lIns="0" tIns="0" rIns="0" bIns="0" anchor="t">
            <a:spAutoFit/>
          </a:bodyPr>
          <a:lstStyle/>
          <a:p>
            <a:pPr algn="l"/>
            <a:r>
              <a:rPr b="1">
                <a:solidFill>
                  <a:srgbClr val="8E44AD"/>
                </a:solidFill>
                <a:latin typeface="Yu Gothic"/>
              </a:rPr>
              <a:t>🎯 国試頻出のひっかけ — 水環境で「検出されないこと」とされる項目</a:t>
            </a:r>
          </a:p>
        </p:txBody>
      </p:sp>
      <p:sp>
        <p:nvSpPr>
          <p:cNvPr id="27" name="Rectangle 26"/>
          <p:cNvSpPr/>
          <p:nvPr/>
        </p:nvSpPr>
        <p:spPr>
          <a:xfrm>
            <a:off x="640080" y="4983480"/>
            <a:ext cx="534924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8" name="TextBox 27"/>
          <p:cNvSpPr txBox="1"/>
          <p:nvPr/>
        </p:nvSpPr>
        <p:spPr>
          <a:xfrm>
            <a:off x="777240" y="5074920"/>
            <a:ext cx="5074920" cy="246221"/>
          </a:xfrm>
          <a:prstGeom prst="rect">
            <a:avLst/>
          </a:prstGeom>
          <a:noFill/>
        </p:spPr>
        <p:txBody>
          <a:bodyPr wrap="square" lIns="0" tIns="0" rIns="0" bIns="0" anchor="t">
            <a:spAutoFit/>
          </a:bodyPr>
          <a:lstStyle/>
          <a:p>
            <a:pPr algn="l"/>
            <a:r>
              <a:rPr sz="1600" b="1">
                <a:solidFill>
                  <a:srgbClr val="1A5276"/>
                </a:solidFill>
                <a:latin typeface="Yu Gothic"/>
              </a:rPr>
              <a:t>排水基準（水質汚濁防止法）</a:t>
            </a:r>
          </a:p>
        </p:txBody>
      </p:sp>
      <p:sp>
        <p:nvSpPr>
          <p:cNvPr id="29" name="TextBox 28"/>
          <p:cNvSpPr txBox="1"/>
          <p:nvPr/>
        </p:nvSpPr>
        <p:spPr>
          <a:xfrm>
            <a:off x="777240" y="5394960"/>
            <a:ext cx="5074920" cy="276999"/>
          </a:xfrm>
          <a:prstGeom prst="rect">
            <a:avLst/>
          </a:prstGeom>
          <a:noFill/>
        </p:spPr>
        <p:txBody>
          <a:bodyPr wrap="square" lIns="0" tIns="0" rIns="0" bIns="0" anchor="t">
            <a:spAutoFit/>
          </a:bodyPr>
          <a:lstStyle/>
          <a:p>
            <a:pPr algn="l"/>
            <a:r>
              <a:rPr b="1">
                <a:solidFill>
                  <a:srgbClr val="C0392B"/>
                </a:solidFill>
                <a:latin typeface="Yu Gothic"/>
              </a:rPr>
              <a:t>アルキル水銀化合物　← 1物質のみ</a:t>
            </a:r>
          </a:p>
        </p:txBody>
      </p:sp>
      <p:sp>
        <p:nvSpPr>
          <p:cNvPr id="30" name="TextBox 29"/>
          <p:cNvSpPr txBox="1"/>
          <p:nvPr/>
        </p:nvSpPr>
        <p:spPr>
          <a:xfrm>
            <a:off x="777240" y="5733288"/>
            <a:ext cx="5074920" cy="184666"/>
          </a:xfrm>
          <a:prstGeom prst="rect">
            <a:avLst/>
          </a:prstGeom>
          <a:noFill/>
        </p:spPr>
        <p:txBody>
          <a:bodyPr wrap="square" lIns="0" tIns="0" rIns="0" bIns="0" anchor="t">
            <a:spAutoFit/>
          </a:bodyPr>
          <a:lstStyle/>
          <a:p>
            <a:pPr algn="l"/>
            <a:r>
              <a:rPr sz="1200" b="0">
                <a:solidFill>
                  <a:srgbClr val="5D6D7E"/>
                </a:solidFill>
                <a:latin typeface="Yu Gothic"/>
              </a:rPr>
              <a:t>工場・事業場からの排水に適用</a:t>
            </a:r>
          </a:p>
        </p:txBody>
      </p:sp>
      <p:sp>
        <p:nvSpPr>
          <p:cNvPr id="31" name="Rectangle 30"/>
          <p:cNvSpPr/>
          <p:nvPr/>
        </p:nvSpPr>
        <p:spPr>
          <a:xfrm>
            <a:off x="6217920" y="4983480"/>
            <a:ext cx="534924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2" name="TextBox 31"/>
          <p:cNvSpPr txBox="1"/>
          <p:nvPr/>
        </p:nvSpPr>
        <p:spPr>
          <a:xfrm>
            <a:off x="6355080" y="5074920"/>
            <a:ext cx="5074920" cy="246221"/>
          </a:xfrm>
          <a:prstGeom prst="rect">
            <a:avLst/>
          </a:prstGeom>
          <a:noFill/>
        </p:spPr>
        <p:txBody>
          <a:bodyPr wrap="square" lIns="0" tIns="0" rIns="0" bIns="0" anchor="t">
            <a:spAutoFit/>
          </a:bodyPr>
          <a:lstStyle/>
          <a:p>
            <a:pPr algn="l"/>
            <a:r>
              <a:rPr sz="1600" b="1">
                <a:solidFill>
                  <a:srgbClr val="1A5276"/>
                </a:solidFill>
                <a:latin typeface="Yu Gothic"/>
              </a:rPr>
              <a:t>環境基準（人の健康の保護に関する環境基準）</a:t>
            </a:r>
          </a:p>
        </p:txBody>
      </p:sp>
      <p:sp>
        <p:nvSpPr>
          <p:cNvPr id="33" name="TextBox 32"/>
          <p:cNvSpPr txBox="1"/>
          <p:nvPr/>
        </p:nvSpPr>
        <p:spPr>
          <a:xfrm>
            <a:off x="6355080" y="5394960"/>
            <a:ext cx="5074920" cy="276999"/>
          </a:xfrm>
          <a:prstGeom prst="rect">
            <a:avLst/>
          </a:prstGeom>
          <a:noFill/>
        </p:spPr>
        <p:txBody>
          <a:bodyPr wrap="square" lIns="0" tIns="0" rIns="0" bIns="0" anchor="t">
            <a:spAutoFit/>
          </a:bodyPr>
          <a:lstStyle/>
          <a:p>
            <a:pPr algn="l"/>
            <a:r>
              <a:rPr b="1">
                <a:solidFill>
                  <a:srgbClr val="C0392B"/>
                </a:solidFill>
                <a:latin typeface="Yu Gothic"/>
              </a:rPr>
              <a:t>全シアン・アルキル水銀・PCB　← 3物質</a:t>
            </a:r>
          </a:p>
        </p:txBody>
      </p:sp>
      <p:sp>
        <p:nvSpPr>
          <p:cNvPr id="34" name="TextBox 33"/>
          <p:cNvSpPr txBox="1"/>
          <p:nvPr/>
        </p:nvSpPr>
        <p:spPr>
          <a:xfrm>
            <a:off x="6355080" y="5733288"/>
            <a:ext cx="5074920" cy="184666"/>
          </a:xfrm>
          <a:prstGeom prst="rect">
            <a:avLst/>
          </a:prstGeom>
          <a:noFill/>
        </p:spPr>
        <p:txBody>
          <a:bodyPr wrap="square" lIns="0" tIns="0" rIns="0" bIns="0" anchor="t">
            <a:spAutoFit/>
          </a:bodyPr>
          <a:lstStyle/>
          <a:p>
            <a:pPr algn="l"/>
            <a:r>
              <a:rPr sz="1200" b="0">
                <a:solidFill>
                  <a:srgbClr val="5D6D7E"/>
                </a:solidFill>
                <a:latin typeface="Yu Gothic"/>
              </a:rPr>
              <a:t>公共用水域（河川・湖沼・海域）の目標値</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0">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確認ポイント — Sec. C（地球環境問題）</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Shape 2"/>
          <p:cNvSpPr/>
          <p:nvPr/>
        </p:nvSpPr>
        <p:spPr>
          <a:xfrm>
            <a:off x="411480" y="1188720"/>
            <a:ext cx="11365992" cy="1658112"/>
          </a:xfrm>
          <a:prstGeom prst="rect">
            <a:avLst/>
          </a:prstGeom>
          <a:solidFill>
            <a:srgbClr val="FFFFFF"/>
          </a:solidFill>
          <a:ln w="6350">
            <a:solidFill>
              <a:srgbClr val="D5DBDB"/>
            </a:solidFill>
            <a:prstDash val="solid"/>
          </a:ln>
        </p:spPr>
        <p:txBody>
          <a:bodyPr/>
          <a:lstStyle/>
          <a:p>
            <a:endParaRPr lang="ja-JP" altLang="en-US" sz="3200"/>
          </a:p>
        </p:txBody>
      </p:sp>
      <p:sp>
        <p:nvSpPr>
          <p:cNvPr id="5" name="Shape 3"/>
          <p:cNvSpPr/>
          <p:nvPr/>
        </p:nvSpPr>
        <p:spPr>
          <a:xfrm>
            <a:off x="411480" y="1188720"/>
            <a:ext cx="73152" cy="1658112"/>
          </a:xfrm>
          <a:prstGeom prst="rect">
            <a:avLst/>
          </a:prstGeom>
          <a:solidFill>
            <a:srgbClr val="2980B9"/>
          </a:solidFill>
          <a:ln/>
        </p:spPr>
        <p:txBody>
          <a:bodyPr/>
          <a:lstStyle/>
          <a:p>
            <a:endParaRPr lang="ja-JP" altLang="en-US" sz="3200"/>
          </a:p>
        </p:txBody>
      </p:sp>
      <p:sp>
        <p:nvSpPr>
          <p:cNvPr id="6" name="Text 4"/>
          <p:cNvSpPr/>
          <p:nvPr/>
        </p:nvSpPr>
        <p:spPr>
          <a:xfrm>
            <a:off x="594360" y="1261872"/>
            <a:ext cx="11000232" cy="365760"/>
          </a:xfrm>
          <a:prstGeom prst="rect">
            <a:avLst/>
          </a:prstGeom>
          <a:noFill/>
          <a:ln/>
        </p:spPr>
        <p:txBody>
          <a:bodyPr wrap="square" rtlCol="0" anchor="ctr"/>
          <a:lstStyle/>
          <a:p>
            <a:pPr marL="0" indent="0">
              <a:buNone/>
            </a:pPr>
            <a:r>
              <a:rPr lang="en-US" sz="2000" b="1" dirty="0">
                <a:solidFill>
                  <a:srgbClr val="1A5276"/>
                </a:solidFill>
                <a:latin typeface="Meiryo" pitchFamily="34" charset="0"/>
                <a:ea typeface="Meiryo" pitchFamily="34" charset="-122"/>
                <a:cs typeface="Meiryo" pitchFamily="34" charset="-120"/>
              </a:rPr>
              <a:t>Q1. CFC→HCFC→HFC→自然冷媒 の移行過程と各物質の問題は？</a:t>
            </a:r>
            <a:endParaRPr lang="en-US" sz="2000" dirty="0"/>
          </a:p>
        </p:txBody>
      </p:sp>
      <p:sp>
        <p:nvSpPr>
          <p:cNvPr id="7" name="Text 5"/>
          <p:cNvSpPr/>
          <p:nvPr/>
        </p:nvSpPr>
        <p:spPr>
          <a:xfrm>
            <a:off x="594360" y="1645920"/>
            <a:ext cx="11000232" cy="1127760"/>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CFC（ODP・GWP大）→HCFC（ODP・GWP中）→HFC（ODP=0だがGWP大）→自然冷媒（CO₂・アンモニア・HC）。HFCはキガリ改正で削減対象に。</a:t>
            </a:r>
            <a:endParaRPr lang="en-US" sz="2000" dirty="0"/>
          </a:p>
        </p:txBody>
      </p:sp>
      <p:sp>
        <p:nvSpPr>
          <p:cNvPr id="8" name="Shape 6"/>
          <p:cNvSpPr/>
          <p:nvPr/>
        </p:nvSpPr>
        <p:spPr>
          <a:xfrm>
            <a:off x="411480" y="2956560"/>
            <a:ext cx="11365992" cy="1658112"/>
          </a:xfrm>
          <a:prstGeom prst="rect">
            <a:avLst/>
          </a:prstGeom>
          <a:solidFill>
            <a:srgbClr val="FFFFFF"/>
          </a:solidFill>
          <a:ln w="6350">
            <a:solidFill>
              <a:srgbClr val="D5DBDB"/>
            </a:solidFill>
            <a:prstDash val="solid"/>
          </a:ln>
        </p:spPr>
        <p:txBody>
          <a:bodyPr/>
          <a:lstStyle/>
          <a:p>
            <a:endParaRPr lang="ja-JP" altLang="en-US" sz="3200"/>
          </a:p>
        </p:txBody>
      </p:sp>
      <p:sp>
        <p:nvSpPr>
          <p:cNvPr id="9" name="Shape 7"/>
          <p:cNvSpPr/>
          <p:nvPr/>
        </p:nvSpPr>
        <p:spPr>
          <a:xfrm>
            <a:off x="411480" y="2956560"/>
            <a:ext cx="73152" cy="1658112"/>
          </a:xfrm>
          <a:prstGeom prst="rect">
            <a:avLst/>
          </a:prstGeom>
          <a:solidFill>
            <a:srgbClr val="2980B9"/>
          </a:solidFill>
          <a:ln/>
        </p:spPr>
        <p:txBody>
          <a:bodyPr/>
          <a:lstStyle/>
          <a:p>
            <a:endParaRPr lang="ja-JP" altLang="en-US" sz="3200"/>
          </a:p>
        </p:txBody>
      </p:sp>
      <p:sp>
        <p:nvSpPr>
          <p:cNvPr id="10" name="Text 8"/>
          <p:cNvSpPr/>
          <p:nvPr/>
        </p:nvSpPr>
        <p:spPr>
          <a:xfrm>
            <a:off x="594360" y="3029712"/>
            <a:ext cx="11000232" cy="365760"/>
          </a:xfrm>
          <a:prstGeom prst="rect">
            <a:avLst/>
          </a:prstGeom>
          <a:noFill/>
          <a:ln/>
        </p:spPr>
        <p:txBody>
          <a:bodyPr wrap="square" rtlCol="0" anchor="ctr"/>
          <a:lstStyle/>
          <a:p>
            <a:pPr marL="0" indent="0">
              <a:buNone/>
            </a:pPr>
            <a:r>
              <a:rPr lang="en-US" sz="2000" b="1" dirty="0">
                <a:solidFill>
                  <a:srgbClr val="1A5276"/>
                </a:solidFill>
                <a:latin typeface="Meiryo" pitchFamily="34" charset="0"/>
                <a:ea typeface="Meiryo" pitchFamily="34" charset="-122"/>
                <a:cs typeface="Meiryo" pitchFamily="34" charset="-120"/>
              </a:rPr>
              <a:t>Q2. </a:t>
            </a:r>
            <a:r>
              <a:rPr lang="en-US" sz="2000" b="1" dirty="0" err="1">
                <a:solidFill>
                  <a:srgbClr val="1A5276"/>
                </a:solidFill>
                <a:latin typeface="Meiryo" pitchFamily="34" charset="0"/>
                <a:ea typeface="Meiryo" pitchFamily="34" charset="-122"/>
                <a:cs typeface="Meiryo" pitchFamily="34" charset="-120"/>
              </a:rPr>
              <a:t>オゾン層保護と温暖化対策の代表的国際枠組み</a:t>
            </a:r>
            <a:r>
              <a:rPr lang="ja-JP" altLang="en-US" sz="2000" b="1" dirty="0">
                <a:solidFill>
                  <a:srgbClr val="1A5276"/>
                </a:solidFill>
                <a:latin typeface="Meiryo" pitchFamily="34" charset="0"/>
                <a:ea typeface="Meiryo" pitchFamily="34" charset="-122"/>
                <a:cs typeface="Meiryo" pitchFamily="34" charset="-120"/>
              </a:rPr>
              <a:t>と年代は？</a:t>
            </a:r>
            <a:endParaRPr lang="en-US" sz="2000" dirty="0"/>
          </a:p>
        </p:txBody>
      </p:sp>
      <p:sp>
        <p:nvSpPr>
          <p:cNvPr id="11" name="Text 9"/>
          <p:cNvSpPr/>
          <p:nvPr/>
        </p:nvSpPr>
        <p:spPr>
          <a:xfrm>
            <a:off x="594360" y="3413760"/>
            <a:ext cx="11000232" cy="1127760"/>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ウィーン条約(1985)→</a:t>
            </a:r>
            <a:r>
              <a:rPr lang="en-US" sz="2000" b="1" dirty="0">
                <a:solidFill>
                  <a:srgbClr val="1A5276"/>
                </a:solidFill>
                <a:latin typeface="Meiryo" pitchFamily="34" charset="0"/>
                <a:ea typeface="Meiryo" pitchFamily="34" charset="-122"/>
                <a:cs typeface="Meiryo" pitchFamily="34" charset="-120"/>
              </a:rPr>
              <a:t>モントリオール議定書(1987)</a:t>
            </a:r>
            <a:r>
              <a:rPr lang="en-US" sz="2000" dirty="0">
                <a:solidFill>
                  <a:srgbClr val="2C3E50"/>
                </a:solidFill>
                <a:latin typeface="Meiryo" pitchFamily="34" charset="0"/>
                <a:ea typeface="Meiryo" pitchFamily="34" charset="-122"/>
                <a:cs typeface="Meiryo" pitchFamily="34" charset="-120"/>
              </a:rPr>
              <a:t>／気候変動枠組条約(1992)→京都議定書(1997)→</a:t>
            </a:r>
            <a:r>
              <a:rPr lang="en-US" sz="2000" b="1" dirty="0">
                <a:solidFill>
                  <a:srgbClr val="1A5276"/>
                </a:solidFill>
                <a:latin typeface="Meiryo" pitchFamily="34" charset="0"/>
                <a:ea typeface="Meiryo" pitchFamily="34" charset="-122"/>
                <a:cs typeface="Meiryo" pitchFamily="34" charset="-120"/>
              </a:rPr>
              <a:t>パリ協定(2015)</a:t>
            </a:r>
            <a:endParaRPr lang="en-US" sz="2000" dirty="0"/>
          </a:p>
        </p:txBody>
      </p:sp>
      <p:sp>
        <p:nvSpPr>
          <p:cNvPr id="12" name="Shape 10"/>
          <p:cNvSpPr/>
          <p:nvPr/>
        </p:nvSpPr>
        <p:spPr>
          <a:xfrm>
            <a:off x="411480" y="4724400"/>
            <a:ext cx="11365992" cy="1658112"/>
          </a:xfrm>
          <a:prstGeom prst="rect">
            <a:avLst/>
          </a:prstGeom>
          <a:solidFill>
            <a:srgbClr val="FFFFFF"/>
          </a:solidFill>
          <a:ln w="6350">
            <a:solidFill>
              <a:srgbClr val="D5DBDB"/>
            </a:solidFill>
            <a:prstDash val="solid"/>
          </a:ln>
        </p:spPr>
        <p:txBody>
          <a:bodyPr/>
          <a:lstStyle/>
          <a:p>
            <a:endParaRPr lang="ja-JP" altLang="en-US" sz="3200"/>
          </a:p>
        </p:txBody>
      </p:sp>
      <p:sp>
        <p:nvSpPr>
          <p:cNvPr id="13" name="Shape 11"/>
          <p:cNvSpPr/>
          <p:nvPr/>
        </p:nvSpPr>
        <p:spPr>
          <a:xfrm>
            <a:off x="411480" y="4724400"/>
            <a:ext cx="73152" cy="1658112"/>
          </a:xfrm>
          <a:prstGeom prst="rect">
            <a:avLst/>
          </a:prstGeom>
          <a:solidFill>
            <a:srgbClr val="2980B9"/>
          </a:solidFill>
          <a:ln/>
        </p:spPr>
        <p:txBody>
          <a:bodyPr/>
          <a:lstStyle/>
          <a:p>
            <a:endParaRPr lang="ja-JP" altLang="en-US" sz="3200"/>
          </a:p>
        </p:txBody>
      </p:sp>
      <p:sp>
        <p:nvSpPr>
          <p:cNvPr id="14" name="Text 12"/>
          <p:cNvSpPr/>
          <p:nvPr/>
        </p:nvSpPr>
        <p:spPr>
          <a:xfrm>
            <a:off x="594360" y="4797552"/>
            <a:ext cx="11000232" cy="365760"/>
          </a:xfrm>
          <a:prstGeom prst="rect">
            <a:avLst/>
          </a:prstGeom>
          <a:noFill/>
          <a:ln/>
        </p:spPr>
        <p:txBody>
          <a:bodyPr wrap="square" rtlCol="0" anchor="ctr"/>
          <a:lstStyle/>
          <a:p>
            <a:pPr marL="0" indent="0">
              <a:buNone/>
            </a:pPr>
            <a:r>
              <a:rPr lang="en-US" sz="2000" b="1" dirty="0">
                <a:solidFill>
                  <a:srgbClr val="1A5276"/>
                </a:solidFill>
                <a:latin typeface="Meiryo" pitchFamily="34" charset="0"/>
                <a:ea typeface="Meiryo" pitchFamily="34" charset="-122"/>
                <a:cs typeface="Meiryo" pitchFamily="34" charset="-120"/>
              </a:rPr>
              <a:t>Q3. 日本の四大公害の原因物質を全て答えよ</a:t>
            </a:r>
            <a:endParaRPr lang="en-US" sz="2000" dirty="0"/>
          </a:p>
        </p:txBody>
      </p:sp>
      <p:sp>
        <p:nvSpPr>
          <p:cNvPr id="15" name="Text 13"/>
          <p:cNvSpPr/>
          <p:nvPr/>
        </p:nvSpPr>
        <p:spPr>
          <a:xfrm>
            <a:off x="594360" y="5181600"/>
            <a:ext cx="11000232" cy="1127760"/>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水俣病・新潟水俣病: </a:t>
            </a:r>
            <a:r>
              <a:rPr lang="en-US" sz="2000" b="1" dirty="0">
                <a:solidFill>
                  <a:srgbClr val="1A5276"/>
                </a:solidFill>
                <a:latin typeface="Meiryo" pitchFamily="34" charset="0"/>
                <a:ea typeface="Meiryo" pitchFamily="34" charset="-122"/>
                <a:cs typeface="Meiryo" pitchFamily="34" charset="-120"/>
              </a:rPr>
              <a:t>メチル水銀</a:t>
            </a:r>
            <a:r>
              <a:rPr lang="en-US" sz="2000" dirty="0">
                <a:solidFill>
                  <a:srgbClr val="2C3E50"/>
                </a:solidFill>
                <a:latin typeface="Meiryo" pitchFamily="34" charset="0"/>
                <a:ea typeface="Meiryo" pitchFamily="34" charset="-122"/>
                <a:cs typeface="Meiryo" pitchFamily="34" charset="-120"/>
              </a:rPr>
              <a:t>／イタイイタイ病: </a:t>
            </a:r>
            <a:r>
              <a:rPr lang="en-US" sz="2000" b="1" dirty="0">
                <a:solidFill>
                  <a:srgbClr val="1A5276"/>
                </a:solidFill>
                <a:latin typeface="Meiryo" pitchFamily="34" charset="0"/>
                <a:ea typeface="Meiryo" pitchFamily="34" charset="-122"/>
                <a:cs typeface="Meiryo" pitchFamily="34" charset="-120"/>
              </a:rPr>
              <a:t>カドミウム</a:t>
            </a:r>
            <a:r>
              <a:rPr lang="en-US" sz="2000" dirty="0">
                <a:solidFill>
                  <a:srgbClr val="2C3E50"/>
                </a:solidFill>
                <a:latin typeface="Meiryo" pitchFamily="34" charset="0"/>
                <a:ea typeface="Meiryo" pitchFamily="34" charset="-122"/>
                <a:cs typeface="Meiryo" pitchFamily="34" charset="-120"/>
              </a:rPr>
              <a:t>／四日市ぜんそく: </a:t>
            </a:r>
            <a:r>
              <a:rPr lang="en-US" sz="2000" b="1" dirty="0">
                <a:solidFill>
                  <a:srgbClr val="1A5276"/>
                </a:solidFill>
                <a:latin typeface="Meiryo" pitchFamily="34" charset="0"/>
                <a:ea typeface="Meiryo" pitchFamily="34" charset="-122"/>
                <a:cs typeface="Meiryo" pitchFamily="34" charset="-120"/>
              </a:rPr>
              <a:t>SOx</a:t>
            </a:r>
            <a:endParaRPr lang="en-US" sz="20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1">
    <p:bg>
      <p:bgPr>
        <a:solidFill>
          <a:srgbClr val="1A5276"/>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5276"/>
          </a:solidFill>
          <a:ln/>
        </p:spPr>
        <p:txBody>
          <a:bodyPr/>
          <a:lstStyle/>
          <a:p>
            <a:endParaRPr lang="ja-JP" altLang="en-US"/>
          </a:p>
        </p:txBody>
      </p:sp>
      <p:sp>
        <p:nvSpPr>
          <p:cNvPr id="3" name="Text 1"/>
          <p:cNvSpPr/>
          <p:nvPr/>
        </p:nvSpPr>
        <p:spPr>
          <a:xfrm>
            <a:off x="0" y="1554480"/>
            <a:ext cx="12188952" cy="365760"/>
          </a:xfrm>
          <a:prstGeom prst="rect">
            <a:avLst/>
          </a:prstGeom>
          <a:noFill/>
          <a:ln/>
        </p:spPr>
        <p:txBody>
          <a:bodyPr wrap="square" rtlCol="0" anchor="ctr"/>
          <a:lstStyle/>
          <a:p>
            <a:pPr marL="0" indent="0" algn="ctr">
              <a:buNone/>
            </a:pPr>
            <a:r>
              <a:rPr lang="en-US" sz="1200" kern="0" spc="800" dirty="0">
                <a:solidFill>
                  <a:srgbClr val="AABEC9"/>
                </a:solidFill>
                <a:latin typeface="Meiryo" pitchFamily="34" charset="0"/>
                <a:ea typeface="Meiryo" pitchFamily="34" charset="-122"/>
                <a:cs typeface="Meiryo" pitchFamily="34" charset="-120"/>
              </a:rPr>
              <a:t>SECTION D</a:t>
            </a:r>
            <a:endParaRPr lang="en-US" sz="1200" dirty="0"/>
          </a:p>
        </p:txBody>
      </p:sp>
      <p:sp>
        <p:nvSpPr>
          <p:cNvPr id="4" name="Text 2"/>
          <p:cNvSpPr/>
          <p:nvPr/>
        </p:nvSpPr>
        <p:spPr>
          <a:xfrm>
            <a:off x="0" y="1828800"/>
            <a:ext cx="12188952" cy="1645920"/>
          </a:xfrm>
          <a:prstGeom prst="rect">
            <a:avLst/>
          </a:prstGeom>
          <a:noFill/>
          <a:ln/>
        </p:spPr>
        <p:txBody>
          <a:bodyPr wrap="square" rtlCol="0" anchor="ctr"/>
          <a:lstStyle/>
          <a:p>
            <a:pPr marL="0" indent="0" algn="ctr">
              <a:buNone/>
            </a:pPr>
            <a:r>
              <a:rPr lang="en-US" sz="10000" dirty="0">
                <a:solidFill>
                  <a:srgbClr val="DBE4EE">
                    <a:alpha val="30000"/>
                  </a:srgbClr>
                </a:solidFill>
                <a:latin typeface="Georgia" pitchFamily="34" charset="0"/>
                <a:ea typeface="Georgia" pitchFamily="34" charset="-122"/>
                <a:cs typeface="Georgia" pitchFamily="34" charset="-120"/>
              </a:rPr>
              <a:t>D</a:t>
            </a:r>
            <a:endParaRPr lang="en-US" sz="10000" dirty="0"/>
          </a:p>
        </p:txBody>
      </p:sp>
      <p:sp>
        <p:nvSpPr>
          <p:cNvPr id="5" name="Text 3"/>
          <p:cNvSpPr/>
          <p:nvPr/>
        </p:nvSpPr>
        <p:spPr>
          <a:xfrm>
            <a:off x="0" y="3657600"/>
            <a:ext cx="12188952" cy="822960"/>
          </a:xfrm>
          <a:prstGeom prst="rect">
            <a:avLst/>
          </a:prstGeom>
          <a:noFill/>
          <a:ln/>
        </p:spPr>
        <p:txBody>
          <a:bodyPr wrap="square" rtlCol="0" anchor="ctr"/>
          <a:lstStyle/>
          <a:p>
            <a:pPr marL="0" indent="0" algn="ctr">
              <a:buNone/>
            </a:pPr>
            <a:r>
              <a:rPr lang="en-US" sz="3600" b="1" dirty="0">
                <a:solidFill>
                  <a:srgbClr val="FFFFFF"/>
                </a:solidFill>
                <a:latin typeface="Meiryo" pitchFamily="34" charset="0"/>
                <a:ea typeface="Meiryo" pitchFamily="34" charset="-122"/>
                <a:cs typeface="Meiryo" pitchFamily="34" charset="-120"/>
              </a:rPr>
              <a:t>環境リスクの評価と</a:t>
            </a:r>
            <a:endParaRPr lang="en-US" sz="3600" dirty="0"/>
          </a:p>
          <a:p>
            <a:pPr marL="0" indent="0" algn="ctr">
              <a:buNone/>
            </a:pPr>
            <a:r>
              <a:rPr lang="en-US" sz="3600" b="1" dirty="0">
                <a:solidFill>
                  <a:srgbClr val="FFFFFF"/>
                </a:solidFill>
                <a:latin typeface="Meiryo" pitchFamily="34" charset="0"/>
                <a:ea typeface="Meiryo" pitchFamily="34" charset="-122"/>
                <a:cs typeface="Meiryo" pitchFamily="34" charset="-120"/>
              </a:rPr>
              <a:t>リスクコミュニケーション</a:t>
            </a:r>
            <a:endParaRPr lang="en-US" sz="3600" dirty="0"/>
          </a:p>
        </p:txBody>
      </p:sp>
      <p:sp>
        <p:nvSpPr>
          <p:cNvPr id="6" name="Text 4"/>
          <p:cNvSpPr/>
          <p:nvPr/>
        </p:nvSpPr>
        <p:spPr>
          <a:xfrm>
            <a:off x="0" y="4572000"/>
            <a:ext cx="12188952" cy="640080"/>
          </a:xfrm>
          <a:prstGeom prst="rect">
            <a:avLst/>
          </a:prstGeom>
          <a:noFill/>
          <a:ln/>
        </p:spPr>
        <p:txBody>
          <a:bodyPr wrap="square" rtlCol="0" anchor="ctr"/>
          <a:lstStyle/>
          <a:p>
            <a:pPr marL="0" indent="0" algn="ctr">
              <a:buNone/>
            </a:pPr>
            <a:r>
              <a:rPr lang="en-US" sz="1400" dirty="0">
                <a:solidFill>
                  <a:srgbClr val="DBE4EE"/>
                </a:solidFill>
                <a:latin typeface="Meiryo" pitchFamily="34" charset="0"/>
                <a:ea typeface="Meiryo" pitchFamily="34" charset="-122"/>
                <a:cs typeface="Meiryo" pitchFamily="34" charset="-120"/>
              </a:rPr>
              <a:t>化学物質のリスクをどう測り、どう伝えるか</a:t>
            </a:r>
            <a:endParaRPr lang="en-US" sz="14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D-1. リスクとは何か</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Shape 2"/>
          <p:cNvSpPr/>
          <p:nvPr/>
        </p:nvSpPr>
        <p:spPr>
          <a:xfrm>
            <a:off x="1783080" y="1097280"/>
            <a:ext cx="8622792" cy="1097280"/>
          </a:xfrm>
          <a:prstGeom prst="rect">
            <a:avLst/>
          </a:prstGeom>
          <a:solidFill>
            <a:srgbClr val="EAF2F8"/>
          </a:solidFill>
          <a:ln/>
        </p:spPr>
        <p:txBody>
          <a:bodyPr/>
          <a:lstStyle/>
          <a:p>
            <a:endParaRPr lang="ja-JP" altLang="en-US" sz="2400"/>
          </a:p>
        </p:txBody>
      </p:sp>
      <p:sp>
        <p:nvSpPr>
          <p:cNvPr id="5" name="Shape 3"/>
          <p:cNvSpPr/>
          <p:nvPr/>
        </p:nvSpPr>
        <p:spPr>
          <a:xfrm>
            <a:off x="1783080" y="1097280"/>
            <a:ext cx="64008" cy="1097280"/>
          </a:xfrm>
          <a:prstGeom prst="rect">
            <a:avLst/>
          </a:prstGeom>
          <a:solidFill>
            <a:srgbClr val="2980B9"/>
          </a:solidFill>
          <a:ln/>
        </p:spPr>
        <p:txBody>
          <a:bodyPr/>
          <a:lstStyle/>
          <a:p>
            <a:endParaRPr lang="ja-JP" altLang="en-US" sz="2400"/>
          </a:p>
        </p:txBody>
      </p:sp>
      <p:sp>
        <p:nvSpPr>
          <p:cNvPr id="6" name="Text 4"/>
          <p:cNvSpPr/>
          <p:nvPr/>
        </p:nvSpPr>
        <p:spPr>
          <a:xfrm>
            <a:off x="1947672" y="1435608"/>
            <a:ext cx="8348472" cy="713232"/>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リスク = </a:t>
            </a:r>
            <a:r>
              <a:rPr lang="en-US" sz="2400" b="1" dirty="0">
                <a:solidFill>
                  <a:srgbClr val="1A5276"/>
                </a:solidFill>
                <a:latin typeface="Meiryo" pitchFamily="34" charset="0"/>
                <a:ea typeface="Meiryo" pitchFamily="34" charset="-122"/>
                <a:cs typeface="Meiryo" pitchFamily="34" charset="-120"/>
              </a:rPr>
              <a:t>有害性（hazard）</a:t>
            </a:r>
            <a:r>
              <a:rPr lang="en-US" sz="2400" dirty="0">
                <a:solidFill>
                  <a:srgbClr val="2C3E50"/>
                </a:solidFill>
                <a:latin typeface="Meiryo" pitchFamily="34" charset="0"/>
                <a:ea typeface="Meiryo" pitchFamily="34" charset="-122"/>
                <a:cs typeface="Meiryo" pitchFamily="34" charset="-120"/>
              </a:rPr>
              <a:t> × </a:t>
            </a:r>
            <a:r>
              <a:rPr lang="en-US" sz="2400" b="1" dirty="0">
                <a:solidFill>
                  <a:srgbClr val="1A5276"/>
                </a:solidFill>
                <a:latin typeface="Meiryo" pitchFamily="34" charset="0"/>
                <a:ea typeface="Meiryo" pitchFamily="34" charset="-122"/>
                <a:cs typeface="Meiryo" pitchFamily="34" charset="-120"/>
              </a:rPr>
              <a:t>曝露量（exposure）</a:t>
            </a:r>
            <a:endParaRPr lang="en-US" sz="2400" dirty="0"/>
          </a:p>
        </p:txBody>
      </p:sp>
      <p:sp>
        <p:nvSpPr>
          <p:cNvPr id="7" name="Text 5"/>
          <p:cNvSpPr/>
          <p:nvPr/>
        </p:nvSpPr>
        <p:spPr>
          <a:xfrm>
            <a:off x="411480" y="2560320"/>
            <a:ext cx="5545836" cy="2286000"/>
          </a:xfrm>
          <a:prstGeom prst="rect">
            <a:avLst/>
          </a:prstGeom>
          <a:noFill/>
          <a:ln/>
        </p:spPr>
        <p:txBody>
          <a:bodyPr wrap="square" rtlCol="0" anchor="t"/>
          <a:lstStyle/>
          <a:p>
            <a:pPr marL="0" indent="0" algn="l">
              <a:lnSpc>
                <a:spcPct val="135000"/>
              </a:lnSpc>
              <a:spcAft>
                <a:spcPts val="600"/>
              </a:spcAft>
              <a:buNone/>
            </a:pPr>
            <a:r>
              <a:rPr lang="en-US" sz="1600" b="1" dirty="0">
                <a:solidFill>
                  <a:srgbClr val="1A5276"/>
                </a:solidFill>
                <a:latin typeface="Meiryo" pitchFamily="34" charset="0"/>
                <a:ea typeface="Meiryo" pitchFamily="34" charset="-122"/>
                <a:cs typeface="Meiryo" pitchFamily="34" charset="-120"/>
              </a:rPr>
              <a:t>▸ 有害性</a:t>
            </a:r>
            <a:r>
              <a:rPr lang="en-US" sz="1600" dirty="0">
                <a:solidFill>
                  <a:srgbClr val="2C3E50"/>
                </a:solidFill>
                <a:latin typeface="Meiryo" pitchFamily="34" charset="0"/>
                <a:ea typeface="Meiryo" pitchFamily="34" charset="-122"/>
                <a:cs typeface="Meiryo" pitchFamily="34" charset="-120"/>
              </a:rPr>
              <a:t>: その物質本来の毒性</a:t>
            </a:r>
            <a:endParaRPr lang="en-US" sz="1600" dirty="0"/>
          </a:p>
          <a:p>
            <a:pPr marL="0" indent="0" algn="l">
              <a:lnSpc>
                <a:spcPct val="135000"/>
              </a:lnSpc>
              <a:spcAft>
                <a:spcPts val="600"/>
              </a:spcAft>
              <a:buNone/>
            </a:pPr>
            <a:r>
              <a:rPr lang="en-US" sz="1600" b="1" dirty="0">
                <a:solidFill>
                  <a:srgbClr val="1A5276"/>
                </a:solidFill>
                <a:latin typeface="Meiryo" pitchFamily="34" charset="0"/>
                <a:ea typeface="Meiryo" pitchFamily="34" charset="-122"/>
                <a:cs typeface="Meiryo" pitchFamily="34" charset="-120"/>
              </a:rPr>
              <a:t>▸ 曝露量</a:t>
            </a:r>
            <a:r>
              <a:rPr lang="en-US" sz="1600" dirty="0">
                <a:solidFill>
                  <a:srgbClr val="2C3E50"/>
                </a:solidFill>
                <a:latin typeface="Meiryo" pitchFamily="34" charset="0"/>
                <a:ea typeface="Meiryo" pitchFamily="34" charset="-122"/>
                <a:cs typeface="Meiryo" pitchFamily="34" charset="-120"/>
              </a:rPr>
              <a:t>: 実際に体内に入る量・頻度</a:t>
            </a:r>
            <a:endParaRPr lang="en-US" sz="1600" dirty="0"/>
          </a:p>
          <a:p>
            <a:pPr marL="0" indent="0" algn="l">
              <a:lnSpc>
                <a:spcPct val="135000"/>
              </a:lnSpc>
              <a:spcAft>
                <a:spcPts val="600"/>
              </a:spcAft>
              <a:buNone/>
            </a:pPr>
            <a:r>
              <a:rPr lang="en-US" sz="1600" dirty="0">
                <a:solidFill>
                  <a:srgbClr val="2C3E50"/>
                </a:solidFill>
                <a:latin typeface="Meiryo" pitchFamily="34" charset="0"/>
                <a:ea typeface="Meiryo" pitchFamily="34" charset="-122"/>
                <a:cs typeface="Meiryo" pitchFamily="34" charset="-120"/>
              </a:rPr>
              <a:t>▸ 有害性が高くても曝露が少なければリスクは小さい</a:t>
            </a:r>
            <a:endParaRPr lang="en-US" sz="1600" dirty="0"/>
          </a:p>
          <a:p>
            <a:pPr marL="0" indent="0" algn="l">
              <a:lnSpc>
                <a:spcPct val="135000"/>
              </a:lnSpc>
              <a:spcAft>
                <a:spcPts val="600"/>
              </a:spcAft>
              <a:buNone/>
            </a:pPr>
            <a:r>
              <a:rPr lang="en-US" sz="1600" dirty="0">
                <a:solidFill>
                  <a:srgbClr val="2C3E50"/>
                </a:solidFill>
                <a:latin typeface="Meiryo" pitchFamily="34" charset="0"/>
                <a:ea typeface="Meiryo" pitchFamily="34" charset="-122"/>
                <a:cs typeface="Meiryo" pitchFamily="34" charset="-120"/>
              </a:rPr>
              <a:t>▸ 有害性が低くても曝露が多ければリスクは大きい</a:t>
            </a:r>
            <a:endParaRPr lang="en-US" sz="1600" dirty="0"/>
          </a:p>
        </p:txBody>
      </p:sp>
      <p:sp>
        <p:nvSpPr>
          <p:cNvPr id="8" name="Shape 6"/>
          <p:cNvSpPr/>
          <p:nvPr/>
        </p:nvSpPr>
        <p:spPr>
          <a:xfrm>
            <a:off x="6231636" y="2560320"/>
            <a:ext cx="5545836" cy="2743200"/>
          </a:xfrm>
          <a:prstGeom prst="rect">
            <a:avLst/>
          </a:prstGeom>
          <a:solidFill>
            <a:srgbClr val="FDEDEC"/>
          </a:solidFill>
          <a:ln/>
        </p:spPr>
        <p:txBody>
          <a:bodyPr/>
          <a:lstStyle/>
          <a:p>
            <a:endParaRPr lang="ja-JP" altLang="en-US" sz="3200"/>
          </a:p>
        </p:txBody>
      </p:sp>
      <p:sp>
        <p:nvSpPr>
          <p:cNvPr id="9" name="Shape 7"/>
          <p:cNvSpPr/>
          <p:nvPr/>
        </p:nvSpPr>
        <p:spPr>
          <a:xfrm>
            <a:off x="6231636" y="2560320"/>
            <a:ext cx="64008" cy="2743200"/>
          </a:xfrm>
          <a:prstGeom prst="rect">
            <a:avLst/>
          </a:prstGeom>
          <a:solidFill>
            <a:srgbClr val="C0392B"/>
          </a:solidFill>
          <a:ln/>
        </p:spPr>
        <p:txBody>
          <a:bodyPr/>
          <a:lstStyle/>
          <a:p>
            <a:endParaRPr lang="ja-JP" altLang="en-US" sz="3200"/>
          </a:p>
        </p:txBody>
      </p:sp>
      <p:sp>
        <p:nvSpPr>
          <p:cNvPr id="10" name="Text 8"/>
          <p:cNvSpPr/>
          <p:nvPr/>
        </p:nvSpPr>
        <p:spPr>
          <a:xfrm>
            <a:off x="6396228" y="2615184"/>
            <a:ext cx="5271516" cy="292608"/>
          </a:xfrm>
          <a:prstGeom prst="rect">
            <a:avLst/>
          </a:prstGeom>
          <a:noFill/>
          <a:ln/>
        </p:spPr>
        <p:txBody>
          <a:bodyPr wrap="square" rtlCol="0" anchor="ctr"/>
          <a:lstStyle/>
          <a:p>
            <a:pPr marL="0" indent="0">
              <a:buNone/>
            </a:pPr>
            <a:r>
              <a:rPr lang="en-US" b="1" dirty="0">
                <a:solidFill>
                  <a:srgbClr val="C0392B"/>
                </a:solidFill>
                <a:latin typeface="Meiryo" pitchFamily="34" charset="0"/>
                <a:ea typeface="Meiryo" pitchFamily="34" charset="-122"/>
                <a:cs typeface="Meiryo" pitchFamily="34" charset="-120"/>
              </a:rPr>
              <a:t>ゼロリスクは存在しない</a:t>
            </a:r>
            <a:endParaRPr lang="en-US" dirty="0"/>
          </a:p>
        </p:txBody>
      </p:sp>
      <p:sp>
        <p:nvSpPr>
          <p:cNvPr id="11" name="Text 9"/>
          <p:cNvSpPr/>
          <p:nvPr/>
        </p:nvSpPr>
        <p:spPr>
          <a:xfrm>
            <a:off x="6396228" y="2898648"/>
            <a:ext cx="5271516" cy="2359152"/>
          </a:xfrm>
          <a:prstGeom prst="rect">
            <a:avLst/>
          </a:prstGeom>
          <a:noFill/>
          <a:ln/>
        </p:spPr>
        <p:txBody>
          <a:bodyPr wrap="square" rtlCol="0" anchor="t"/>
          <a:lstStyle/>
          <a:p>
            <a:pPr marL="0" indent="0" algn="l">
              <a:lnSpc>
                <a:spcPct val="130000"/>
              </a:lnSpc>
              <a:spcAft>
                <a:spcPts val="400"/>
              </a:spcAft>
              <a:buNone/>
            </a:pPr>
            <a:r>
              <a:rPr lang="en-US" sz="2000" dirty="0" err="1">
                <a:solidFill>
                  <a:srgbClr val="2C3E50"/>
                </a:solidFill>
                <a:latin typeface="Meiryo" pitchFamily="34" charset="0"/>
                <a:ea typeface="Meiryo" pitchFamily="34" charset="-122"/>
                <a:cs typeface="Meiryo" pitchFamily="34" charset="-120"/>
              </a:rPr>
              <a:t>全ての物質は量によって毒になりうる</a:t>
            </a:r>
            <a:endParaRPr lang="en-US" sz="2000" dirty="0">
              <a:solidFill>
                <a:srgbClr val="2C3E50"/>
              </a:solidFill>
              <a:latin typeface="Meiryo" pitchFamily="34" charset="0"/>
              <a:ea typeface="Meiryo" pitchFamily="34" charset="-122"/>
              <a:cs typeface="Meiryo" pitchFamily="34" charset="-120"/>
            </a:endParaRPr>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（パラケルスス）。</a:t>
            </a:r>
            <a:endParaRPr lang="en-US" sz="2000" dirty="0"/>
          </a:p>
          <a:p>
            <a:pPr marL="0" indent="0" algn="l">
              <a:lnSpc>
                <a:spcPct val="130000"/>
              </a:lnSpc>
              <a:spcAft>
                <a:spcPts val="400"/>
              </a:spcAft>
              <a:buNone/>
            </a:pPr>
            <a:r>
              <a:rPr lang="en-US" sz="2000" dirty="0" err="1">
                <a:solidFill>
                  <a:srgbClr val="2C3E50"/>
                </a:solidFill>
                <a:latin typeface="Meiryo" pitchFamily="34" charset="0"/>
                <a:ea typeface="Meiryo" pitchFamily="34" charset="-122"/>
                <a:cs typeface="Meiryo" pitchFamily="34" charset="-120"/>
              </a:rPr>
              <a:t>だから「どこまで許容するか」を</a:t>
            </a:r>
            <a:r>
              <a:rPr lang="en-US" sz="2000" b="1" dirty="0" err="1">
                <a:solidFill>
                  <a:srgbClr val="1A5276"/>
                </a:solidFill>
                <a:latin typeface="Meiryo" pitchFamily="34" charset="0"/>
                <a:ea typeface="Meiryo" pitchFamily="34" charset="-122"/>
                <a:cs typeface="Meiryo" pitchFamily="34" charset="-120"/>
              </a:rPr>
              <a:t>科学的に決める手続き</a:t>
            </a:r>
            <a:r>
              <a:rPr lang="en-US" sz="2000" dirty="0" err="1">
                <a:solidFill>
                  <a:srgbClr val="2C3E50"/>
                </a:solidFill>
                <a:latin typeface="Meiryo" pitchFamily="34" charset="0"/>
                <a:ea typeface="Meiryo" pitchFamily="34" charset="-122"/>
                <a:cs typeface="Meiryo" pitchFamily="34" charset="-120"/>
              </a:rPr>
              <a:t>が必要</a:t>
            </a:r>
            <a:r>
              <a:rPr lang="en-US" sz="2000" dirty="0">
                <a:solidFill>
                  <a:srgbClr val="2C3E50"/>
                </a:solidFill>
                <a:latin typeface="Meiryo" pitchFamily="34" charset="0"/>
                <a:ea typeface="Meiryo" pitchFamily="34" charset="-122"/>
                <a:cs typeface="Meiryo" pitchFamily="34" charset="-120"/>
              </a:rPr>
              <a:t> ─ それがリスク評価。</a:t>
            </a:r>
            <a:endParaRPr lang="en-US" sz="20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D-1. リスク分析の3要素</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Shape 2"/>
          <p:cNvSpPr/>
          <p:nvPr/>
        </p:nvSpPr>
        <p:spPr>
          <a:xfrm>
            <a:off x="3808476" y="2651760"/>
            <a:ext cx="4572000" cy="1280160"/>
          </a:xfrm>
          <a:prstGeom prst="ellipse">
            <a:avLst/>
          </a:prstGeom>
          <a:solidFill>
            <a:srgbClr val="1A5276"/>
          </a:solidFill>
          <a:ln/>
        </p:spPr>
        <p:txBody>
          <a:bodyPr/>
          <a:lstStyle/>
          <a:p>
            <a:endParaRPr lang="ja-JP" altLang="en-US"/>
          </a:p>
        </p:txBody>
      </p:sp>
      <p:sp>
        <p:nvSpPr>
          <p:cNvPr id="5" name="Text 3"/>
          <p:cNvSpPr/>
          <p:nvPr/>
        </p:nvSpPr>
        <p:spPr>
          <a:xfrm>
            <a:off x="3808476" y="2697480"/>
            <a:ext cx="4572000" cy="731520"/>
          </a:xfrm>
          <a:prstGeom prst="rect">
            <a:avLst/>
          </a:prstGeom>
          <a:noFill/>
          <a:ln/>
        </p:spPr>
        <p:txBody>
          <a:bodyPr wrap="square" rtlCol="0" anchor="ctr"/>
          <a:lstStyle/>
          <a:p>
            <a:pPr marL="0" indent="0" algn="ctr">
              <a:buNone/>
            </a:pPr>
            <a:r>
              <a:rPr lang="en-US" sz="2400" b="1" dirty="0">
                <a:solidFill>
                  <a:srgbClr val="FFFFFF"/>
                </a:solidFill>
                <a:latin typeface="Meiryo" pitchFamily="34" charset="0"/>
                <a:ea typeface="Meiryo" pitchFamily="34" charset="-122"/>
                <a:cs typeface="Meiryo" pitchFamily="34" charset="-120"/>
              </a:rPr>
              <a:t>リスク分析</a:t>
            </a:r>
            <a:endParaRPr lang="en-US" sz="2400" dirty="0"/>
          </a:p>
        </p:txBody>
      </p:sp>
      <p:sp>
        <p:nvSpPr>
          <p:cNvPr id="6" name="Text 4"/>
          <p:cNvSpPr/>
          <p:nvPr/>
        </p:nvSpPr>
        <p:spPr>
          <a:xfrm>
            <a:off x="3808476" y="3337560"/>
            <a:ext cx="4572000" cy="457200"/>
          </a:xfrm>
          <a:prstGeom prst="rect">
            <a:avLst/>
          </a:prstGeom>
          <a:noFill/>
          <a:ln/>
        </p:spPr>
        <p:txBody>
          <a:bodyPr wrap="square" rtlCol="0" anchor="ctr"/>
          <a:lstStyle/>
          <a:p>
            <a:pPr marL="0" indent="0" algn="ctr">
              <a:buNone/>
            </a:pPr>
            <a:r>
              <a:rPr lang="en-US" sz="1300" dirty="0">
                <a:solidFill>
                  <a:srgbClr val="DBE4EE"/>
                </a:solidFill>
                <a:latin typeface="Meiryo" pitchFamily="34" charset="0"/>
                <a:ea typeface="Meiryo" pitchFamily="34" charset="-122"/>
                <a:cs typeface="Meiryo" pitchFamily="34" charset="-120"/>
              </a:rPr>
              <a:t>(Risk Analysis)</a:t>
            </a:r>
            <a:endParaRPr lang="en-US" sz="1300" dirty="0"/>
          </a:p>
        </p:txBody>
      </p:sp>
      <p:sp>
        <p:nvSpPr>
          <p:cNvPr id="7" name="Shape 5"/>
          <p:cNvSpPr/>
          <p:nvPr/>
        </p:nvSpPr>
        <p:spPr>
          <a:xfrm>
            <a:off x="411480" y="1097280"/>
            <a:ext cx="4114800" cy="1371600"/>
          </a:xfrm>
          <a:prstGeom prst="rect">
            <a:avLst/>
          </a:prstGeom>
          <a:solidFill>
            <a:srgbClr val="EAF2F8"/>
          </a:solidFill>
          <a:ln/>
        </p:spPr>
        <p:txBody>
          <a:bodyPr/>
          <a:lstStyle/>
          <a:p>
            <a:endParaRPr lang="ja-JP" altLang="en-US" sz="3200"/>
          </a:p>
        </p:txBody>
      </p:sp>
      <p:sp>
        <p:nvSpPr>
          <p:cNvPr id="8" name="Shape 6"/>
          <p:cNvSpPr/>
          <p:nvPr/>
        </p:nvSpPr>
        <p:spPr>
          <a:xfrm>
            <a:off x="411480" y="1097280"/>
            <a:ext cx="64008" cy="1371600"/>
          </a:xfrm>
          <a:prstGeom prst="rect">
            <a:avLst/>
          </a:prstGeom>
          <a:solidFill>
            <a:srgbClr val="2980B9"/>
          </a:solidFill>
          <a:ln/>
        </p:spPr>
        <p:txBody>
          <a:bodyPr/>
          <a:lstStyle/>
          <a:p>
            <a:endParaRPr lang="ja-JP" altLang="en-US" sz="3200"/>
          </a:p>
        </p:txBody>
      </p:sp>
      <p:sp>
        <p:nvSpPr>
          <p:cNvPr id="9" name="Text 7"/>
          <p:cNvSpPr/>
          <p:nvPr/>
        </p:nvSpPr>
        <p:spPr>
          <a:xfrm>
            <a:off x="576072" y="1152144"/>
            <a:ext cx="3840480" cy="292608"/>
          </a:xfrm>
          <a:prstGeom prst="rect">
            <a:avLst/>
          </a:prstGeom>
          <a:noFill/>
          <a:ln/>
        </p:spPr>
        <p:txBody>
          <a:bodyPr wrap="square" rtlCol="0" anchor="ctr"/>
          <a:lstStyle/>
          <a:p>
            <a:pPr marL="0" indent="0">
              <a:buNone/>
            </a:pPr>
            <a:r>
              <a:rPr lang="en-US" b="1" dirty="0">
                <a:solidFill>
                  <a:srgbClr val="2980B9"/>
                </a:solidFill>
                <a:latin typeface="Meiryo" pitchFamily="34" charset="0"/>
                <a:ea typeface="Meiryo" pitchFamily="34" charset="-122"/>
                <a:cs typeface="Meiryo" pitchFamily="34" charset="-120"/>
              </a:rPr>
              <a:t>リスク評価</a:t>
            </a:r>
            <a:endParaRPr lang="en-US" dirty="0"/>
          </a:p>
        </p:txBody>
      </p:sp>
      <p:sp>
        <p:nvSpPr>
          <p:cNvPr id="10" name="Text 8"/>
          <p:cNvSpPr/>
          <p:nvPr/>
        </p:nvSpPr>
        <p:spPr>
          <a:xfrm>
            <a:off x="576072" y="1435608"/>
            <a:ext cx="3840480" cy="98755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(Risk Assessment)</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食品安全委員会など</a:t>
            </a:r>
            <a:endParaRPr lang="en-US" sz="2000" dirty="0"/>
          </a:p>
        </p:txBody>
      </p:sp>
      <p:sp>
        <p:nvSpPr>
          <p:cNvPr id="11" name="Shape 9"/>
          <p:cNvSpPr/>
          <p:nvPr/>
        </p:nvSpPr>
        <p:spPr>
          <a:xfrm>
            <a:off x="7662672" y="1097280"/>
            <a:ext cx="4114800" cy="1371600"/>
          </a:xfrm>
          <a:prstGeom prst="rect">
            <a:avLst/>
          </a:prstGeom>
          <a:solidFill>
            <a:srgbClr val="EAF2F8"/>
          </a:solidFill>
          <a:ln/>
        </p:spPr>
        <p:txBody>
          <a:bodyPr/>
          <a:lstStyle/>
          <a:p>
            <a:endParaRPr lang="ja-JP" altLang="en-US" sz="3200"/>
          </a:p>
        </p:txBody>
      </p:sp>
      <p:sp>
        <p:nvSpPr>
          <p:cNvPr id="12" name="Shape 10"/>
          <p:cNvSpPr/>
          <p:nvPr/>
        </p:nvSpPr>
        <p:spPr>
          <a:xfrm>
            <a:off x="7662672" y="1097280"/>
            <a:ext cx="64008" cy="1371600"/>
          </a:xfrm>
          <a:prstGeom prst="rect">
            <a:avLst/>
          </a:prstGeom>
          <a:solidFill>
            <a:srgbClr val="2980B9"/>
          </a:solidFill>
          <a:ln/>
        </p:spPr>
        <p:txBody>
          <a:bodyPr/>
          <a:lstStyle/>
          <a:p>
            <a:endParaRPr lang="ja-JP" altLang="en-US" sz="3200"/>
          </a:p>
        </p:txBody>
      </p:sp>
      <p:sp>
        <p:nvSpPr>
          <p:cNvPr id="13" name="Text 11"/>
          <p:cNvSpPr/>
          <p:nvPr/>
        </p:nvSpPr>
        <p:spPr>
          <a:xfrm>
            <a:off x="7827264" y="1152144"/>
            <a:ext cx="3840480" cy="292608"/>
          </a:xfrm>
          <a:prstGeom prst="rect">
            <a:avLst/>
          </a:prstGeom>
          <a:noFill/>
          <a:ln/>
        </p:spPr>
        <p:txBody>
          <a:bodyPr wrap="square" rtlCol="0" anchor="ctr"/>
          <a:lstStyle/>
          <a:p>
            <a:pPr marL="0" indent="0">
              <a:buNone/>
            </a:pPr>
            <a:r>
              <a:rPr lang="en-US" b="1" dirty="0">
                <a:solidFill>
                  <a:srgbClr val="2980B9"/>
                </a:solidFill>
                <a:latin typeface="Meiryo" pitchFamily="34" charset="0"/>
                <a:ea typeface="Meiryo" pitchFamily="34" charset="-122"/>
                <a:cs typeface="Meiryo" pitchFamily="34" charset="-120"/>
              </a:rPr>
              <a:t>リスク管理</a:t>
            </a:r>
            <a:endParaRPr lang="en-US" dirty="0"/>
          </a:p>
        </p:txBody>
      </p:sp>
      <p:sp>
        <p:nvSpPr>
          <p:cNvPr id="14" name="Text 12"/>
          <p:cNvSpPr/>
          <p:nvPr/>
        </p:nvSpPr>
        <p:spPr>
          <a:xfrm>
            <a:off x="7827264" y="1435608"/>
            <a:ext cx="3840480" cy="98755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(Risk Management)</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厚労省・農水省など</a:t>
            </a:r>
            <a:endParaRPr lang="en-US" sz="2000" dirty="0"/>
          </a:p>
        </p:txBody>
      </p:sp>
      <p:sp>
        <p:nvSpPr>
          <p:cNvPr id="15" name="Shape 13"/>
          <p:cNvSpPr/>
          <p:nvPr/>
        </p:nvSpPr>
        <p:spPr>
          <a:xfrm>
            <a:off x="3351276" y="4297680"/>
            <a:ext cx="5486400" cy="1554480"/>
          </a:xfrm>
          <a:prstGeom prst="rect">
            <a:avLst/>
          </a:prstGeom>
          <a:solidFill>
            <a:srgbClr val="FDEDEC"/>
          </a:solidFill>
          <a:ln/>
        </p:spPr>
        <p:txBody>
          <a:bodyPr/>
          <a:lstStyle/>
          <a:p>
            <a:endParaRPr lang="ja-JP" altLang="en-US" sz="3600"/>
          </a:p>
        </p:txBody>
      </p:sp>
      <p:sp>
        <p:nvSpPr>
          <p:cNvPr id="16" name="Shape 14"/>
          <p:cNvSpPr/>
          <p:nvPr/>
        </p:nvSpPr>
        <p:spPr>
          <a:xfrm>
            <a:off x="3351276" y="4297680"/>
            <a:ext cx="64008" cy="1554480"/>
          </a:xfrm>
          <a:prstGeom prst="rect">
            <a:avLst/>
          </a:prstGeom>
          <a:solidFill>
            <a:srgbClr val="C0392B"/>
          </a:solidFill>
          <a:ln/>
        </p:spPr>
        <p:txBody>
          <a:bodyPr/>
          <a:lstStyle/>
          <a:p>
            <a:endParaRPr lang="ja-JP" altLang="en-US" sz="3600"/>
          </a:p>
        </p:txBody>
      </p:sp>
      <p:sp>
        <p:nvSpPr>
          <p:cNvPr id="17" name="Text 15"/>
          <p:cNvSpPr/>
          <p:nvPr/>
        </p:nvSpPr>
        <p:spPr>
          <a:xfrm>
            <a:off x="3515868" y="4352544"/>
            <a:ext cx="5212080" cy="292608"/>
          </a:xfrm>
          <a:prstGeom prst="rect">
            <a:avLst/>
          </a:prstGeom>
          <a:noFill/>
          <a:ln/>
        </p:spPr>
        <p:txBody>
          <a:bodyPr wrap="square" rtlCol="0" anchor="ctr"/>
          <a:lstStyle/>
          <a:p>
            <a:pPr marL="0" indent="0">
              <a:buNone/>
            </a:pPr>
            <a:r>
              <a:rPr lang="en-US" sz="2000" b="1" dirty="0">
                <a:solidFill>
                  <a:srgbClr val="C0392B"/>
                </a:solidFill>
                <a:latin typeface="Meiryo" pitchFamily="34" charset="0"/>
                <a:ea typeface="Meiryo" pitchFamily="34" charset="-122"/>
                <a:cs typeface="Meiryo" pitchFamily="34" charset="-120"/>
              </a:rPr>
              <a:t>リスクコミュニケーション</a:t>
            </a:r>
            <a:endParaRPr lang="en-US" sz="2000" dirty="0"/>
          </a:p>
        </p:txBody>
      </p:sp>
      <p:sp>
        <p:nvSpPr>
          <p:cNvPr id="18" name="Text 16"/>
          <p:cNvSpPr/>
          <p:nvPr/>
        </p:nvSpPr>
        <p:spPr>
          <a:xfrm>
            <a:off x="3515868" y="4636008"/>
            <a:ext cx="5212080" cy="1170432"/>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(Risk Communication)</a:t>
            </a:r>
            <a:endParaRPr lang="en-US" sz="2400" dirty="0"/>
          </a:p>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行政・市民・事業者の三者間</a:t>
            </a:r>
            <a:endParaRPr lang="en-US" sz="2400" dirty="0"/>
          </a:p>
        </p:txBody>
      </p:sp>
      <p:cxnSp>
        <p:nvCxnSpPr>
          <p:cNvPr id="19" name="Connector 18"/>
          <p:cNvCxnSpPr/>
          <p:nvPr/>
        </p:nvCxnSpPr>
        <p:spPr>
          <a:xfrm flipH="1" flipV="1">
            <a:off x="3017520" y="2468880"/>
            <a:ext cx="1645920" cy="320040"/>
          </a:xfrm>
          <a:prstGeom prst="line">
            <a:avLst/>
          </a:prstGeom>
          <a:ln w="34925">
            <a:solidFill>
              <a:srgbClr val="2980B9"/>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534656" y="2468880"/>
            <a:ext cx="1563624" cy="320040"/>
          </a:xfrm>
          <a:prstGeom prst="line">
            <a:avLst/>
          </a:prstGeom>
          <a:ln w="34925">
            <a:solidFill>
              <a:srgbClr val="2980B9"/>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99048" y="3931920"/>
            <a:ext cx="0" cy="365760"/>
          </a:xfrm>
          <a:prstGeom prst="line">
            <a:avLst/>
          </a:prstGeom>
          <a:ln w="34925">
            <a:solidFill>
              <a:srgbClr val="2980B9"/>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D-1. リスク評価の4ステップ</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sp>
        <p:nvSpPr>
          <p:cNvPr id="5" name="Shape 3"/>
          <p:cNvSpPr/>
          <p:nvPr/>
        </p:nvSpPr>
        <p:spPr>
          <a:xfrm>
            <a:off x="630936" y="1371600"/>
            <a:ext cx="2560320" cy="2286000"/>
          </a:xfrm>
          <a:prstGeom prst="roundRect">
            <a:avLst>
              <a:gd name="adj" fmla="val 3200"/>
            </a:avLst>
          </a:prstGeom>
          <a:solidFill>
            <a:srgbClr val="EAF2F8"/>
          </a:solidFill>
          <a:ln w="19050">
            <a:solidFill>
              <a:srgbClr val="1A5276"/>
            </a:solidFill>
            <a:prstDash val="solid"/>
          </a:ln>
        </p:spPr>
        <p:txBody>
          <a:bodyPr/>
          <a:lstStyle/>
          <a:p>
            <a:endParaRPr lang="ja-JP" altLang="en-US" sz="2800"/>
          </a:p>
        </p:txBody>
      </p:sp>
      <p:sp>
        <p:nvSpPr>
          <p:cNvPr id="6" name="Text 4"/>
          <p:cNvSpPr/>
          <p:nvPr/>
        </p:nvSpPr>
        <p:spPr>
          <a:xfrm>
            <a:off x="630936" y="1554480"/>
            <a:ext cx="2560320" cy="457200"/>
          </a:xfrm>
          <a:prstGeom prst="rect">
            <a:avLst/>
          </a:prstGeom>
          <a:noFill/>
          <a:ln/>
        </p:spPr>
        <p:txBody>
          <a:bodyPr wrap="square" rtlCol="0" anchor="ctr"/>
          <a:lstStyle/>
          <a:p>
            <a:pPr marL="0" indent="0" algn="ctr">
              <a:buNone/>
            </a:pPr>
            <a:r>
              <a:rPr lang="en-US" sz="2000" b="1" dirty="0">
                <a:solidFill>
                  <a:srgbClr val="1A5276"/>
                </a:solidFill>
                <a:latin typeface="Meiryo" pitchFamily="34" charset="0"/>
                <a:ea typeface="Meiryo" pitchFamily="34" charset="-122"/>
                <a:cs typeface="Meiryo" pitchFamily="34" charset="-120"/>
              </a:rPr>
              <a:t>① 有害性同定</a:t>
            </a:r>
            <a:endParaRPr lang="en-US" sz="2000" dirty="0"/>
          </a:p>
        </p:txBody>
      </p:sp>
      <p:sp>
        <p:nvSpPr>
          <p:cNvPr id="7" name="Text 5"/>
          <p:cNvSpPr/>
          <p:nvPr/>
        </p:nvSpPr>
        <p:spPr>
          <a:xfrm>
            <a:off x="630936" y="2057400"/>
            <a:ext cx="2560320" cy="365760"/>
          </a:xfrm>
          <a:prstGeom prst="rect">
            <a:avLst/>
          </a:prstGeom>
          <a:noFill/>
          <a:ln/>
        </p:spPr>
        <p:txBody>
          <a:bodyPr wrap="square" rtlCol="0" anchor="ctr"/>
          <a:lstStyle/>
          <a:p>
            <a:pPr marL="0" indent="0" algn="ctr">
              <a:buNone/>
            </a:pPr>
            <a:r>
              <a:rPr lang="en-US" sz="1600" i="1" dirty="0">
                <a:solidFill>
                  <a:srgbClr val="2C3E50"/>
                </a:solidFill>
                <a:latin typeface="Calibri" pitchFamily="34" charset="0"/>
                <a:ea typeface="Calibri" pitchFamily="34" charset="-122"/>
                <a:cs typeface="Calibri" pitchFamily="34" charset="-120"/>
              </a:rPr>
              <a:t>Hazard ID</a:t>
            </a:r>
            <a:endParaRPr lang="en-US" sz="1600" dirty="0"/>
          </a:p>
        </p:txBody>
      </p:sp>
      <p:sp>
        <p:nvSpPr>
          <p:cNvPr id="8" name="Text 6"/>
          <p:cNvSpPr/>
          <p:nvPr/>
        </p:nvSpPr>
        <p:spPr>
          <a:xfrm>
            <a:off x="630936" y="2468880"/>
            <a:ext cx="2560320" cy="914400"/>
          </a:xfrm>
          <a:prstGeom prst="rect">
            <a:avLst/>
          </a:prstGeom>
          <a:noFill/>
          <a:ln/>
        </p:spPr>
        <p:txBody>
          <a:bodyPr wrap="square" rtlCol="0" anchor="ctr"/>
          <a:lstStyle/>
          <a:p>
            <a:pPr marL="0" indent="0" algn="ctr">
              <a:lnSpc>
                <a:spcPct val="130000"/>
              </a:lnSpc>
              <a:buNone/>
            </a:pPr>
            <a:r>
              <a:rPr lang="en-US" sz="1600" dirty="0">
                <a:solidFill>
                  <a:srgbClr val="5D6D7E"/>
                </a:solidFill>
                <a:latin typeface="Meiryo" pitchFamily="34" charset="0"/>
                <a:ea typeface="Meiryo" pitchFamily="34" charset="-122"/>
                <a:cs typeface="Meiryo" pitchFamily="34" charset="-120"/>
              </a:rPr>
              <a:t>どんな毒性を</a:t>
            </a:r>
            <a:endParaRPr lang="en-US" sz="1600" dirty="0"/>
          </a:p>
          <a:p>
            <a:pPr marL="0" indent="0" algn="ctr">
              <a:lnSpc>
                <a:spcPct val="130000"/>
              </a:lnSpc>
              <a:buNone/>
            </a:pPr>
            <a:r>
              <a:rPr lang="en-US" sz="1600" dirty="0">
                <a:solidFill>
                  <a:srgbClr val="5D6D7E"/>
                </a:solidFill>
                <a:latin typeface="Meiryo" pitchFamily="34" charset="0"/>
                <a:ea typeface="Meiryo" pitchFamily="34" charset="-122"/>
                <a:cs typeface="Meiryo" pitchFamily="34" charset="-120"/>
              </a:rPr>
              <a:t>持つか</a:t>
            </a:r>
            <a:endParaRPr lang="en-US" sz="1600" dirty="0"/>
          </a:p>
        </p:txBody>
      </p:sp>
      <p:sp>
        <p:nvSpPr>
          <p:cNvPr id="9" name="Shape 7"/>
          <p:cNvSpPr/>
          <p:nvPr/>
        </p:nvSpPr>
        <p:spPr>
          <a:xfrm>
            <a:off x="3191256" y="2468880"/>
            <a:ext cx="228600" cy="0"/>
          </a:xfrm>
          <a:prstGeom prst="line">
            <a:avLst/>
          </a:prstGeom>
          <a:noFill/>
          <a:ln w="25400">
            <a:solidFill>
              <a:srgbClr val="2980B9"/>
            </a:solidFill>
            <a:prstDash val="solid"/>
            <a:tailEnd type="triangle"/>
          </a:ln>
        </p:spPr>
        <p:txBody>
          <a:bodyPr/>
          <a:lstStyle/>
          <a:p>
            <a:endParaRPr lang="ja-JP" altLang="en-US" sz="2800"/>
          </a:p>
        </p:txBody>
      </p:sp>
      <p:sp>
        <p:nvSpPr>
          <p:cNvPr id="10" name="Shape 8"/>
          <p:cNvSpPr/>
          <p:nvPr/>
        </p:nvSpPr>
        <p:spPr>
          <a:xfrm>
            <a:off x="3419856" y="1371600"/>
            <a:ext cx="2560320" cy="2286000"/>
          </a:xfrm>
          <a:prstGeom prst="roundRect">
            <a:avLst>
              <a:gd name="adj" fmla="val 3200"/>
            </a:avLst>
          </a:prstGeom>
          <a:solidFill>
            <a:srgbClr val="EAF2F8"/>
          </a:solidFill>
          <a:ln w="19050">
            <a:solidFill>
              <a:srgbClr val="1A5276"/>
            </a:solidFill>
            <a:prstDash val="solid"/>
          </a:ln>
        </p:spPr>
        <p:txBody>
          <a:bodyPr/>
          <a:lstStyle/>
          <a:p>
            <a:endParaRPr lang="ja-JP" altLang="en-US" sz="2800"/>
          </a:p>
        </p:txBody>
      </p:sp>
      <p:sp>
        <p:nvSpPr>
          <p:cNvPr id="11" name="Text 9"/>
          <p:cNvSpPr/>
          <p:nvPr/>
        </p:nvSpPr>
        <p:spPr>
          <a:xfrm>
            <a:off x="3419856" y="1554480"/>
            <a:ext cx="2560320" cy="457200"/>
          </a:xfrm>
          <a:prstGeom prst="rect">
            <a:avLst/>
          </a:prstGeom>
          <a:noFill/>
          <a:ln/>
        </p:spPr>
        <p:txBody>
          <a:bodyPr wrap="square" rtlCol="0" anchor="ctr"/>
          <a:lstStyle/>
          <a:p>
            <a:pPr marL="0" indent="0" algn="ctr">
              <a:buNone/>
            </a:pPr>
            <a:r>
              <a:rPr lang="en-US" sz="2000" b="1" dirty="0">
                <a:solidFill>
                  <a:srgbClr val="1A5276"/>
                </a:solidFill>
                <a:latin typeface="Meiryo" pitchFamily="34" charset="0"/>
                <a:ea typeface="Meiryo" pitchFamily="34" charset="-122"/>
                <a:cs typeface="Meiryo" pitchFamily="34" charset="-120"/>
              </a:rPr>
              <a:t>② 用量-反応関係</a:t>
            </a:r>
            <a:endParaRPr lang="en-US" sz="2000" dirty="0"/>
          </a:p>
        </p:txBody>
      </p:sp>
      <p:sp>
        <p:nvSpPr>
          <p:cNvPr id="12" name="Text 10"/>
          <p:cNvSpPr/>
          <p:nvPr/>
        </p:nvSpPr>
        <p:spPr>
          <a:xfrm>
            <a:off x="3419856" y="2057400"/>
            <a:ext cx="2560320" cy="365760"/>
          </a:xfrm>
          <a:prstGeom prst="rect">
            <a:avLst/>
          </a:prstGeom>
          <a:noFill/>
          <a:ln/>
        </p:spPr>
        <p:txBody>
          <a:bodyPr wrap="square" rtlCol="0" anchor="ctr"/>
          <a:lstStyle/>
          <a:p>
            <a:pPr marL="0" indent="0" algn="ctr">
              <a:buNone/>
            </a:pPr>
            <a:r>
              <a:rPr lang="en-US" sz="1600" i="1" dirty="0">
                <a:solidFill>
                  <a:srgbClr val="2C3E50"/>
                </a:solidFill>
                <a:latin typeface="Calibri" pitchFamily="34" charset="0"/>
                <a:ea typeface="Calibri" pitchFamily="34" charset="-122"/>
                <a:cs typeface="Calibri" pitchFamily="34" charset="-120"/>
              </a:rPr>
              <a:t>Dose-Response</a:t>
            </a:r>
            <a:endParaRPr lang="en-US" sz="1600" dirty="0"/>
          </a:p>
        </p:txBody>
      </p:sp>
      <p:sp>
        <p:nvSpPr>
          <p:cNvPr id="13" name="Text 11"/>
          <p:cNvSpPr/>
          <p:nvPr/>
        </p:nvSpPr>
        <p:spPr>
          <a:xfrm>
            <a:off x="3419856" y="2468880"/>
            <a:ext cx="2560320" cy="914400"/>
          </a:xfrm>
          <a:prstGeom prst="rect">
            <a:avLst/>
          </a:prstGeom>
          <a:noFill/>
          <a:ln/>
        </p:spPr>
        <p:txBody>
          <a:bodyPr wrap="square" rtlCol="0" anchor="ctr"/>
          <a:lstStyle/>
          <a:p>
            <a:pPr marL="0" indent="0" algn="ctr">
              <a:lnSpc>
                <a:spcPct val="130000"/>
              </a:lnSpc>
              <a:buNone/>
            </a:pPr>
            <a:r>
              <a:rPr lang="en-US" sz="1600" dirty="0">
                <a:solidFill>
                  <a:srgbClr val="5D6D7E"/>
                </a:solidFill>
                <a:latin typeface="Meiryo" pitchFamily="34" charset="0"/>
                <a:ea typeface="Meiryo" pitchFamily="34" charset="-122"/>
                <a:cs typeface="Meiryo" pitchFamily="34" charset="-120"/>
              </a:rPr>
              <a:t>どの量で</a:t>
            </a:r>
            <a:endParaRPr lang="en-US" sz="1600" dirty="0"/>
          </a:p>
          <a:p>
            <a:pPr marL="0" indent="0" algn="ctr">
              <a:lnSpc>
                <a:spcPct val="130000"/>
              </a:lnSpc>
              <a:buNone/>
            </a:pPr>
            <a:r>
              <a:rPr lang="en-US" sz="1600" dirty="0">
                <a:solidFill>
                  <a:srgbClr val="5D6D7E"/>
                </a:solidFill>
                <a:latin typeface="Meiryo" pitchFamily="34" charset="0"/>
                <a:ea typeface="Meiryo" pitchFamily="34" charset="-122"/>
                <a:cs typeface="Meiryo" pitchFamily="34" charset="-120"/>
              </a:rPr>
              <a:t>何が起きるか</a:t>
            </a:r>
            <a:endParaRPr lang="en-US" sz="1600" dirty="0"/>
          </a:p>
        </p:txBody>
      </p:sp>
      <p:sp>
        <p:nvSpPr>
          <p:cNvPr id="14" name="Shape 12"/>
          <p:cNvSpPr/>
          <p:nvPr/>
        </p:nvSpPr>
        <p:spPr>
          <a:xfrm>
            <a:off x="5980176" y="2468880"/>
            <a:ext cx="228600" cy="0"/>
          </a:xfrm>
          <a:prstGeom prst="line">
            <a:avLst/>
          </a:prstGeom>
          <a:noFill/>
          <a:ln w="25400">
            <a:solidFill>
              <a:srgbClr val="2980B9"/>
            </a:solidFill>
            <a:prstDash val="solid"/>
            <a:tailEnd type="triangle"/>
          </a:ln>
        </p:spPr>
        <p:txBody>
          <a:bodyPr/>
          <a:lstStyle/>
          <a:p>
            <a:endParaRPr lang="ja-JP" altLang="en-US" sz="2800"/>
          </a:p>
        </p:txBody>
      </p:sp>
      <p:sp>
        <p:nvSpPr>
          <p:cNvPr id="15" name="Shape 13"/>
          <p:cNvSpPr/>
          <p:nvPr/>
        </p:nvSpPr>
        <p:spPr>
          <a:xfrm>
            <a:off x="6208776" y="1371600"/>
            <a:ext cx="2560320" cy="2286000"/>
          </a:xfrm>
          <a:prstGeom prst="roundRect">
            <a:avLst>
              <a:gd name="adj" fmla="val 3200"/>
            </a:avLst>
          </a:prstGeom>
          <a:solidFill>
            <a:srgbClr val="EAF2F8"/>
          </a:solidFill>
          <a:ln w="19050">
            <a:solidFill>
              <a:srgbClr val="1A5276"/>
            </a:solidFill>
            <a:prstDash val="solid"/>
          </a:ln>
        </p:spPr>
        <p:txBody>
          <a:bodyPr/>
          <a:lstStyle/>
          <a:p>
            <a:endParaRPr lang="ja-JP" altLang="en-US" sz="2800"/>
          </a:p>
        </p:txBody>
      </p:sp>
      <p:sp>
        <p:nvSpPr>
          <p:cNvPr id="16" name="Text 14"/>
          <p:cNvSpPr/>
          <p:nvPr/>
        </p:nvSpPr>
        <p:spPr>
          <a:xfrm>
            <a:off x="6208776" y="1554480"/>
            <a:ext cx="2560320" cy="457200"/>
          </a:xfrm>
          <a:prstGeom prst="rect">
            <a:avLst/>
          </a:prstGeom>
          <a:noFill/>
          <a:ln/>
        </p:spPr>
        <p:txBody>
          <a:bodyPr wrap="square" rtlCol="0" anchor="ctr"/>
          <a:lstStyle/>
          <a:p>
            <a:pPr marL="0" indent="0" algn="ctr">
              <a:buNone/>
            </a:pPr>
            <a:r>
              <a:rPr lang="en-US" sz="2000" b="1" dirty="0">
                <a:solidFill>
                  <a:srgbClr val="1A5276"/>
                </a:solidFill>
                <a:latin typeface="Meiryo" pitchFamily="34" charset="0"/>
                <a:ea typeface="Meiryo" pitchFamily="34" charset="-122"/>
                <a:cs typeface="Meiryo" pitchFamily="34" charset="-120"/>
              </a:rPr>
              <a:t>③ 曝露評価</a:t>
            </a:r>
            <a:endParaRPr lang="en-US" sz="2000" dirty="0"/>
          </a:p>
        </p:txBody>
      </p:sp>
      <p:sp>
        <p:nvSpPr>
          <p:cNvPr id="17" name="Text 15"/>
          <p:cNvSpPr/>
          <p:nvPr/>
        </p:nvSpPr>
        <p:spPr>
          <a:xfrm>
            <a:off x="6208776" y="2057400"/>
            <a:ext cx="2560320" cy="365760"/>
          </a:xfrm>
          <a:prstGeom prst="rect">
            <a:avLst/>
          </a:prstGeom>
          <a:noFill/>
          <a:ln/>
        </p:spPr>
        <p:txBody>
          <a:bodyPr wrap="square" rtlCol="0" anchor="ctr"/>
          <a:lstStyle/>
          <a:p>
            <a:pPr marL="0" indent="0" algn="ctr">
              <a:buNone/>
            </a:pPr>
            <a:r>
              <a:rPr lang="en-US" sz="1600" i="1" dirty="0">
                <a:solidFill>
                  <a:srgbClr val="2C3E50"/>
                </a:solidFill>
                <a:latin typeface="Calibri" pitchFamily="34" charset="0"/>
                <a:ea typeface="Calibri" pitchFamily="34" charset="-122"/>
                <a:cs typeface="Calibri" pitchFamily="34" charset="-120"/>
              </a:rPr>
              <a:t>Exposure</a:t>
            </a:r>
            <a:endParaRPr lang="en-US" sz="1600" dirty="0"/>
          </a:p>
        </p:txBody>
      </p:sp>
      <p:sp>
        <p:nvSpPr>
          <p:cNvPr id="18" name="Text 16"/>
          <p:cNvSpPr/>
          <p:nvPr/>
        </p:nvSpPr>
        <p:spPr>
          <a:xfrm>
            <a:off x="6208776" y="2468880"/>
            <a:ext cx="2560320" cy="914400"/>
          </a:xfrm>
          <a:prstGeom prst="rect">
            <a:avLst/>
          </a:prstGeom>
          <a:noFill/>
          <a:ln/>
        </p:spPr>
        <p:txBody>
          <a:bodyPr wrap="square" rtlCol="0" anchor="ctr"/>
          <a:lstStyle/>
          <a:p>
            <a:pPr marL="0" indent="0" algn="ctr">
              <a:lnSpc>
                <a:spcPct val="130000"/>
              </a:lnSpc>
              <a:buNone/>
            </a:pPr>
            <a:r>
              <a:rPr lang="en-US" sz="1600" dirty="0">
                <a:solidFill>
                  <a:srgbClr val="5D6D7E"/>
                </a:solidFill>
                <a:latin typeface="Meiryo" pitchFamily="34" charset="0"/>
                <a:ea typeface="Meiryo" pitchFamily="34" charset="-122"/>
                <a:cs typeface="Meiryo" pitchFamily="34" charset="-120"/>
              </a:rPr>
              <a:t>実際に</a:t>
            </a:r>
            <a:endParaRPr lang="en-US" sz="1600" dirty="0"/>
          </a:p>
          <a:p>
            <a:pPr marL="0" indent="0" algn="ctr">
              <a:lnSpc>
                <a:spcPct val="130000"/>
              </a:lnSpc>
              <a:buNone/>
            </a:pPr>
            <a:r>
              <a:rPr lang="en-US" sz="1600" dirty="0">
                <a:solidFill>
                  <a:srgbClr val="5D6D7E"/>
                </a:solidFill>
                <a:latin typeface="Meiryo" pitchFamily="34" charset="0"/>
                <a:ea typeface="Meiryo" pitchFamily="34" charset="-122"/>
                <a:cs typeface="Meiryo" pitchFamily="34" charset="-120"/>
              </a:rPr>
              <a:t>どれだけ摂取するか</a:t>
            </a:r>
            <a:endParaRPr lang="en-US" sz="1600" dirty="0"/>
          </a:p>
        </p:txBody>
      </p:sp>
      <p:sp>
        <p:nvSpPr>
          <p:cNvPr id="19" name="Shape 17"/>
          <p:cNvSpPr/>
          <p:nvPr/>
        </p:nvSpPr>
        <p:spPr>
          <a:xfrm>
            <a:off x="8769096" y="2468880"/>
            <a:ext cx="228600" cy="0"/>
          </a:xfrm>
          <a:prstGeom prst="line">
            <a:avLst/>
          </a:prstGeom>
          <a:noFill/>
          <a:ln w="25400">
            <a:solidFill>
              <a:srgbClr val="2980B9"/>
            </a:solidFill>
            <a:prstDash val="solid"/>
            <a:tailEnd type="triangle"/>
          </a:ln>
        </p:spPr>
        <p:txBody>
          <a:bodyPr/>
          <a:lstStyle/>
          <a:p>
            <a:endParaRPr lang="ja-JP" altLang="en-US" sz="2800"/>
          </a:p>
        </p:txBody>
      </p:sp>
      <p:sp>
        <p:nvSpPr>
          <p:cNvPr id="20" name="Shape 18"/>
          <p:cNvSpPr/>
          <p:nvPr/>
        </p:nvSpPr>
        <p:spPr>
          <a:xfrm>
            <a:off x="8997696" y="1371600"/>
            <a:ext cx="2560320" cy="2286000"/>
          </a:xfrm>
          <a:prstGeom prst="roundRect">
            <a:avLst>
              <a:gd name="adj" fmla="val 3200"/>
            </a:avLst>
          </a:prstGeom>
          <a:solidFill>
            <a:srgbClr val="FDEDEC"/>
          </a:solidFill>
          <a:ln w="19050">
            <a:solidFill>
              <a:srgbClr val="C0392B"/>
            </a:solidFill>
            <a:prstDash val="solid"/>
          </a:ln>
        </p:spPr>
        <p:txBody>
          <a:bodyPr/>
          <a:lstStyle/>
          <a:p>
            <a:endParaRPr lang="ja-JP" altLang="en-US" sz="2800"/>
          </a:p>
        </p:txBody>
      </p:sp>
      <p:sp>
        <p:nvSpPr>
          <p:cNvPr id="21" name="Text 19"/>
          <p:cNvSpPr/>
          <p:nvPr/>
        </p:nvSpPr>
        <p:spPr>
          <a:xfrm>
            <a:off x="8997696" y="1554480"/>
            <a:ext cx="2560320" cy="457200"/>
          </a:xfrm>
          <a:prstGeom prst="rect">
            <a:avLst/>
          </a:prstGeom>
          <a:noFill/>
          <a:ln/>
        </p:spPr>
        <p:txBody>
          <a:bodyPr wrap="square" rtlCol="0" anchor="ctr"/>
          <a:lstStyle/>
          <a:p>
            <a:pPr marL="0" indent="0" algn="ctr">
              <a:buNone/>
            </a:pPr>
            <a:r>
              <a:rPr lang="en-US" sz="2000" b="1" dirty="0">
                <a:solidFill>
                  <a:srgbClr val="C0392B"/>
                </a:solidFill>
                <a:latin typeface="Meiryo" pitchFamily="34" charset="0"/>
                <a:ea typeface="Meiryo" pitchFamily="34" charset="-122"/>
                <a:cs typeface="Meiryo" pitchFamily="34" charset="-120"/>
              </a:rPr>
              <a:t>④ リスク判定</a:t>
            </a:r>
            <a:endParaRPr lang="en-US" sz="2000" dirty="0"/>
          </a:p>
        </p:txBody>
      </p:sp>
      <p:sp>
        <p:nvSpPr>
          <p:cNvPr id="22" name="Text 20"/>
          <p:cNvSpPr/>
          <p:nvPr/>
        </p:nvSpPr>
        <p:spPr>
          <a:xfrm>
            <a:off x="8997696" y="2057400"/>
            <a:ext cx="2560320" cy="365760"/>
          </a:xfrm>
          <a:prstGeom prst="rect">
            <a:avLst/>
          </a:prstGeom>
          <a:noFill/>
          <a:ln/>
        </p:spPr>
        <p:txBody>
          <a:bodyPr wrap="square" rtlCol="0" anchor="ctr"/>
          <a:lstStyle/>
          <a:p>
            <a:pPr marL="0" indent="0" algn="ctr">
              <a:buNone/>
            </a:pPr>
            <a:r>
              <a:rPr lang="en-US" sz="1600" i="1" dirty="0">
                <a:solidFill>
                  <a:srgbClr val="2C3E50"/>
                </a:solidFill>
                <a:latin typeface="Calibri" pitchFamily="34" charset="0"/>
                <a:ea typeface="Calibri" pitchFamily="34" charset="-122"/>
                <a:cs typeface="Calibri" pitchFamily="34" charset="-120"/>
              </a:rPr>
              <a:t>Risk Char.</a:t>
            </a:r>
            <a:endParaRPr lang="en-US" sz="1600" dirty="0"/>
          </a:p>
        </p:txBody>
      </p:sp>
      <p:sp>
        <p:nvSpPr>
          <p:cNvPr id="23" name="Text 21"/>
          <p:cNvSpPr/>
          <p:nvPr/>
        </p:nvSpPr>
        <p:spPr>
          <a:xfrm>
            <a:off x="8997696" y="2468880"/>
            <a:ext cx="2560320" cy="914400"/>
          </a:xfrm>
          <a:prstGeom prst="rect">
            <a:avLst/>
          </a:prstGeom>
          <a:noFill/>
          <a:ln/>
        </p:spPr>
        <p:txBody>
          <a:bodyPr wrap="square" rtlCol="0" anchor="ctr"/>
          <a:lstStyle/>
          <a:p>
            <a:pPr marL="0" indent="0" algn="ctr">
              <a:lnSpc>
                <a:spcPct val="130000"/>
              </a:lnSpc>
              <a:buNone/>
            </a:pPr>
            <a:r>
              <a:rPr lang="en-US" sz="1600" dirty="0">
                <a:solidFill>
                  <a:srgbClr val="5D6D7E"/>
                </a:solidFill>
                <a:latin typeface="Meiryo" pitchFamily="34" charset="0"/>
                <a:ea typeface="Meiryo" pitchFamily="34" charset="-122"/>
                <a:cs typeface="Meiryo" pitchFamily="34" charset="-120"/>
              </a:rPr>
              <a:t>基準値の</a:t>
            </a:r>
            <a:endParaRPr lang="en-US" sz="1600" dirty="0"/>
          </a:p>
          <a:p>
            <a:pPr marL="0" indent="0" algn="ctr">
              <a:lnSpc>
                <a:spcPct val="130000"/>
              </a:lnSpc>
              <a:buNone/>
            </a:pPr>
            <a:r>
              <a:rPr lang="en-US" sz="1600" dirty="0">
                <a:solidFill>
                  <a:srgbClr val="5D6D7E"/>
                </a:solidFill>
                <a:latin typeface="Meiryo" pitchFamily="34" charset="0"/>
                <a:ea typeface="Meiryo" pitchFamily="34" charset="-122"/>
                <a:cs typeface="Meiryo" pitchFamily="34" charset="-120"/>
              </a:rPr>
              <a:t>設定</a:t>
            </a:r>
            <a:endParaRPr lang="en-US" sz="1600" dirty="0"/>
          </a:p>
        </p:txBody>
      </p:sp>
      <p:sp>
        <p:nvSpPr>
          <p:cNvPr id="24" name="Shape 22"/>
          <p:cNvSpPr/>
          <p:nvPr/>
        </p:nvSpPr>
        <p:spPr>
          <a:xfrm>
            <a:off x="411480" y="4114800"/>
            <a:ext cx="11365992" cy="1280160"/>
          </a:xfrm>
          <a:prstGeom prst="rect">
            <a:avLst/>
          </a:prstGeom>
          <a:solidFill>
            <a:srgbClr val="F8F9FA"/>
          </a:solidFill>
          <a:ln/>
        </p:spPr>
        <p:txBody>
          <a:bodyPr/>
          <a:lstStyle/>
          <a:p>
            <a:endParaRPr lang="ja-JP" altLang="en-US" sz="3200"/>
          </a:p>
        </p:txBody>
      </p:sp>
      <p:sp>
        <p:nvSpPr>
          <p:cNvPr id="25" name="Shape 23"/>
          <p:cNvSpPr/>
          <p:nvPr/>
        </p:nvSpPr>
        <p:spPr>
          <a:xfrm>
            <a:off x="411480" y="4114800"/>
            <a:ext cx="64008" cy="1280160"/>
          </a:xfrm>
          <a:prstGeom prst="rect">
            <a:avLst/>
          </a:prstGeom>
          <a:solidFill>
            <a:srgbClr val="BDC3C7"/>
          </a:solidFill>
          <a:ln/>
        </p:spPr>
        <p:txBody>
          <a:bodyPr/>
          <a:lstStyle/>
          <a:p>
            <a:endParaRPr lang="ja-JP" altLang="en-US" sz="3200"/>
          </a:p>
        </p:txBody>
      </p:sp>
      <p:sp>
        <p:nvSpPr>
          <p:cNvPr id="26" name="Text 24"/>
          <p:cNvSpPr/>
          <p:nvPr/>
        </p:nvSpPr>
        <p:spPr>
          <a:xfrm>
            <a:off x="576072" y="4169664"/>
            <a:ext cx="11091672" cy="292608"/>
          </a:xfrm>
          <a:prstGeom prst="rect">
            <a:avLst/>
          </a:prstGeom>
          <a:noFill/>
          <a:ln/>
        </p:spPr>
        <p:txBody>
          <a:bodyPr wrap="square" rtlCol="0" anchor="ctr"/>
          <a:lstStyle/>
          <a:p>
            <a:pPr marL="0" indent="0">
              <a:buNone/>
            </a:pPr>
            <a:r>
              <a:rPr lang="en-US" b="1" dirty="0">
                <a:solidFill>
                  <a:srgbClr val="BDC3C7"/>
                </a:solidFill>
                <a:latin typeface="Meiryo" pitchFamily="34" charset="0"/>
                <a:ea typeface="Meiryo" pitchFamily="34" charset="-122"/>
                <a:cs typeface="Meiryo" pitchFamily="34" charset="-120"/>
              </a:rPr>
              <a:t>②と③が実務的に最も重要</a:t>
            </a:r>
            <a:endParaRPr lang="en-US" dirty="0"/>
          </a:p>
        </p:txBody>
      </p:sp>
      <p:sp>
        <p:nvSpPr>
          <p:cNvPr id="27" name="Text 25"/>
          <p:cNvSpPr/>
          <p:nvPr/>
        </p:nvSpPr>
        <p:spPr>
          <a:xfrm>
            <a:off x="576072" y="4453128"/>
            <a:ext cx="11091672" cy="89611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②で</a:t>
            </a:r>
            <a:r>
              <a:rPr lang="en-US" sz="2000" b="1" dirty="0">
                <a:solidFill>
                  <a:srgbClr val="1A5276"/>
                </a:solidFill>
                <a:latin typeface="Meiryo" pitchFamily="34" charset="0"/>
                <a:ea typeface="Meiryo" pitchFamily="34" charset="-122"/>
                <a:cs typeface="Meiryo" pitchFamily="34" charset="-120"/>
              </a:rPr>
              <a:t>NOAEL</a:t>
            </a:r>
            <a:r>
              <a:rPr lang="en-US" sz="2000" dirty="0">
                <a:solidFill>
                  <a:srgbClr val="2C3E50"/>
                </a:solidFill>
                <a:latin typeface="Meiryo" pitchFamily="34" charset="0"/>
                <a:ea typeface="Meiryo" pitchFamily="34" charset="-122"/>
                <a:cs typeface="Meiryo" pitchFamily="34" charset="-120"/>
              </a:rPr>
              <a:t>を求める → 安全係数で割って</a:t>
            </a:r>
            <a:r>
              <a:rPr lang="en-US" sz="2000" b="1" dirty="0">
                <a:solidFill>
                  <a:srgbClr val="1A5276"/>
                </a:solidFill>
                <a:latin typeface="Meiryo" pitchFamily="34" charset="0"/>
                <a:ea typeface="Meiryo" pitchFamily="34" charset="-122"/>
                <a:cs typeface="Meiryo" pitchFamily="34" charset="-120"/>
              </a:rPr>
              <a:t>ADI/TDI</a:t>
            </a:r>
            <a:r>
              <a:rPr lang="en-US" sz="2000" dirty="0">
                <a:solidFill>
                  <a:srgbClr val="2C3E50"/>
                </a:solidFill>
                <a:latin typeface="Meiryo" pitchFamily="34" charset="0"/>
                <a:ea typeface="Meiryo" pitchFamily="34" charset="-122"/>
                <a:cs typeface="Meiryo" pitchFamily="34" charset="-120"/>
              </a:rPr>
              <a:t>を算出 → ③で実際の摂取量と比較</a:t>
            </a:r>
            <a:endParaRPr lang="en-US" sz="20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D-1. 毒性試験の種類</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graphicFrame>
        <p:nvGraphicFramePr>
          <p:cNvPr id="96" name="Table 0"/>
          <p:cNvGraphicFramePr>
            <a:graphicFrameLocks noGrp="1"/>
          </p:cNvGraphicFramePr>
          <p:nvPr>
            <p:extLst>
              <p:ext uri="{D42A27DB-BD31-4B8C-83A1-F6EECF244321}">
                <p14:modId xmlns:p14="http://schemas.microsoft.com/office/powerpoint/2010/main" val="2814886863"/>
              </p:ext>
            </p:extLst>
          </p:nvPr>
        </p:nvGraphicFramePr>
        <p:xfrm>
          <a:off x="411480" y="1097280"/>
          <a:ext cx="11365992" cy="3520440"/>
        </p:xfrm>
        <a:graphic>
          <a:graphicData uri="http://schemas.openxmlformats.org/drawingml/2006/table">
            <a:tbl>
              <a:tblPr/>
              <a:tblGrid>
                <a:gridCol w="2841498">
                  <a:extLst>
                    <a:ext uri="{9D8B030D-6E8A-4147-A177-3AD203B41FA5}">
                      <a16:colId xmlns:a16="http://schemas.microsoft.com/office/drawing/2014/main" val="20000"/>
                    </a:ext>
                  </a:extLst>
                </a:gridCol>
                <a:gridCol w="2841498">
                  <a:extLst>
                    <a:ext uri="{9D8B030D-6E8A-4147-A177-3AD203B41FA5}">
                      <a16:colId xmlns:a16="http://schemas.microsoft.com/office/drawing/2014/main" val="20001"/>
                    </a:ext>
                  </a:extLst>
                </a:gridCol>
                <a:gridCol w="2841498">
                  <a:extLst>
                    <a:ext uri="{9D8B030D-6E8A-4147-A177-3AD203B41FA5}">
                      <a16:colId xmlns:a16="http://schemas.microsoft.com/office/drawing/2014/main" val="20002"/>
                    </a:ext>
                  </a:extLst>
                </a:gridCol>
                <a:gridCol w="2841498">
                  <a:extLst>
                    <a:ext uri="{9D8B030D-6E8A-4147-A177-3AD203B41FA5}">
                      <a16:colId xmlns:a16="http://schemas.microsoft.com/office/drawing/2014/main" val="20003"/>
                    </a:ext>
                  </a:extLst>
                </a:gridCol>
              </a:tblGrid>
              <a:tr h="502920">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分類</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期間</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得られる指標</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主な用途</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502920">
                <a:tc>
                  <a:txBody>
                    <a:bodyPr/>
                    <a:lstStyle/>
                    <a:p>
                      <a:pPr marL="0" indent="0" algn="l">
                        <a:buNone/>
                      </a:pPr>
                      <a:r>
                        <a:rPr lang="en-US" sz="1800" b="1" dirty="0">
                          <a:solidFill>
                            <a:srgbClr val="1A5276"/>
                          </a:solidFill>
                          <a:latin typeface="Meiryo" pitchFamily="34" charset="0"/>
                          <a:ea typeface="Meiryo" pitchFamily="34" charset="-122"/>
                          <a:cs typeface="Meiryo" pitchFamily="34" charset="-120"/>
                        </a:rPr>
                        <a:t>単回投与毒性</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1日（観察14日）</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1A5276"/>
                          </a:solidFill>
                          <a:latin typeface="Meiryo" pitchFamily="34" charset="0"/>
                          <a:ea typeface="Meiryo" pitchFamily="34" charset="-122"/>
                          <a:cs typeface="Meiryo" pitchFamily="34" charset="-120"/>
                        </a:rPr>
                        <a:t>LD₅₀</a:t>
                      </a:r>
                      <a:r>
                        <a:rPr lang="en-US" sz="1800" dirty="0">
                          <a:solidFill>
                            <a:srgbClr val="2C3E50"/>
                          </a:solidFill>
                          <a:latin typeface="Meiryo" pitchFamily="34" charset="0"/>
                          <a:ea typeface="Meiryo" pitchFamily="34" charset="-122"/>
                          <a:cs typeface="Meiryo" pitchFamily="34" charset="-120"/>
                        </a:rPr>
                        <a:t>（半数致死量）</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急性毒性の指標</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反復投与毒性</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28日 / 90日</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NOAEL（亜慢性）</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毒性プロファイル</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502920">
                <a:tc>
                  <a:txBody>
                    <a:bodyPr/>
                    <a:lstStyle/>
                    <a:p>
                      <a:pPr marL="0" indent="0" algn="l">
                        <a:buNone/>
                      </a:pPr>
                      <a:r>
                        <a:rPr lang="en-US" sz="1800" b="1" dirty="0">
                          <a:solidFill>
                            <a:srgbClr val="1A5276"/>
                          </a:solidFill>
                          <a:latin typeface="Meiryo" pitchFamily="34" charset="0"/>
                          <a:ea typeface="Meiryo" pitchFamily="34" charset="-122"/>
                          <a:cs typeface="Meiryo" pitchFamily="34" charset="-120"/>
                        </a:rPr>
                        <a:t>慢性毒性</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6ヶ月〜2年</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1A5276"/>
                          </a:solidFill>
                          <a:latin typeface="Meiryo" pitchFamily="34" charset="0"/>
                          <a:ea typeface="Meiryo" pitchFamily="34" charset="-122"/>
                          <a:cs typeface="Meiryo" pitchFamily="34" charset="-120"/>
                        </a:rPr>
                        <a:t>NOAEL</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ADI/TDIの根拠</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発がん性</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2年</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BMDL等</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VSD/MOE算出</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r h="502920">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生殖発生毒性</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催奇形性データ</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妊婦への安全性</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遺伝毒性</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Ames試験等</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変異原性スクリーニング</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20040"/>
            <a:ext cx="8686800" cy="594360"/>
          </a:xfrm>
          <a:prstGeom prst="rect">
            <a:avLst/>
          </a:prstGeom>
          <a:noFill/>
        </p:spPr>
        <p:txBody>
          <a:bodyPr wrap="square" lIns="0" tIns="0" rIns="0" bIns="0" anchor="t">
            <a:spAutoFit/>
          </a:bodyPr>
          <a:lstStyle/>
          <a:p>
            <a:pPr algn="l"/>
            <a:r>
              <a:rPr sz="2600" b="1">
                <a:solidFill>
                  <a:srgbClr val="1A5276"/>
                </a:solidFill>
                <a:latin typeface="Yu Gothic"/>
              </a:rPr>
              <a:t>D-1. 遺伝毒性試験 — 5種類を区別する</a:t>
            </a:r>
          </a:p>
        </p:txBody>
      </p:sp>
      <p:sp>
        <p:nvSpPr>
          <p:cNvPr id="3" name="TextBox 2"/>
          <p:cNvSpPr txBox="1"/>
          <p:nvPr/>
        </p:nvSpPr>
        <p:spPr>
          <a:xfrm>
            <a:off x="9674352" y="320040"/>
            <a:ext cx="1371600" cy="594360"/>
          </a:xfrm>
          <a:prstGeom prst="rect">
            <a:avLst/>
          </a:prstGeom>
          <a:noFill/>
        </p:spPr>
        <p:txBody>
          <a:bodyPr wrap="square" lIns="0" tIns="0" rIns="0" bIns="0" anchor="t">
            <a:spAutoFit/>
          </a:bodyPr>
          <a:lstStyle/>
          <a:p>
            <a:pPr algn="r"/>
            <a:r>
              <a:rPr sz="2000" b="1">
                <a:solidFill>
                  <a:srgbClr val="F39C12"/>
                </a:solidFill>
                <a:latin typeface="Yu Gothic"/>
              </a:rPr>
              <a:t>★ ★ ★</a:t>
            </a:r>
          </a:p>
        </p:txBody>
      </p:sp>
      <p:sp>
        <p:nvSpPr>
          <p:cNvPr id="4" name="Rectangle 3"/>
          <p:cNvSpPr/>
          <p:nvPr/>
        </p:nvSpPr>
        <p:spPr>
          <a:xfrm>
            <a:off x="411480" y="950976"/>
            <a:ext cx="11365992" cy="2743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097280"/>
            <a:ext cx="11365992" cy="365760"/>
          </a:xfrm>
          <a:prstGeom prst="rect">
            <a:avLst/>
          </a:prstGeom>
          <a:noFill/>
        </p:spPr>
        <p:txBody>
          <a:bodyPr wrap="square" lIns="0" tIns="0" rIns="0" bIns="0" anchor="t">
            <a:spAutoFit/>
          </a:bodyPr>
          <a:lstStyle/>
          <a:p>
            <a:pPr algn="l"/>
            <a:r>
              <a:rPr sz="1400" b="0">
                <a:solidFill>
                  <a:srgbClr val="5D6D7E"/>
                </a:solidFill>
                <a:latin typeface="Yu Gothic"/>
              </a:rPr>
              <a:t>化学物質の発がん性スクリーニングで実施。試験ごとに「検出する変異の種類」が異なる</a:t>
            </a:r>
          </a:p>
        </p:txBody>
      </p:sp>
      <p:sp>
        <p:nvSpPr>
          <p:cNvPr id="6" name="Rectangle 5"/>
          <p:cNvSpPr/>
          <p:nvPr/>
        </p:nvSpPr>
        <p:spPr>
          <a:xfrm>
            <a:off x="411480" y="1554480"/>
            <a:ext cx="11365992" cy="5029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 name="TextBox 6"/>
          <p:cNvSpPr txBox="1"/>
          <p:nvPr/>
        </p:nvSpPr>
        <p:spPr>
          <a:xfrm>
            <a:off x="484632" y="1627632"/>
            <a:ext cx="1591056" cy="276999"/>
          </a:xfrm>
          <a:prstGeom prst="rect">
            <a:avLst/>
          </a:prstGeom>
          <a:noFill/>
        </p:spPr>
        <p:txBody>
          <a:bodyPr wrap="square" lIns="0" tIns="0" rIns="0" bIns="0" anchor="t">
            <a:spAutoFit/>
          </a:bodyPr>
          <a:lstStyle/>
          <a:p>
            <a:pPr algn="ctr"/>
            <a:r>
              <a:rPr b="1">
                <a:solidFill>
                  <a:srgbClr val="FFFFFF"/>
                </a:solidFill>
                <a:latin typeface="Yu Gothic"/>
              </a:rPr>
              <a:t>試験名</a:t>
            </a:r>
          </a:p>
        </p:txBody>
      </p:sp>
      <p:sp>
        <p:nvSpPr>
          <p:cNvPr id="8" name="TextBox 7"/>
          <p:cNvSpPr txBox="1"/>
          <p:nvPr/>
        </p:nvSpPr>
        <p:spPr>
          <a:xfrm>
            <a:off x="2221992" y="1627632"/>
            <a:ext cx="1225296" cy="276999"/>
          </a:xfrm>
          <a:prstGeom prst="rect">
            <a:avLst/>
          </a:prstGeom>
          <a:noFill/>
        </p:spPr>
        <p:txBody>
          <a:bodyPr wrap="square" lIns="0" tIns="0" rIns="0" bIns="0" anchor="t">
            <a:spAutoFit/>
          </a:bodyPr>
          <a:lstStyle/>
          <a:p>
            <a:pPr algn="ctr"/>
            <a:r>
              <a:rPr b="1">
                <a:solidFill>
                  <a:srgbClr val="FFFFFF"/>
                </a:solidFill>
                <a:latin typeface="Yu Gothic"/>
              </a:rPr>
              <a:t>区分</a:t>
            </a:r>
          </a:p>
        </p:txBody>
      </p:sp>
      <p:sp>
        <p:nvSpPr>
          <p:cNvPr id="9" name="TextBox 8"/>
          <p:cNvSpPr txBox="1"/>
          <p:nvPr/>
        </p:nvSpPr>
        <p:spPr>
          <a:xfrm>
            <a:off x="3593592" y="1627632"/>
            <a:ext cx="2596896" cy="276999"/>
          </a:xfrm>
          <a:prstGeom prst="rect">
            <a:avLst/>
          </a:prstGeom>
          <a:noFill/>
        </p:spPr>
        <p:txBody>
          <a:bodyPr wrap="square" lIns="0" tIns="0" rIns="0" bIns="0" anchor="t">
            <a:spAutoFit/>
          </a:bodyPr>
          <a:lstStyle/>
          <a:p>
            <a:pPr algn="ctr"/>
            <a:r>
              <a:rPr b="1">
                <a:solidFill>
                  <a:srgbClr val="FFFFFF"/>
                </a:solidFill>
                <a:latin typeface="Yu Gothic"/>
              </a:rPr>
              <a:t>検出する変異</a:t>
            </a:r>
          </a:p>
        </p:txBody>
      </p:sp>
      <p:sp>
        <p:nvSpPr>
          <p:cNvPr id="10" name="TextBox 9"/>
          <p:cNvSpPr txBox="1"/>
          <p:nvPr/>
        </p:nvSpPr>
        <p:spPr>
          <a:xfrm>
            <a:off x="6336792" y="1627632"/>
            <a:ext cx="3054096" cy="276999"/>
          </a:xfrm>
          <a:prstGeom prst="rect">
            <a:avLst/>
          </a:prstGeom>
          <a:noFill/>
        </p:spPr>
        <p:txBody>
          <a:bodyPr wrap="square" lIns="0" tIns="0" rIns="0" bIns="0" anchor="t">
            <a:spAutoFit/>
          </a:bodyPr>
          <a:lstStyle/>
          <a:p>
            <a:pPr algn="ctr"/>
            <a:r>
              <a:rPr b="1">
                <a:solidFill>
                  <a:srgbClr val="FFFFFF"/>
                </a:solidFill>
                <a:latin typeface="Yu Gothic"/>
              </a:rPr>
              <a:t>試験系</a:t>
            </a:r>
          </a:p>
        </p:txBody>
      </p:sp>
      <p:sp>
        <p:nvSpPr>
          <p:cNvPr id="11" name="TextBox 10"/>
          <p:cNvSpPr txBox="1"/>
          <p:nvPr/>
        </p:nvSpPr>
        <p:spPr>
          <a:xfrm>
            <a:off x="9537192" y="1627632"/>
            <a:ext cx="2167127" cy="276999"/>
          </a:xfrm>
          <a:prstGeom prst="rect">
            <a:avLst/>
          </a:prstGeom>
          <a:noFill/>
        </p:spPr>
        <p:txBody>
          <a:bodyPr wrap="square" lIns="0" tIns="0" rIns="0" bIns="0" anchor="t">
            <a:spAutoFit/>
          </a:bodyPr>
          <a:lstStyle/>
          <a:p>
            <a:pPr algn="ctr"/>
            <a:r>
              <a:rPr b="1">
                <a:solidFill>
                  <a:srgbClr val="FFFFFF"/>
                </a:solidFill>
                <a:latin typeface="Yu Gothic"/>
              </a:rPr>
              <a:t>備考</a:t>
            </a:r>
          </a:p>
        </p:txBody>
      </p:sp>
      <p:sp>
        <p:nvSpPr>
          <p:cNvPr id="12" name="Rectangle 11"/>
          <p:cNvSpPr/>
          <p:nvPr/>
        </p:nvSpPr>
        <p:spPr>
          <a:xfrm>
            <a:off x="411480" y="2057400"/>
            <a:ext cx="11365992" cy="502920"/>
          </a:xfrm>
          <a:prstGeom prst="rect">
            <a:avLst/>
          </a:prstGeom>
          <a:solidFill>
            <a:srgbClr val="EAF2F8"/>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TextBox 12"/>
          <p:cNvSpPr txBox="1"/>
          <p:nvPr/>
        </p:nvSpPr>
        <p:spPr>
          <a:xfrm>
            <a:off x="502920" y="2185750"/>
            <a:ext cx="1554480" cy="246221"/>
          </a:xfrm>
          <a:prstGeom prst="rect">
            <a:avLst/>
          </a:prstGeom>
          <a:noFill/>
        </p:spPr>
        <p:txBody>
          <a:bodyPr wrap="square" lIns="0" tIns="0" rIns="0" bIns="0" anchor="ctr">
            <a:spAutoFit/>
          </a:bodyPr>
          <a:lstStyle/>
          <a:p>
            <a:pPr algn="l"/>
            <a:r>
              <a:rPr sz="1600" b="0" dirty="0" err="1">
                <a:solidFill>
                  <a:srgbClr val="2C3E50"/>
                </a:solidFill>
                <a:latin typeface="Yu Gothic"/>
              </a:rPr>
              <a:t>Ames試験</a:t>
            </a:r>
            <a:endParaRPr sz="1600" b="0" dirty="0">
              <a:solidFill>
                <a:srgbClr val="2C3E50"/>
              </a:solidFill>
              <a:latin typeface="Yu Gothic"/>
            </a:endParaRPr>
          </a:p>
        </p:txBody>
      </p:sp>
      <p:sp>
        <p:nvSpPr>
          <p:cNvPr id="14" name="TextBox 13"/>
          <p:cNvSpPr txBox="1"/>
          <p:nvPr/>
        </p:nvSpPr>
        <p:spPr>
          <a:xfrm>
            <a:off x="2240280" y="2185750"/>
            <a:ext cx="1188720" cy="246221"/>
          </a:xfrm>
          <a:prstGeom prst="rect">
            <a:avLst/>
          </a:prstGeom>
          <a:noFill/>
        </p:spPr>
        <p:txBody>
          <a:bodyPr wrap="square" lIns="0" tIns="0" rIns="0" bIns="0" anchor="ctr">
            <a:spAutoFit/>
          </a:bodyPr>
          <a:lstStyle/>
          <a:p>
            <a:pPr algn="l"/>
            <a:r>
              <a:rPr sz="1600" b="0">
                <a:solidFill>
                  <a:srgbClr val="2C3E50"/>
                </a:solidFill>
                <a:latin typeface="Yu Gothic"/>
              </a:rPr>
              <a:t>in vitro</a:t>
            </a:r>
          </a:p>
        </p:txBody>
      </p:sp>
      <p:sp>
        <p:nvSpPr>
          <p:cNvPr id="15" name="TextBox 14"/>
          <p:cNvSpPr txBox="1"/>
          <p:nvPr/>
        </p:nvSpPr>
        <p:spPr>
          <a:xfrm>
            <a:off x="3611880" y="2185750"/>
            <a:ext cx="2560320" cy="246221"/>
          </a:xfrm>
          <a:prstGeom prst="rect">
            <a:avLst/>
          </a:prstGeom>
          <a:noFill/>
        </p:spPr>
        <p:txBody>
          <a:bodyPr wrap="square" lIns="0" tIns="0" rIns="0" bIns="0" anchor="ctr">
            <a:spAutoFit/>
          </a:bodyPr>
          <a:lstStyle/>
          <a:p>
            <a:pPr algn="l"/>
            <a:r>
              <a:rPr sz="1600" b="0">
                <a:solidFill>
                  <a:srgbClr val="2C3E50"/>
                </a:solidFill>
                <a:latin typeface="Yu Gothic"/>
              </a:rPr>
              <a:t>遺伝子突然変異 (点変異)</a:t>
            </a:r>
          </a:p>
        </p:txBody>
      </p:sp>
      <p:sp>
        <p:nvSpPr>
          <p:cNvPr id="16" name="TextBox 15"/>
          <p:cNvSpPr txBox="1"/>
          <p:nvPr/>
        </p:nvSpPr>
        <p:spPr>
          <a:xfrm>
            <a:off x="6355079" y="2185750"/>
            <a:ext cx="3017520" cy="246221"/>
          </a:xfrm>
          <a:prstGeom prst="rect">
            <a:avLst/>
          </a:prstGeom>
          <a:noFill/>
        </p:spPr>
        <p:txBody>
          <a:bodyPr wrap="square" lIns="0" tIns="0" rIns="0" bIns="0" anchor="ctr">
            <a:spAutoFit/>
          </a:bodyPr>
          <a:lstStyle/>
          <a:p>
            <a:pPr algn="l"/>
            <a:r>
              <a:rPr sz="1600" b="0">
                <a:solidFill>
                  <a:srgbClr val="2C3E50"/>
                </a:solidFill>
                <a:latin typeface="Yu Gothic"/>
              </a:rPr>
              <a:t>Salmonella typhimurium</a:t>
            </a:r>
          </a:p>
        </p:txBody>
      </p:sp>
      <p:sp>
        <p:nvSpPr>
          <p:cNvPr id="17" name="TextBox 16"/>
          <p:cNvSpPr txBox="1"/>
          <p:nvPr/>
        </p:nvSpPr>
        <p:spPr>
          <a:xfrm>
            <a:off x="9555480" y="2185750"/>
            <a:ext cx="2130551" cy="246221"/>
          </a:xfrm>
          <a:prstGeom prst="rect">
            <a:avLst/>
          </a:prstGeom>
          <a:noFill/>
        </p:spPr>
        <p:txBody>
          <a:bodyPr wrap="square" lIns="0" tIns="0" rIns="0" bIns="0" anchor="ctr">
            <a:spAutoFit/>
          </a:bodyPr>
          <a:lstStyle/>
          <a:p>
            <a:pPr algn="l"/>
            <a:r>
              <a:rPr sz="1600" b="0">
                <a:solidFill>
                  <a:srgbClr val="2C3E50"/>
                </a:solidFill>
                <a:latin typeface="Yu Gothic"/>
              </a:rPr>
              <a:t>S9 mix で代謝活性化</a:t>
            </a:r>
          </a:p>
        </p:txBody>
      </p:sp>
      <p:sp>
        <p:nvSpPr>
          <p:cNvPr id="18" name="Rectangle 17"/>
          <p:cNvSpPr/>
          <p:nvPr/>
        </p:nvSpPr>
        <p:spPr>
          <a:xfrm>
            <a:off x="411480" y="2560320"/>
            <a:ext cx="11365992" cy="502920"/>
          </a:xfrm>
          <a:prstGeom prst="rect">
            <a:avLst/>
          </a:prstGeom>
          <a:solidFill>
            <a:srgbClr val="FFFFFF"/>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02920" y="2688670"/>
            <a:ext cx="1554480" cy="246221"/>
          </a:xfrm>
          <a:prstGeom prst="rect">
            <a:avLst/>
          </a:prstGeom>
          <a:noFill/>
        </p:spPr>
        <p:txBody>
          <a:bodyPr wrap="square" lIns="0" tIns="0" rIns="0" bIns="0" anchor="ctr">
            <a:spAutoFit/>
          </a:bodyPr>
          <a:lstStyle/>
          <a:p>
            <a:pPr algn="l"/>
            <a:r>
              <a:rPr sz="1600" b="0">
                <a:solidFill>
                  <a:srgbClr val="2C3E50"/>
                </a:solidFill>
                <a:latin typeface="Yu Gothic"/>
              </a:rPr>
              <a:t>染色体異常試験</a:t>
            </a:r>
          </a:p>
        </p:txBody>
      </p:sp>
      <p:sp>
        <p:nvSpPr>
          <p:cNvPr id="20" name="TextBox 19"/>
          <p:cNvSpPr txBox="1"/>
          <p:nvPr/>
        </p:nvSpPr>
        <p:spPr>
          <a:xfrm>
            <a:off x="2240280" y="2688670"/>
            <a:ext cx="1188720" cy="246221"/>
          </a:xfrm>
          <a:prstGeom prst="rect">
            <a:avLst/>
          </a:prstGeom>
          <a:noFill/>
        </p:spPr>
        <p:txBody>
          <a:bodyPr wrap="square" lIns="0" tIns="0" rIns="0" bIns="0" anchor="ctr">
            <a:spAutoFit/>
          </a:bodyPr>
          <a:lstStyle/>
          <a:p>
            <a:pPr algn="l"/>
            <a:r>
              <a:rPr sz="1600" b="0">
                <a:solidFill>
                  <a:srgbClr val="2C3E50"/>
                </a:solidFill>
                <a:latin typeface="Yu Gothic"/>
              </a:rPr>
              <a:t>in vitro</a:t>
            </a:r>
          </a:p>
        </p:txBody>
      </p:sp>
      <p:sp>
        <p:nvSpPr>
          <p:cNvPr id="21" name="TextBox 20"/>
          <p:cNvSpPr txBox="1"/>
          <p:nvPr/>
        </p:nvSpPr>
        <p:spPr>
          <a:xfrm>
            <a:off x="3611880" y="2688670"/>
            <a:ext cx="2560320" cy="246221"/>
          </a:xfrm>
          <a:prstGeom prst="rect">
            <a:avLst/>
          </a:prstGeom>
          <a:noFill/>
        </p:spPr>
        <p:txBody>
          <a:bodyPr wrap="square" lIns="0" tIns="0" rIns="0" bIns="0" anchor="ctr">
            <a:spAutoFit/>
          </a:bodyPr>
          <a:lstStyle/>
          <a:p>
            <a:pPr algn="l"/>
            <a:r>
              <a:rPr sz="1600" b="0">
                <a:solidFill>
                  <a:srgbClr val="2C3E50"/>
                </a:solidFill>
                <a:latin typeface="Yu Gothic"/>
              </a:rPr>
              <a:t>染色体構造異常</a:t>
            </a:r>
          </a:p>
        </p:txBody>
      </p:sp>
      <p:sp>
        <p:nvSpPr>
          <p:cNvPr id="22" name="TextBox 21"/>
          <p:cNvSpPr txBox="1"/>
          <p:nvPr/>
        </p:nvSpPr>
        <p:spPr>
          <a:xfrm>
            <a:off x="6355079" y="2688670"/>
            <a:ext cx="3017520" cy="246221"/>
          </a:xfrm>
          <a:prstGeom prst="rect">
            <a:avLst/>
          </a:prstGeom>
          <a:noFill/>
        </p:spPr>
        <p:txBody>
          <a:bodyPr wrap="square" lIns="0" tIns="0" rIns="0" bIns="0" anchor="ctr">
            <a:spAutoFit/>
          </a:bodyPr>
          <a:lstStyle/>
          <a:p>
            <a:pPr algn="l"/>
            <a:r>
              <a:rPr sz="1600" b="0">
                <a:solidFill>
                  <a:srgbClr val="2C3E50"/>
                </a:solidFill>
                <a:latin typeface="Yu Gothic"/>
              </a:rPr>
              <a:t>CHO・CHL 等培養細胞</a:t>
            </a:r>
          </a:p>
        </p:txBody>
      </p:sp>
      <p:sp>
        <p:nvSpPr>
          <p:cNvPr id="23" name="TextBox 22"/>
          <p:cNvSpPr txBox="1"/>
          <p:nvPr/>
        </p:nvSpPr>
        <p:spPr>
          <a:xfrm>
            <a:off x="9555480" y="2688670"/>
            <a:ext cx="2130551" cy="246221"/>
          </a:xfrm>
          <a:prstGeom prst="rect">
            <a:avLst/>
          </a:prstGeom>
          <a:noFill/>
        </p:spPr>
        <p:txBody>
          <a:bodyPr wrap="square" lIns="0" tIns="0" rIns="0" bIns="0" anchor="ctr">
            <a:spAutoFit/>
          </a:bodyPr>
          <a:lstStyle/>
          <a:p>
            <a:pPr algn="l"/>
            <a:r>
              <a:rPr sz="1600" b="0">
                <a:solidFill>
                  <a:srgbClr val="2C3E50"/>
                </a:solidFill>
                <a:latin typeface="Yu Gothic"/>
              </a:rPr>
              <a:t>ガラス棒下で観察</a:t>
            </a:r>
          </a:p>
        </p:txBody>
      </p:sp>
      <p:sp>
        <p:nvSpPr>
          <p:cNvPr id="24" name="Rectangle 23"/>
          <p:cNvSpPr/>
          <p:nvPr/>
        </p:nvSpPr>
        <p:spPr>
          <a:xfrm>
            <a:off x="411480" y="3063239"/>
            <a:ext cx="11365992" cy="502920"/>
          </a:xfrm>
          <a:prstGeom prst="rect">
            <a:avLst/>
          </a:prstGeom>
          <a:solidFill>
            <a:srgbClr val="EAF2F8"/>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502920" y="3191589"/>
            <a:ext cx="1554480" cy="246221"/>
          </a:xfrm>
          <a:prstGeom prst="rect">
            <a:avLst/>
          </a:prstGeom>
          <a:noFill/>
        </p:spPr>
        <p:txBody>
          <a:bodyPr wrap="square" lIns="0" tIns="0" rIns="0" bIns="0" anchor="ctr">
            <a:spAutoFit/>
          </a:bodyPr>
          <a:lstStyle/>
          <a:p>
            <a:pPr algn="l"/>
            <a:r>
              <a:rPr sz="1600" b="0">
                <a:solidFill>
                  <a:srgbClr val="2C3E50"/>
                </a:solidFill>
                <a:latin typeface="Yu Gothic"/>
              </a:rPr>
              <a:t>小核試験</a:t>
            </a:r>
          </a:p>
        </p:txBody>
      </p:sp>
      <p:sp>
        <p:nvSpPr>
          <p:cNvPr id="26" name="TextBox 25"/>
          <p:cNvSpPr txBox="1"/>
          <p:nvPr/>
        </p:nvSpPr>
        <p:spPr>
          <a:xfrm>
            <a:off x="2240280" y="3191589"/>
            <a:ext cx="1188720" cy="246221"/>
          </a:xfrm>
          <a:prstGeom prst="rect">
            <a:avLst/>
          </a:prstGeom>
          <a:noFill/>
        </p:spPr>
        <p:txBody>
          <a:bodyPr wrap="square" lIns="0" tIns="0" rIns="0" bIns="0" anchor="ctr">
            <a:spAutoFit/>
          </a:bodyPr>
          <a:lstStyle/>
          <a:p>
            <a:pPr algn="l"/>
            <a:r>
              <a:rPr sz="1600" b="0">
                <a:solidFill>
                  <a:srgbClr val="2C3E50"/>
                </a:solidFill>
                <a:latin typeface="Yu Gothic"/>
              </a:rPr>
              <a:t>in vivo</a:t>
            </a:r>
          </a:p>
        </p:txBody>
      </p:sp>
      <p:sp>
        <p:nvSpPr>
          <p:cNvPr id="27" name="TextBox 26"/>
          <p:cNvSpPr txBox="1"/>
          <p:nvPr/>
        </p:nvSpPr>
        <p:spPr>
          <a:xfrm>
            <a:off x="3611880" y="3191589"/>
            <a:ext cx="2560320" cy="246221"/>
          </a:xfrm>
          <a:prstGeom prst="rect">
            <a:avLst/>
          </a:prstGeom>
          <a:noFill/>
        </p:spPr>
        <p:txBody>
          <a:bodyPr wrap="square" lIns="0" tIns="0" rIns="0" bIns="0" anchor="ctr">
            <a:spAutoFit/>
          </a:bodyPr>
          <a:lstStyle/>
          <a:p>
            <a:pPr algn="l"/>
            <a:r>
              <a:rPr sz="1600" b="0">
                <a:solidFill>
                  <a:srgbClr val="2C3E50"/>
                </a:solidFill>
                <a:latin typeface="Yu Gothic"/>
              </a:rPr>
              <a:t>染色体損傷・分配異常</a:t>
            </a:r>
          </a:p>
        </p:txBody>
      </p:sp>
      <p:sp>
        <p:nvSpPr>
          <p:cNvPr id="28" name="TextBox 27"/>
          <p:cNvSpPr txBox="1"/>
          <p:nvPr/>
        </p:nvSpPr>
        <p:spPr>
          <a:xfrm>
            <a:off x="6355079" y="3191589"/>
            <a:ext cx="3017520" cy="246221"/>
          </a:xfrm>
          <a:prstGeom prst="rect">
            <a:avLst/>
          </a:prstGeom>
          <a:noFill/>
        </p:spPr>
        <p:txBody>
          <a:bodyPr wrap="square" lIns="0" tIns="0" rIns="0" bIns="0" anchor="ctr">
            <a:spAutoFit/>
          </a:bodyPr>
          <a:lstStyle/>
          <a:p>
            <a:pPr algn="l"/>
            <a:r>
              <a:rPr sz="1600" b="0">
                <a:solidFill>
                  <a:srgbClr val="2C3E50"/>
                </a:solidFill>
                <a:latin typeface="Yu Gothic"/>
              </a:rPr>
              <a:t>げっ歯類 骨髄細胞・末梢血</a:t>
            </a:r>
          </a:p>
        </p:txBody>
      </p:sp>
      <p:sp>
        <p:nvSpPr>
          <p:cNvPr id="29" name="TextBox 28"/>
          <p:cNvSpPr txBox="1"/>
          <p:nvPr/>
        </p:nvSpPr>
        <p:spPr>
          <a:xfrm>
            <a:off x="9555480" y="3191589"/>
            <a:ext cx="2130551" cy="246221"/>
          </a:xfrm>
          <a:prstGeom prst="rect">
            <a:avLst/>
          </a:prstGeom>
          <a:noFill/>
        </p:spPr>
        <p:txBody>
          <a:bodyPr wrap="square" lIns="0" tIns="0" rIns="0" bIns="0" anchor="ctr">
            <a:spAutoFit/>
          </a:bodyPr>
          <a:lstStyle/>
          <a:p>
            <a:pPr algn="l"/>
            <a:r>
              <a:rPr sz="1600" b="0">
                <a:solidFill>
                  <a:srgbClr val="2C3E50"/>
                </a:solidFill>
                <a:latin typeface="Yu Gothic"/>
              </a:rPr>
              <a:t>簡便で標準的</a:t>
            </a:r>
          </a:p>
        </p:txBody>
      </p:sp>
      <p:sp>
        <p:nvSpPr>
          <p:cNvPr id="30" name="Rectangle 29"/>
          <p:cNvSpPr/>
          <p:nvPr/>
        </p:nvSpPr>
        <p:spPr>
          <a:xfrm>
            <a:off x="411480" y="3566159"/>
            <a:ext cx="11365992" cy="502920"/>
          </a:xfrm>
          <a:prstGeom prst="rect">
            <a:avLst/>
          </a:prstGeom>
          <a:solidFill>
            <a:srgbClr val="FFFFFF"/>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502920" y="3694509"/>
            <a:ext cx="1554480" cy="246221"/>
          </a:xfrm>
          <a:prstGeom prst="rect">
            <a:avLst/>
          </a:prstGeom>
          <a:noFill/>
        </p:spPr>
        <p:txBody>
          <a:bodyPr wrap="square" lIns="0" tIns="0" rIns="0" bIns="0" anchor="ctr">
            <a:spAutoFit/>
          </a:bodyPr>
          <a:lstStyle/>
          <a:p>
            <a:pPr algn="l"/>
            <a:r>
              <a:rPr sz="1600" b="0">
                <a:solidFill>
                  <a:srgbClr val="2C3E50"/>
                </a:solidFill>
                <a:latin typeface="Yu Gothic"/>
              </a:rPr>
              <a:t>コメット試験</a:t>
            </a:r>
          </a:p>
        </p:txBody>
      </p:sp>
      <p:sp>
        <p:nvSpPr>
          <p:cNvPr id="32" name="TextBox 31"/>
          <p:cNvSpPr txBox="1"/>
          <p:nvPr/>
        </p:nvSpPr>
        <p:spPr>
          <a:xfrm>
            <a:off x="2240280" y="3571398"/>
            <a:ext cx="1188720" cy="492443"/>
          </a:xfrm>
          <a:prstGeom prst="rect">
            <a:avLst/>
          </a:prstGeom>
          <a:noFill/>
        </p:spPr>
        <p:txBody>
          <a:bodyPr wrap="square" lIns="0" tIns="0" rIns="0" bIns="0" anchor="ctr">
            <a:spAutoFit/>
          </a:bodyPr>
          <a:lstStyle/>
          <a:p>
            <a:pPr algn="l"/>
            <a:r>
              <a:rPr sz="1600" b="0" dirty="0">
                <a:solidFill>
                  <a:srgbClr val="2C3E50"/>
                </a:solidFill>
                <a:latin typeface="Yu Gothic"/>
              </a:rPr>
              <a:t>in vitro</a:t>
            </a:r>
            <a:endParaRPr lang="en-US" sz="1600" b="0" dirty="0">
              <a:solidFill>
                <a:srgbClr val="2C3E50"/>
              </a:solidFill>
              <a:latin typeface="Yu Gothic"/>
            </a:endParaRPr>
          </a:p>
          <a:p>
            <a:pPr algn="l"/>
            <a:r>
              <a:rPr sz="1600" b="0" dirty="0">
                <a:solidFill>
                  <a:srgbClr val="2C3E50"/>
                </a:solidFill>
                <a:latin typeface="Yu Gothic"/>
              </a:rPr>
              <a:t>/in vivo</a:t>
            </a:r>
          </a:p>
        </p:txBody>
      </p:sp>
      <p:sp>
        <p:nvSpPr>
          <p:cNvPr id="33" name="TextBox 32"/>
          <p:cNvSpPr txBox="1"/>
          <p:nvPr/>
        </p:nvSpPr>
        <p:spPr>
          <a:xfrm>
            <a:off x="3611880" y="3694509"/>
            <a:ext cx="2560320" cy="246221"/>
          </a:xfrm>
          <a:prstGeom prst="rect">
            <a:avLst/>
          </a:prstGeom>
          <a:noFill/>
        </p:spPr>
        <p:txBody>
          <a:bodyPr wrap="square" lIns="0" tIns="0" rIns="0" bIns="0" anchor="ctr">
            <a:spAutoFit/>
          </a:bodyPr>
          <a:lstStyle/>
          <a:p>
            <a:pPr algn="l"/>
            <a:r>
              <a:rPr sz="1600" b="0">
                <a:solidFill>
                  <a:srgbClr val="2C3E50"/>
                </a:solidFill>
                <a:latin typeface="Yu Gothic"/>
              </a:rPr>
              <a:t>DNA鎖切断</a:t>
            </a:r>
          </a:p>
        </p:txBody>
      </p:sp>
      <p:sp>
        <p:nvSpPr>
          <p:cNvPr id="34" name="TextBox 33"/>
          <p:cNvSpPr txBox="1"/>
          <p:nvPr/>
        </p:nvSpPr>
        <p:spPr>
          <a:xfrm>
            <a:off x="6355079" y="3694509"/>
            <a:ext cx="3017520" cy="246221"/>
          </a:xfrm>
          <a:prstGeom prst="rect">
            <a:avLst/>
          </a:prstGeom>
          <a:noFill/>
        </p:spPr>
        <p:txBody>
          <a:bodyPr wrap="square" lIns="0" tIns="0" rIns="0" bIns="0" anchor="ctr">
            <a:spAutoFit/>
          </a:bodyPr>
          <a:lstStyle/>
          <a:p>
            <a:pPr algn="l"/>
            <a:r>
              <a:rPr sz="1600" b="0">
                <a:solidFill>
                  <a:srgbClr val="2C3E50"/>
                </a:solidFill>
                <a:latin typeface="Yu Gothic"/>
              </a:rPr>
              <a:t>各種細胞</a:t>
            </a:r>
          </a:p>
        </p:txBody>
      </p:sp>
      <p:sp>
        <p:nvSpPr>
          <p:cNvPr id="35" name="TextBox 34"/>
          <p:cNvSpPr txBox="1"/>
          <p:nvPr/>
        </p:nvSpPr>
        <p:spPr>
          <a:xfrm>
            <a:off x="9555480" y="3694509"/>
            <a:ext cx="2130551" cy="246221"/>
          </a:xfrm>
          <a:prstGeom prst="rect">
            <a:avLst/>
          </a:prstGeom>
          <a:noFill/>
        </p:spPr>
        <p:txBody>
          <a:bodyPr wrap="square" lIns="0" tIns="0" rIns="0" bIns="0" anchor="ctr">
            <a:spAutoFit/>
          </a:bodyPr>
          <a:lstStyle/>
          <a:p>
            <a:pPr algn="l"/>
            <a:r>
              <a:rPr sz="1600" b="0">
                <a:solidFill>
                  <a:srgbClr val="2C3E50"/>
                </a:solidFill>
                <a:latin typeface="Yu Gothic"/>
              </a:rPr>
              <a:t>電気泳動で評価</a:t>
            </a:r>
          </a:p>
        </p:txBody>
      </p:sp>
      <p:sp>
        <p:nvSpPr>
          <p:cNvPr id="36" name="Rectangle 35"/>
          <p:cNvSpPr/>
          <p:nvPr/>
        </p:nvSpPr>
        <p:spPr>
          <a:xfrm>
            <a:off x="411480" y="4069079"/>
            <a:ext cx="11365992" cy="502920"/>
          </a:xfrm>
          <a:prstGeom prst="rect">
            <a:avLst/>
          </a:prstGeom>
          <a:solidFill>
            <a:srgbClr val="EAF2F8"/>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502920" y="4197429"/>
            <a:ext cx="1554480" cy="246221"/>
          </a:xfrm>
          <a:prstGeom prst="rect">
            <a:avLst/>
          </a:prstGeom>
          <a:noFill/>
        </p:spPr>
        <p:txBody>
          <a:bodyPr wrap="square" lIns="0" tIns="0" rIns="0" bIns="0" anchor="ctr">
            <a:spAutoFit/>
          </a:bodyPr>
          <a:lstStyle/>
          <a:p>
            <a:pPr algn="l"/>
            <a:r>
              <a:rPr sz="1600" b="0">
                <a:solidFill>
                  <a:srgbClr val="2C3E50"/>
                </a:solidFill>
                <a:latin typeface="Yu Gothic"/>
              </a:rPr>
              <a:t>UDS試験</a:t>
            </a:r>
          </a:p>
        </p:txBody>
      </p:sp>
      <p:sp>
        <p:nvSpPr>
          <p:cNvPr id="38" name="TextBox 37"/>
          <p:cNvSpPr txBox="1"/>
          <p:nvPr/>
        </p:nvSpPr>
        <p:spPr>
          <a:xfrm>
            <a:off x="2240280" y="4197429"/>
            <a:ext cx="1188720" cy="246221"/>
          </a:xfrm>
          <a:prstGeom prst="rect">
            <a:avLst/>
          </a:prstGeom>
          <a:noFill/>
        </p:spPr>
        <p:txBody>
          <a:bodyPr wrap="square" lIns="0" tIns="0" rIns="0" bIns="0" anchor="ctr">
            <a:spAutoFit/>
          </a:bodyPr>
          <a:lstStyle/>
          <a:p>
            <a:pPr algn="l"/>
            <a:r>
              <a:rPr sz="1600" b="0">
                <a:solidFill>
                  <a:srgbClr val="2C3E50"/>
                </a:solidFill>
                <a:latin typeface="Yu Gothic"/>
              </a:rPr>
              <a:t>in vivo</a:t>
            </a:r>
          </a:p>
        </p:txBody>
      </p:sp>
      <p:sp>
        <p:nvSpPr>
          <p:cNvPr id="39" name="TextBox 38"/>
          <p:cNvSpPr txBox="1"/>
          <p:nvPr/>
        </p:nvSpPr>
        <p:spPr>
          <a:xfrm>
            <a:off x="3611880" y="4197429"/>
            <a:ext cx="2560320" cy="246221"/>
          </a:xfrm>
          <a:prstGeom prst="rect">
            <a:avLst/>
          </a:prstGeom>
          <a:noFill/>
        </p:spPr>
        <p:txBody>
          <a:bodyPr wrap="square" lIns="0" tIns="0" rIns="0" bIns="0" anchor="ctr">
            <a:spAutoFit/>
          </a:bodyPr>
          <a:lstStyle/>
          <a:p>
            <a:pPr algn="l"/>
            <a:r>
              <a:rPr sz="1600" b="0">
                <a:solidFill>
                  <a:srgbClr val="2C3E50"/>
                </a:solidFill>
                <a:latin typeface="Yu Gothic"/>
              </a:rPr>
              <a:t>DNA損傷修復 (不定期合成)</a:t>
            </a:r>
          </a:p>
        </p:txBody>
      </p:sp>
      <p:sp>
        <p:nvSpPr>
          <p:cNvPr id="40" name="TextBox 39"/>
          <p:cNvSpPr txBox="1"/>
          <p:nvPr/>
        </p:nvSpPr>
        <p:spPr>
          <a:xfrm>
            <a:off x="6355079" y="4197429"/>
            <a:ext cx="3017520" cy="246221"/>
          </a:xfrm>
          <a:prstGeom prst="rect">
            <a:avLst/>
          </a:prstGeom>
          <a:noFill/>
        </p:spPr>
        <p:txBody>
          <a:bodyPr wrap="square" lIns="0" tIns="0" rIns="0" bIns="0" anchor="ctr">
            <a:spAutoFit/>
          </a:bodyPr>
          <a:lstStyle/>
          <a:p>
            <a:pPr algn="l"/>
            <a:r>
              <a:rPr sz="1600" b="0">
                <a:solidFill>
                  <a:srgbClr val="2C3E50"/>
                </a:solidFill>
                <a:latin typeface="Yu Gothic"/>
              </a:rPr>
              <a:t>げっ歯類 肝細胞</a:t>
            </a:r>
          </a:p>
        </p:txBody>
      </p:sp>
      <p:sp>
        <p:nvSpPr>
          <p:cNvPr id="41" name="TextBox 40"/>
          <p:cNvSpPr txBox="1"/>
          <p:nvPr/>
        </p:nvSpPr>
        <p:spPr>
          <a:xfrm>
            <a:off x="9555480" y="4197429"/>
            <a:ext cx="2130551" cy="246221"/>
          </a:xfrm>
          <a:prstGeom prst="rect">
            <a:avLst/>
          </a:prstGeom>
          <a:noFill/>
        </p:spPr>
        <p:txBody>
          <a:bodyPr wrap="square" lIns="0" tIns="0" rIns="0" bIns="0" anchor="ctr">
            <a:spAutoFit/>
          </a:bodyPr>
          <a:lstStyle/>
          <a:p>
            <a:pPr algn="l"/>
            <a:r>
              <a:rPr sz="1600" b="0">
                <a:solidFill>
                  <a:srgbClr val="2C3E50"/>
                </a:solidFill>
                <a:latin typeface="Yu Gothic"/>
              </a:rPr>
              <a:t>修復系を間接的に評価</a:t>
            </a:r>
          </a:p>
        </p:txBody>
      </p:sp>
      <p:sp>
        <p:nvSpPr>
          <p:cNvPr id="42" name="Rectangle 41"/>
          <p:cNvSpPr/>
          <p:nvPr/>
        </p:nvSpPr>
        <p:spPr>
          <a:xfrm>
            <a:off x="411480" y="4846319"/>
            <a:ext cx="11365992" cy="1280160"/>
          </a:xfrm>
          <a:prstGeom prst="rect">
            <a:avLst/>
          </a:prstGeom>
          <a:solidFill>
            <a:srgbClr val="FDF5E6"/>
          </a:solidFill>
          <a:ln w="19050">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3" name="TextBox 42"/>
          <p:cNvSpPr txBox="1"/>
          <p:nvPr/>
        </p:nvSpPr>
        <p:spPr>
          <a:xfrm>
            <a:off x="594360" y="4937759"/>
            <a:ext cx="10972800" cy="276999"/>
          </a:xfrm>
          <a:prstGeom prst="rect">
            <a:avLst/>
          </a:prstGeom>
          <a:noFill/>
        </p:spPr>
        <p:txBody>
          <a:bodyPr wrap="square" lIns="0" tIns="0" rIns="0" bIns="0" anchor="t">
            <a:spAutoFit/>
          </a:bodyPr>
          <a:lstStyle/>
          <a:p>
            <a:pPr algn="l"/>
            <a:r>
              <a:rPr b="1">
                <a:solidFill>
                  <a:srgbClr val="8E44AD"/>
                </a:solidFill>
                <a:latin typeface="Yu Gothic"/>
              </a:rPr>
              <a:t>🎯 食品添加物・化学物質審査での基本3点セット</a:t>
            </a:r>
          </a:p>
        </p:txBody>
      </p:sp>
      <p:sp>
        <p:nvSpPr>
          <p:cNvPr id="44" name="TextBox 43"/>
          <p:cNvSpPr txBox="1"/>
          <p:nvPr/>
        </p:nvSpPr>
        <p:spPr>
          <a:xfrm>
            <a:off x="594360" y="5257799"/>
            <a:ext cx="10972800" cy="246221"/>
          </a:xfrm>
          <a:prstGeom prst="rect">
            <a:avLst/>
          </a:prstGeom>
          <a:noFill/>
        </p:spPr>
        <p:txBody>
          <a:bodyPr wrap="square" lIns="0" tIns="0" rIns="0" bIns="0" anchor="t">
            <a:spAutoFit/>
          </a:bodyPr>
          <a:lstStyle/>
          <a:p>
            <a:pPr algn="l"/>
            <a:r>
              <a:rPr sz="1600" b="0">
                <a:solidFill>
                  <a:srgbClr val="2C3E50"/>
                </a:solidFill>
                <a:latin typeface="Yu Gothic"/>
              </a:rPr>
              <a:t>▸ Ames試験（in vitro）+ 染色体異常試験（in vitro）+ 小核試験（in vivo）の3点</a:t>
            </a:r>
          </a:p>
        </p:txBody>
      </p:sp>
      <p:sp>
        <p:nvSpPr>
          <p:cNvPr id="45" name="TextBox 44"/>
          <p:cNvSpPr txBox="1"/>
          <p:nvPr/>
        </p:nvSpPr>
        <p:spPr>
          <a:xfrm>
            <a:off x="594360" y="5532119"/>
            <a:ext cx="10972800" cy="246221"/>
          </a:xfrm>
          <a:prstGeom prst="rect">
            <a:avLst/>
          </a:prstGeom>
          <a:noFill/>
        </p:spPr>
        <p:txBody>
          <a:bodyPr wrap="square" lIns="0" tIns="0" rIns="0" bIns="0" anchor="t">
            <a:spAutoFit/>
          </a:bodyPr>
          <a:lstStyle/>
          <a:p>
            <a:pPr algn="l"/>
            <a:r>
              <a:rPr sz="1600" b="0">
                <a:solidFill>
                  <a:srgbClr val="2C3E50"/>
                </a:solidFill>
                <a:latin typeface="Yu Gothic"/>
              </a:rPr>
              <a:t>▸ どれか1つでも陽性なら、ICH ガイドラインに従い追加試験が必要</a:t>
            </a:r>
          </a:p>
        </p:txBody>
      </p:sp>
      <p:sp>
        <p:nvSpPr>
          <p:cNvPr id="46" name="TextBox 45"/>
          <p:cNvSpPr txBox="1"/>
          <p:nvPr/>
        </p:nvSpPr>
        <p:spPr>
          <a:xfrm>
            <a:off x="594360" y="5806439"/>
            <a:ext cx="10972800" cy="246221"/>
          </a:xfrm>
          <a:prstGeom prst="rect">
            <a:avLst/>
          </a:prstGeom>
          <a:noFill/>
        </p:spPr>
        <p:txBody>
          <a:bodyPr wrap="square" lIns="0" tIns="0" rIns="0" bIns="0" anchor="t">
            <a:spAutoFit/>
          </a:bodyPr>
          <a:lstStyle/>
          <a:p>
            <a:pPr algn="l"/>
            <a:r>
              <a:rPr sz="1600" b="0">
                <a:solidFill>
                  <a:srgbClr val="5D6D7E"/>
                </a:solidFill>
                <a:latin typeface="Yu Gothic"/>
              </a:rPr>
              <a:t>▸ Ames は「点変異」、染色体異常は「染色体構造」、小核は「染色体損傷」と用語を厳密に</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D-1. NOAEL と LOAEL</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sp>
        <p:nvSpPr>
          <p:cNvPr id="5" name="Text 3"/>
          <p:cNvSpPr/>
          <p:nvPr/>
        </p:nvSpPr>
        <p:spPr>
          <a:xfrm>
            <a:off x="411480" y="1097280"/>
            <a:ext cx="6400800" cy="2286000"/>
          </a:xfrm>
          <a:prstGeom prst="rect">
            <a:avLst/>
          </a:prstGeom>
          <a:noFill/>
          <a:ln/>
        </p:spPr>
        <p:txBody>
          <a:bodyPr wrap="square" rtlCol="0" anchor="t"/>
          <a:lstStyle/>
          <a:p>
            <a:pPr marL="0" indent="0" algn="l">
              <a:lnSpc>
                <a:spcPct val="135000"/>
              </a:lnSpc>
              <a:spcAft>
                <a:spcPts val="600"/>
              </a:spcAft>
              <a:buNone/>
            </a:pPr>
            <a:r>
              <a:rPr lang="en-US" sz="1600" b="1" dirty="0">
                <a:solidFill>
                  <a:srgbClr val="1A5276"/>
                </a:solidFill>
                <a:latin typeface="Meiryo" pitchFamily="34" charset="0"/>
                <a:ea typeface="Meiryo" pitchFamily="34" charset="-122"/>
                <a:cs typeface="Meiryo" pitchFamily="34" charset="-120"/>
              </a:rPr>
              <a:t>▸ NOAEL</a:t>
            </a:r>
            <a:r>
              <a:rPr lang="en-US" sz="1600" dirty="0">
                <a:solidFill>
                  <a:srgbClr val="2C3E50"/>
                </a:solidFill>
                <a:latin typeface="Meiryo" pitchFamily="34" charset="0"/>
                <a:ea typeface="Meiryo" pitchFamily="34" charset="-122"/>
                <a:cs typeface="Meiryo" pitchFamily="34" charset="-120"/>
              </a:rPr>
              <a:t>（No Observed Adverse Effect Level）— 無毒性量。有害影響が観察されない最大用量</a:t>
            </a:r>
            <a:endParaRPr lang="en-US" sz="1600" dirty="0"/>
          </a:p>
          <a:p>
            <a:pPr marL="0" indent="0" algn="l">
              <a:lnSpc>
                <a:spcPct val="135000"/>
              </a:lnSpc>
              <a:spcAft>
                <a:spcPts val="600"/>
              </a:spcAft>
              <a:buNone/>
            </a:pPr>
            <a:r>
              <a:rPr lang="en-US" sz="1600" b="1" dirty="0">
                <a:solidFill>
                  <a:srgbClr val="1A5276"/>
                </a:solidFill>
                <a:latin typeface="Meiryo" pitchFamily="34" charset="0"/>
                <a:ea typeface="Meiryo" pitchFamily="34" charset="-122"/>
                <a:cs typeface="Meiryo" pitchFamily="34" charset="-120"/>
              </a:rPr>
              <a:t>▸ LOAEL</a:t>
            </a:r>
            <a:r>
              <a:rPr lang="en-US" sz="1600" dirty="0">
                <a:solidFill>
                  <a:srgbClr val="2C3E50"/>
                </a:solidFill>
                <a:latin typeface="Meiryo" pitchFamily="34" charset="0"/>
                <a:ea typeface="Meiryo" pitchFamily="34" charset="-122"/>
                <a:cs typeface="Meiryo" pitchFamily="34" charset="-120"/>
              </a:rPr>
              <a:t>（Lowest Observed Adverse Effect Level）— 最小毒性量。有害影響が最初に観察される最低用量</a:t>
            </a:r>
            <a:endParaRPr lang="en-US" sz="1600" dirty="0"/>
          </a:p>
        </p:txBody>
      </p:sp>
      <p:sp>
        <p:nvSpPr>
          <p:cNvPr id="6" name="Shape 4"/>
          <p:cNvSpPr/>
          <p:nvPr/>
        </p:nvSpPr>
        <p:spPr>
          <a:xfrm>
            <a:off x="411480" y="3566160"/>
            <a:ext cx="6400800" cy="1645920"/>
          </a:xfrm>
          <a:prstGeom prst="rect">
            <a:avLst/>
          </a:prstGeom>
          <a:solidFill>
            <a:srgbClr val="FDEDEC"/>
          </a:solidFill>
          <a:ln/>
        </p:spPr>
        <p:txBody>
          <a:bodyPr/>
          <a:lstStyle/>
          <a:p>
            <a:endParaRPr lang="ja-JP" altLang="en-US" sz="2800"/>
          </a:p>
        </p:txBody>
      </p:sp>
      <p:sp>
        <p:nvSpPr>
          <p:cNvPr id="7" name="Shape 5"/>
          <p:cNvSpPr/>
          <p:nvPr/>
        </p:nvSpPr>
        <p:spPr>
          <a:xfrm>
            <a:off x="411480" y="3566160"/>
            <a:ext cx="64008" cy="1645920"/>
          </a:xfrm>
          <a:prstGeom prst="rect">
            <a:avLst/>
          </a:prstGeom>
          <a:solidFill>
            <a:srgbClr val="C0392B"/>
          </a:solidFill>
          <a:ln/>
        </p:spPr>
        <p:txBody>
          <a:bodyPr/>
          <a:lstStyle/>
          <a:p>
            <a:endParaRPr lang="ja-JP" altLang="en-US"/>
          </a:p>
        </p:txBody>
      </p:sp>
      <p:sp>
        <p:nvSpPr>
          <p:cNvPr id="8" name="Text 6"/>
          <p:cNvSpPr/>
          <p:nvPr/>
        </p:nvSpPr>
        <p:spPr>
          <a:xfrm>
            <a:off x="576072" y="3621024"/>
            <a:ext cx="6126480" cy="292608"/>
          </a:xfrm>
          <a:prstGeom prst="rect">
            <a:avLst/>
          </a:prstGeom>
          <a:noFill/>
          <a:ln/>
        </p:spPr>
        <p:txBody>
          <a:bodyPr wrap="square" rtlCol="0" anchor="ctr"/>
          <a:lstStyle/>
          <a:p>
            <a:pPr marL="0" indent="0">
              <a:buNone/>
            </a:pPr>
            <a:r>
              <a:rPr lang="en-US" sz="1600" b="1" dirty="0">
                <a:solidFill>
                  <a:srgbClr val="C0392B"/>
                </a:solidFill>
                <a:latin typeface="Meiryo" pitchFamily="34" charset="0"/>
                <a:ea typeface="Meiryo" pitchFamily="34" charset="-122"/>
                <a:cs typeface="Meiryo" pitchFamily="34" charset="-120"/>
              </a:rPr>
              <a:t>注意</a:t>
            </a:r>
            <a:endParaRPr lang="en-US" sz="1600" dirty="0"/>
          </a:p>
        </p:txBody>
      </p:sp>
      <p:sp>
        <p:nvSpPr>
          <p:cNvPr id="9" name="Text 7"/>
          <p:cNvSpPr/>
          <p:nvPr/>
        </p:nvSpPr>
        <p:spPr>
          <a:xfrm>
            <a:off x="576072" y="3904488"/>
            <a:ext cx="6126480" cy="126187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NOAELは</a:t>
            </a:r>
            <a:r>
              <a:rPr lang="en-US" b="1" dirty="0">
                <a:solidFill>
                  <a:srgbClr val="C0392B"/>
                </a:solidFill>
                <a:latin typeface="Meiryo" pitchFamily="34" charset="0"/>
                <a:ea typeface="Meiryo" pitchFamily="34" charset="-122"/>
                <a:cs typeface="Meiryo" pitchFamily="34" charset="-120"/>
              </a:rPr>
              <a:t>慢性毒性試験</a:t>
            </a:r>
            <a:r>
              <a:rPr lang="en-US" dirty="0">
                <a:solidFill>
                  <a:srgbClr val="2C3E50"/>
                </a:solidFill>
                <a:latin typeface="Meiryo" pitchFamily="34" charset="0"/>
                <a:ea typeface="Meiryo" pitchFamily="34" charset="-122"/>
                <a:cs typeface="Meiryo" pitchFamily="34" charset="-120"/>
              </a:rPr>
              <a:t>（反復投与）から求める。急性毒性試験（LD₅₀）から求めるのではない。</a:t>
            </a:r>
            <a:endParaRPr lang="en-US" dirty="0"/>
          </a:p>
        </p:txBody>
      </p:sp>
      <p:sp>
        <p:nvSpPr>
          <p:cNvPr id="10" name="Shape 8"/>
          <p:cNvSpPr/>
          <p:nvPr/>
        </p:nvSpPr>
        <p:spPr>
          <a:xfrm>
            <a:off x="7543800" y="4754880"/>
            <a:ext cx="4233672" cy="0"/>
          </a:xfrm>
          <a:prstGeom prst="line">
            <a:avLst/>
          </a:prstGeom>
          <a:noFill/>
          <a:ln w="19050">
            <a:solidFill>
              <a:srgbClr val="5D6D7E"/>
            </a:solidFill>
            <a:prstDash val="solid"/>
          </a:ln>
        </p:spPr>
        <p:txBody>
          <a:bodyPr/>
          <a:lstStyle/>
          <a:p>
            <a:endParaRPr lang="ja-JP" altLang="en-US"/>
          </a:p>
        </p:txBody>
      </p:sp>
      <p:sp>
        <p:nvSpPr>
          <p:cNvPr id="11" name="Shape 9"/>
          <p:cNvSpPr/>
          <p:nvPr/>
        </p:nvSpPr>
        <p:spPr>
          <a:xfrm>
            <a:off x="7543800" y="1554480"/>
            <a:ext cx="0" cy="3200400"/>
          </a:xfrm>
          <a:prstGeom prst="line">
            <a:avLst/>
          </a:prstGeom>
          <a:noFill/>
          <a:ln w="19050">
            <a:solidFill>
              <a:srgbClr val="5D6D7E"/>
            </a:solidFill>
            <a:prstDash val="solid"/>
          </a:ln>
        </p:spPr>
        <p:txBody>
          <a:bodyPr/>
          <a:lstStyle/>
          <a:p>
            <a:endParaRPr lang="ja-JP" altLang="en-US"/>
          </a:p>
        </p:txBody>
      </p:sp>
      <p:sp>
        <p:nvSpPr>
          <p:cNvPr id="12" name="Text 10"/>
          <p:cNvSpPr/>
          <p:nvPr/>
        </p:nvSpPr>
        <p:spPr>
          <a:xfrm>
            <a:off x="7543800" y="4800600"/>
            <a:ext cx="4233672" cy="274320"/>
          </a:xfrm>
          <a:prstGeom prst="rect">
            <a:avLst/>
          </a:prstGeom>
          <a:noFill/>
          <a:ln/>
        </p:spPr>
        <p:txBody>
          <a:bodyPr wrap="square" rtlCol="0" anchor="ctr"/>
          <a:lstStyle/>
          <a:p>
            <a:pPr marL="0" indent="0" algn="ctr">
              <a:buNone/>
            </a:pPr>
            <a:r>
              <a:rPr lang="en-US" dirty="0">
                <a:solidFill>
                  <a:srgbClr val="5D6D7E"/>
                </a:solidFill>
                <a:latin typeface="Meiryo" pitchFamily="34" charset="0"/>
                <a:ea typeface="Meiryo" pitchFamily="34" charset="-122"/>
                <a:cs typeface="Meiryo" pitchFamily="34" charset="-120"/>
              </a:rPr>
              <a:t>用量</a:t>
            </a:r>
            <a:endParaRPr lang="en-US" dirty="0"/>
          </a:p>
        </p:txBody>
      </p:sp>
      <p:sp>
        <p:nvSpPr>
          <p:cNvPr id="13" name="Shape 11"/>
          <p:cNvSpPr/>
          <p:nvPr/>
        </p:nvSpPr>
        <p:spPr>
          <a:xfrm>
            <a:off x="7700620" y="4379976"/>
            <a:ext cx="109728" cy="109728"/>
          </a:xfrm>
          <a:prstGeom prst="ellipse">
            <a:avLst/>
          </a:prstGeom>
          <a:solidFill>
            <a:srgbClr val="1A5276"/>
          </a:solidFill>
          <a:ln/>
        </p:spPr>
        <p:txBody>
          <a:bodyPr/>
          <a:lstStyle/>
          <a:p>
            <a:endParaRPr lang="ja-JP" altLang="en-US"/>
          </a:p>
        </p:txBody>
      </p:sp>
      <p:sp>
        <p:nvSpPr>
          <p:cNvPr id="14" name="Shape 12"/>
          <p:cNvSpPr/>
          <p:nvPr/>
        </p:nvSpPr>
        <p:spPr>
          <a:xfrm>
            <a:off x="8123987" y="4219956"/>
            <a:ext cx="109728" cy="109728"/>
          </a:xfrm>
          <a:prstGeom prst="ellipse">
            <a:avLst/>
          </a:prstGeom>
          <a:solidFill>
            <a:srgbClr val="1A5276"/>
          </a:solidFill>
          <a:ln/>
        </p:spPr>
        <p:txBody>
          <a:bodyPr/>
          <a:lstStyle/>
          <a:p>
            <a:endParaRPr lang="ja-JP" altLang="en-US"/>
          </a:p>
        </p:txBody>
      </p:sp>
      <p:sp>
        <p:nvSpPr>
          <p:cNvPr id="15" name="Shape 13"/>
          <p:cNvSpPr/>
          <p:nvPr/>
        </p:nvSpPr>
        <p:spPr>
          <a:xfrm>
            <a:off x="8759038" y="4059936"/>
            <a:ext cx="109728" cy="109728"/>
          </a:xfrm>
          <a:prstGeom prst="ellipse">
            <a:avLst/>
          </a:prstGeom>
          <a:solidFill>
            <a:srgbClr val="1A5276"/>
          </a:solidFill>
          <a:ln/>
        </p:spPr>
        <p:txBody>
          <a:bodyPr/>
          <a:lstStyle/>
          <a:p>
            <a:endParaRPr lang="ja-JP" altLang="en-US"/>
          </a:p>
        </p:txBody>
      </p:sp>
      <p:sp>
        <p:nvSpPr>
          <p:cNvPr id="16" name="Shape 14"/>
          <p:cNvSpPr/>
          <p:nvPr/>
        </p:nvSpPr>
        <p:spPr>
          <a:xfrm>
            <a:off x="9394088" y="3579876"/>
            <a:ext cx="109728" cy="109728"/>
          </a:xfrm>
          <a:prstGeom prst="ellipse">
            <a:avLst/>
          </a:prstGeom>
          <a:solidFill>
            <a:srgbClr val="1A5276"/>
          </a:solidFill>
          <a:ln/>
        </p:spPr>
        <p:txBody>
          <a:bodyPr/>
          <a:lstStyle/>
          <a:p>
            <a:endParaRPr lang="ja-JP" altLang="en-US"/>
          </a:p>
        </p:txBody>
      </p:sp>
      <p:sp>
        <p:nvSpPr>
          <p:cNvPr id="17" name="Shape 15"/>
          <p:cNvSpPr/>
          <p:nvPr/>
        </p:nvSpPr>
        <p:spPr>
          <a:xfrm>
            <a:off x="10240823" y="2779776"/>
            <a:ext cx="109728" cy="109728"/>
          </a:xfrm>
          <a:prstGeom prst="ellipse">
            <a:avLst/>
          </a:prstGeom>
          <a:solidFill>
            <a:srgbClr val="1A5276"/>
          </a:solidFill>
          <a:ln/>
        </p:spPr>
        <p:txBody>
          <a:bodyPr/>
          <a:lstStyle/>
          <a:p>
            <a:endParaRPr lang="ja-JP" altLang="en-US"/>
          </a:p>
        </p:txBody>
      </p:sp>
      <p:sp>
        <p:nvSpPr>
          <p:cNvPr id="18" name="Shape 16"/>
          <p:cNvSpPr/>
          <p:nvPr/>
        </p:nvSpPr>
        <p:spPr>
          <a:xfrm>
            <a:off x="11087557" y="1819656"/>
            <a:ext cx="109728" cy="109728"/>
          </a:xfrm>
          <a:prstGeom prst="ellipse">
            <a:avLst/>
          </a:prstGeom>
          <a:solidFill>
            <a:srgbClr val="1A5276"/>
          </a:solidFill>
          <a:ln/>
        </p:spPr>
        <p:txBody>
          <a:bodyPr/>
          <a:lstStyle/>
          <a:p>
            <a:endParaRPr lang="ja-JP" altLang="en-US"/>
          </a:p>
        </p:txBody>
      </p:sp>
      <p:sp>
        <p:nvSpPr>
          <p:cNvPr id="19" name="Shape 17"/>
          <p:cNvSpPr/>
          <p:nvPr/>
        </p:nvSpPr>
        <p:spPr>
          <a:xfrm>
            <a:off x="8813902" y="1554480"/>
            <a:ext cx="0" cy="3200400"/>
          </a:xfrm>
          <a:prstGeom prst="line">
            <a:avLst/>
          </a:prstGeom>
          <a:noFill/>
          <a:ln w="12700">
            <a:solidFill>
              <a:srgbClr val="C0392B"/>
            </a:solidFill>
            <a:prstDash val="dash"/>
          </a:ln>
        </p:spPr>
        <p:txBody>
          <a:bodyPr/>
          <a:lstStyle/>
          <a:p>
            <a:endParaRPr lang="ja-JP" altLang="en-US"/>
          </a:p>
        </p:txBody>
      </p:sp>
      <p:sp>
        <p:nvSpPr>
          <p:cNvPr id="20" name="Text 18"/>
          <p:cNvSpPr/>
          <p:nvPr/>
        </p:nvSpPr>
        <p:spPr>
          <a:xfrm>
            <a:off x="8356702" y="1280160"/>
            <a:ext cx="914400" cy="228600"/>
          </a:xfrm>
          <a:prstGeom prst="rect">
            <a:avLst/>
          </a:prstGeom>
          <a:noFill/>
          <a:ln/>
        </p:spPr>
        <p:txBody>
          <a:bodyPr wrap="square" rtlCol="0" anchor="ctr"/>
          <a:lstStyle/>
          <a:p>
            <a:pPr marL="0" indent="0" algn="ctr">
              <a:buNone/>
            </a:pPr>
            <a:r>
              <a:rPr lang="en-US" sz="1400" b="1" dirty="0">
                <a:solidFill>
                  <a:srgbClr val="C0392B"/>
                </a:solidFill>
                <a:latin typeface="Meiryo" pitchFamily="34" charset="0"/>
                <a:ea typeface="Meiryo" pitchFamily="34" charset="-122"/>
                <a:cs typeface="Meiryo" pitchFamily="34" charset="-120"/>
              </a:rPr>
              <a:t>NOAEL</a:t>
            </a:r>
            <a:endParaRPr lang="en-US" sz="1400" dirty="0"/>
          </a:p>
        </p:txBody>
      </p:sp>
      <p:sp>
        <p:nvSpPr>
          <p:cNvPr id="21" name="Shape 19"/>
          <p:cNvSpPr/>
          <p:nvPr/>
        </p:nvSpPr>
        <p:spPr>
          <a:xfrm>
            <a:off x="9448952" y="1554480"/>
            <a:ext cx="0" cy="3200400"/>
          </a:xfrm>
          <a:prstGeom prst="line">
            <a:avLst/>
          </a:prstGeom>
          <a:noFill/>
          <a:ln w="12700">
            <a:solidFill>
              <a:srgbClr val="D68910"/>
            </a:solidFill>
            <a:prstDash val="dash"/>
          </a:ln>
        </p:spPr>
        <p:txBody>
          <a:bodyPr/>
          <a:lstStyle/>
          <a:p>
            <a:endParaRPr lang="ja-JP" altLang="en-US"/>
          </a:p>
        </p:txBody>
      </p:sp>
      <p:sp>
        <p:nvSpPr>
          <p:cNvPr id="22" name="Text 20"/>
          <p:cNvSpPr/>
          <p:nvPr/>
        </p:nvSpPr>
        <p:spPr>
          <a:xfrm>
            <a:off x="9448952" y="1508760"/>
            <a:ext cx="914400" cy="228600"/>
          </a:xfrm>
          <a:prstGeom prst="rect">
            <a:avLst/>
          </a:prstGeom>
          <a:noFill/>
          <a:ln/>
        </p:spPr>
        <p:txBody>
          <a:bodyPr wrap="square" rtlCol="0" anchor="ctr"/>
          <a:lstStyle/>
          <a:p>
            <a:pPr marL="0" indent="0">
              <a:buNone/>
            </a:pPr>
            <a:r>
              <a:rPr lang="en-US" sz="1400" b="1" dirty="0">
                <a:solidFill>
                  <a:srgbClr val="D68910"/>
                </a:solidFill>
                <a:latin typeface="Meiryo" pitchFamily="34" charset="0"/>
                <a:ea typeface="Meiryo" pitchFamily="34" charset="-122"/>
                <a:cs typeface="Meiryo" pitchFamily="34" charset="-120"/>
              </a:rPr>
              <a:t>LOAEL</a:t>
            </a:r>
            <a:endParaRPr lang="en-US" sz="1400" dirty="0"/>
          </a:p>
        </p:txBody>
      </p:sp>
      <p:cxnSp>
        <p:nvCxnSpPr>
          <p:cNvPr id="23" name="Connector 22"/>
          <p:cNvCxnSpPr/>
          <p:nvPr/>
        </p:nvCxnSpPr>
        <p:spPr>
          <a:xfrm flipV="1">
            <a:off x="7754112" y="4279392"/>
            <a:ext cx="420624" cy="155448"/>
          </a:xfrm>
          <a:prstGeom prst="line">
            <a:avLst/>
          </a:prstGeom>
          <a:ln w="34925">
            <a:solidFill>
              <a:srgbClr val="1A5276"/>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174736" y="4114800"/>
            <a:ext cx="640080" cy="164592"/>
          </a:xfrm>
          <a:prstGeom prst="line">
            <a:avLst/>
          </a:prstGeom>
          <a:ln w="34925">
            <a:solidFill>
              <a:srgbClr val="1A5276"/>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8814816" y="3639312"/>
            <a:ext cx="630936" cy="475488"/>
          </a:xfrm>
          <a:prstGeom prst="line">
            <a:avLst/>
          </a:prstGeom>
          <a:ln w="34925">
            <a:solidFill>
              <a:srgbClr val="1A5276"/>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9445752" y="2834640"/>
            <a:ext cx="850392" cy="804672"/>
          </a:xfrm>
          <a:prstGeom prst="line">
            <a:avLst/>
          </a:prstGeom>
          <a:ln w="34925">
            <a:solidFill>
              <a:srgbClr val="1A5276"/>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0296144" y="1874519"/>
            <a:ext cx="850392" cy="960121"/>
          </a:xfrm>
          <a:prstGeom prst="line">
            <a:avLst/>
          </a:prstGeom>
          <a:ln w="34925">
            <a:solidFill>
              <a:srgbClr val="1A5276"/>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D-1. 不確実係数（安全係数）</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sp>
        <p:nvSpPr>
          <p:cNvPr id="5" name="Text 3"/>
          <p:cNvSpPr/>
          <p:nvPr/>
        </p:nvSpPr>
        <p:spPr>
          <a:xfrm>
            <a:off x="411480" y="1097280"/>
            <a:ext cx="11365992" cy="457200"/>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動物試験のNOAELをヒトに適用するための</a:t>
            </a:r>
            <a:r>
              <a:rPr lang="en-US" b="1" dirty="0">
                <a:solidFill>
                  <a:srgbClr val="1A5276"/>
                </a:solidFill>
                <a:latin typeface="Meiryo" pitchFamily="34" charset="0"/>
                <a:ea typeface="Meiryo" pitchFamily="34" charset="-122"/>
                <a:cs typeface="Meiryo" pitchFamily="34" charset="-120"/>
              </a:rPr>
              <a:t>安全マージン</a:t>
            </a:r>
            <a:endParaRPr lang="en-US" dirty="0"/>
          </a:p>
        </p:txBody>
      </p:sp>
      <p:sp>
        <p:nvSpPr>
          <p:cNvPr id="6" name="Shape 4"/>
          <p:cNvSpPr/>
          <p:nvPr/>
        </p:nvSpPr>
        <p:spPr>
          <a:xfrm>
            <a:off x="868680" y="2468880"/>
            <a:ext cx="2743200" cy="1371600"/>
          </a:xfrm>
          <a:prstGeom prst="roundRect">
            <a:avLst>
              <a:gd name="adj" fmla="val 5333"/>
            </a:avLst>
          </a:prstGeom>
          <a:solidFill>
            <a:srgbClr val="EAF2F8"/>
          </a:solidFill>
          <a:ln w="19050">
            <a:solidFill>
              <a:srgbClr val="1A5276"/>
            </a:solidFill>
            <a:prstDash val="solid"/>
          </a:ln>
        </p:spPr>
        <p:txBody>
          <a:bodyPr/>
          <a:lstStyle/>
          <a:p>
            <a:endParaRPr lang="ja-JP" altLang="en-US" sz="2800"/>
          </a:p>
        </p:txBody>
      </p:sp>
      <p:sp>
        <p:nvSpPr>
          <p:cNvPr id="7" name="Text 5"/>
          <p:cNvSpPr/>
          <p:nvPr/>
        </p:nvSpPr>
        <p:spPr>
          <a:xfrm>
            <a:off x="868680" y="2651760"/>
            <a:ext cx="2743200" cy="457200"/>
          </a:xfrm>
          <a:prstGeom prst="rect">
            <a:avLst/>
          </a:prstGeom>
          <a:noFill/>
          <a:ln/>
        </p:spPr>
        <p:txBody>
          <a:bodyPr wrap="square" rtlCol="0" anchor="ctr"/>
          <a:lstStyle/>
          <a:p>
            <a:pPr marL="0" indent="0" algn="ctr">
              <a:buNone/>
            </a:pPr>
            <a:r>
              <a:rPr lang="en-US" sz="2400" b="1" dirty="0">
                <a:solidFill>
                  <a:srgbClr val="1A5276"/>
                </a:solidFill>
                <a:latin typeface="Meiryo" pitchFamily="34" charset="0"/>
                <a:ea typeface="Meiryo" pitchFamily="34" charset="-122"/>
                <a:cs typeface="Meiryo" pitchFamily="34" charset="-120"/>
              </a:rPr>
              <a:t>動物のNOAEL</a:t>
            </a:r>
            <a:endParaRPr lang="en-US" sz="2400" dirty="0"/>
          </a:p>
        </p:txBody>
      </p:sp>
      <p:sp>
        <p:nvSpPr>
          <p:cNvPr id="8" name="Text 6"/>
          <p:cNvSpPr/>
          <p:nvPr/>
        </p:nvSpPr>
        <p:spPr>
          <a:xfrm>
            <a:off x="868680" y="3200400"/>
            <a:ext cx="2743200" cy="457200"/>
          </a:xfrm>
          <a:prstGeom prst="rect">
            <a:avLst/>
          </a:prstGeom>
          <a:noFill/>
          <a:ln/>
        </p:spPr>
        <p:txBody>
          <a:bodyPr wrap="square" rtlCol="0" anchor="ctr"/>
          <a:lstStyle/>
          <a:p>
            <a:pPr marL="0" indent="0" algn="ctr">
              <a:buNone/>
            </a:pPr>
            <a:r>
              <a:rPr lang="en-US" dirty="0">
                <a:solidFill>
                  <a:srgbClr val="5D6D7E"/>
                </a:solidFill>
                <a:latin typeface="Meiryo" pitchFamily="34" charset="0"/>
                <a:ea typeface="Meiryo" pitchFamily="34" charset="-122"/>
                <a:cs typeface="Meiryo" pitchFamily="34" charset="-120"/>
              </a:rPr>
              <a:t>mg/kg/日</a:t>
            </a:r>
            <a:endParaRPr lang="en-US" dirty="0"/>
          </a:p>
        </p:txBody>
      </p:sp>
      <p:sp>
        <p:nvSpPr>
          <p:cNvPr id="9" name="Shape 7"/>
          <p:cNvSpPr/>
          <p:nvPr/>
        </p:nvSpPr>
        <p:spPr>
          <a:xfrm>
            <a:off x="3611880" y="3154680"/>
            <a:ext cx="640080" cy="0"/>
          </a:xfrm>
          <a:prstGeom prst="line">
            <a:avLst/>
          </a:prstGeom>
          <a:noFill/>
          <a:ln w="25400">
            <a:solidFill>
              <a:srgbClr val="2980B9"/>
            </a:solidFill>
            <a:prstDash val="solid"/>
            <a:tailEnd type="triangle"/>
          </a:ln>
        </p:spPr>
        <p:txBody>
          <a:bodyPr/>
          <a:lstStyle/>
          <a:p>
            <a:endParaRPr lang="ja-JP" altLang="en-US" sz="2800"/>
          </a:p>
        </p:txBody>
      </p:sp>
      <p:sp>
        <p:nvSpPr>
          <p:cNvPr id="10" name="Shape 8"/>
          <p:cNvSpPr/>
          <p:nvPr/>
        </p:nvSpPr>
        <p:spPr>
          <a:xfrm>
            <a:off x="4251960" y="2468880"/>
            <a:ext cx="2743200" cy="1371600"/>
          </a:xfrm>
          <a:prstGeom prst="roundRect">
            <a:avLst>
              <a:gd name="adj" fmla="val 5333"/>
            </a:avLst>
          </a:prstGeom>
          <a:solidFill>
            <a:srgbClr val="FEF9E7"/>
          </a:solidFill>
          <a:ln w="19050">
            <a:solidFill>
              <a:srgbClr val="9A6E0A"/>
            </a:solidFill>
            <a:prstDash val="solid"/>
          </a:ln>
        </p:spPr>
        <p:txBody>
          <a:bodyPr/>
          <a:lstStyle/>
          <a:p>
            <a:endParaRPr lang="ja-JP" altLang="en-US" sz="2800"/>
          </a:p>
        </p:txBody>
      </p:sp>
      <p:sp>
        <p:nvSpPr>
          <p:cNvPr id="11" name="Text 9"/>
          <p:cNvSpPr/>
          <p:nvPr/>
        </p:nvSpPr>
        <p:spPr>
          <a:xfrm>
            <a:off x="4251960" y="2651760"/>
            <a:ext cx="2743200" cy="457200"/>
          </a:xfrm>
          <a:prstGeom prst="rect">
            <a:avLst/>
          </a:prstGeom>
          <a:noFill/>
          <a:ln/>
        </p:spPr>
        <p:txBody>
          <a:bodyPr wrap="square" rtlCol="0" anchor="ctr"/>
          <a:lstStyle/>
          <a:p>
            <a:pPr marL="0" indent="0" algn="ctr">
              <a:buNone/>
            </a:pPr>
            <a:r>
              <a:rPr lang="en-US" sz="2400" b="1" dirty="0">
                <a:solidFill>
                  <a:srgbClr val="9A6E0A"/>
                </a:solidFill>
                <a:latin typeface="Meiryo" pitchFamily="34" charset="0"/>
                <a:ea typeface="Meiryo" pitchFamily="34" charset="-122"/>
                <a:cs typeface="Meiryo" pitchFamily="34" charset="-120"/>
              </a:rPr>
              <a:t>ヒト平均NOAEL</a:t>
            </a:r>
            <a:endParaRPr lang="en-US" sz="2400" dirty="0"/>
          </a:p>
        </p:txBody>
      </p:sp>
      <p:sp>
        <p:nvSpPr>
          <p:cNvPr id="12" name="Text 10"/>
          <p:cNvSpPr/>
          <p:nvPr/>
        </p:nvSpPr>
        <p:spPr>
          <a:xfrm>
            <a:off x="4251960" y="3200400"/>
            <a:ext cx="2743200" cy="457200"/>
          </a:xfrm>
          <a:prstGeom prst="rect">
            <a:avLst/>
          </a:prstGeom>
          <a:noFill/>
          <a:ln/>
        </p:spPr>
        <p:txBody>
          <a:bodyPr wrap="square" rtlCol="0" anchor="ctr"/>
          <a:lstStyle/>
          <a:p>
            <a:pPr marL="0" indent="0" algn="ctr">
              <a:buNone/>
            </a:pPr>
            <a:r>
              <a:rPr lang="en-US" dirty="0">
                <a:solidFill>
                  <a:srgbClr val="5D6D7E"/>
                </a:solidFill>
                <a:latin typeface="Meiryo" pitchFamily="34" charset="0"/>
                <a:ea typeface="Meiryo" pitchFamily="34" charset="-122"/>
                <a:cs typeface="Meiryo" pitchFamily="34" charset="-120"/>
              </a:rPr>
              <a:t>÷ 10（種差）</a:t>
            </a:r>
            <a:endParaRPr lang="en-US" dirty="0"/>
          </a:p>
        </p:txBody>
      </p:sp>
      <p:sp>
        <p:nvSpPr>
          <p:cNvPr id="13" name="Shape 11"/>
          <p:cNvSpPr/>
          <p:nvPr/>
        </p:nvSpPr>
        <p:spPr>
          <a:xfrm>
            <a:off x="6995160" y="3154680"/>
            <a:ext cx="640080" cy="0"/>
          </a:xfrm>
          <a:prstGeom prst="line">
            <a:avLst/>
          </a:prstGeom>
          <a:noFill/>
          <a:ln w="25400">
            <a:solidFill>
              <a:srgbClr val="2980B9"/>
            </a:solidFill>
            <a:prstDash val="solid"/>
            <a:tailEnd type="triangle"/>
          </a:ln>
        </p:spPr>
        <p:txBody>
          <a:bodyPr/>
          <a:lstStyle/>
          <a:p>
            <a:endParaRPr lang="ja-JP" altLang="en-US" sz="2800"/>
          </a:p>
        </p:txBody>
      </p:sp>
      <p:sp>
        <p:nvSpPr>
          <p:cNvPr id="14" name="Shape 12"/>
          <p:cNvSpPr/>
          <p:nvPr/>
        </p:nvSpPr>
        <p:spPr>
          <a:xfrm>
            <a:off x="7726680" y="2468880"/>
            <a:ext cx="2743200" cy="1371600"/>
          </a:xfrm>
          <a:prstGeom prst="roundRect">
            <a:avLst>
              <a:gd name="adj" fmla="val 5333"/>
            </a:avLst>
          </a:prstGeom>
          <a:solidFill>
            <a:srgbClr val="FDEDEC"/>
          </a:solidFill>
          <a:ln w="19050">
            <a:solidFill>
              <a:srgbClr val="C0392B"/>
            </a:solidFill>
            <a:prstDash val="solid"/>
          </a:ln>
        </p:spPr>
        <p:txBody>
          <a:bodyPr/>
          <a:lstStyle/>
          <a:p>
            <a:endParaRPr lang="ja-JP" altLang="en-US" sz="2800"/>
          </a:p>
        </p:txBody>
      </p:sp>
      <p:sp>
        <p:nvSpPr>
          <p:cNvPr id="15" name="Text 13"/>
          <p:cNvSpPr/>
          <p:nvPr/>
        </p:nvSpPr>
        <p:spPr>
          <a:xfrm>
            <a:off x="7726680" y="2651760"/>
            <a:ext cx="2743200" cy="457200"/>
          </a:xfrm>
          <a:prstGeom prst="rect">
            <a:avLst/>
          </a:prstGeom>
          <a:noFill/>
          <a:ln/>
        </p:spPr>
        <p:txBody>
          <a:bodyPr wrap="square" rtlCol="0" anchor="ctr"/>
          <a:lstStyle/>
          <a:p>
            <a:pPr marL="0" indent="0" algn="ctr">
              <a:buNone/>
            </a:pPr>
            <a:r>
              <a:rPr lang="en-US" sz="2400" b="1" dirty="0">
                <a:solidFill>
                  <a:srgbClr val="C0392B"/>
                </a:solidFill>
                <a:latin typeface="Meiryo" pitchFamily="34" charset="0"/>
                <a:ea typeface="Meiryo" pitchFamily="34" charset="-122"/>
                <a:cs typeface="Meiryo" pitchFamily="34" charset="-120"/>
              </a:rPr>
              <a:t>ADI / TDI</a:t>
            </a:r>
            <a:endParaRPr lang="en-US" sz="2400" dirty="0"/>
          </a:p>
        </p:txBody>
      </p:sp>
      <p:sp>
        <p:nvSpPr>
          <p:cNvPr id="16" name="Text 14"/>
          <p:cNvSpPr/>
          <p:nvPr/>
        </p:nvSpPr>
        <p:spPr>
          <a:xfrm>
            <a:off x="7726680" y="3200400"/>
            <a:ext cx="2743200" cy="457200"/>
          </a:xfrm>
          <a:prstGeom prst="rect">
            <a:avLst/>
          </a:prstGeom>
          <a:noFill/>
          <a:ln/>
        </p:spPr>
        <p:txBody>
          <a:bodyPr wrap="square" rtlCol="0" anchor="ctr"/>
          <a:lstStyle/>
          <a:p>
            <a:pPr marL="0" indent="0" algn="ctr">
              <a:buNone/>
            </a:pPr>
            <a:r>
              <a:rPr lang="en-US" dirty="0">
                <a:solidFill>
                  <a:srgbClr val="5D6D7E"/>
                </a:solidFill>
                <a:latin typeface="Meiryo" pitchFamily="34" charset="0"/>
                <a:ea typeface="Meiryo" pitchFamily="34" charset="-122"/>
                <a:cs typeface="Meiryo" pitchFamily="34" charset="-120"/>
              </a:rPr>
              <a:t>÷ 10（個体差）</a:t>
            </a:r>
            <a:endParaRPr lang="en-US" dirty="0"/>
          </a:p>
        </p:txBody>
      </p:sp>
      <p:sp>
        <p:nvSpPr>
          <p:cNvPr id="17" name="Shape 15"/>
          <p:cNvSpPr/>
          <p:nvPr/>
        </p:nvSpPr>
        <p:spPr>
          <a:xfrm>
            <a:off x="411480" y="4297680"/>
            <a:ext cx="11365992" cy="1097280"/>
          </a:xfrm>
          <a:prstGeom prst="rect">
            <a:avLst/>
          </a:prstGeom>
          <a:solidFill>
            <a:srgbClr val="FDEDEC"/>
          </a:solidFill>
          <a:ln/>
        </p:spPr>
        <p:txBody>
          <a:bodyPr/>
          <a:lstStyle/>
          <a:p>
            <a:endParaRPr lang="ja-JP" altLang="en-US" sz="3200"/>
          </a:p>
        </p:txBody>
      </p:sp>
      <p:sp>
        <p:nvSpPr>
          <p:cNvPr id="18" name="Shape 16"/>
          <p:cNvSpPr/>
          <p:nvPr/>
        </p:nvSpPr>
        <p:spPr>
          <a:xfrm>
            <a:off x="411480" y="4297680"/>
            <a:ext cx="64008" cy="1097280"/>
          </a:xfrm>
          <a:prstGeom prst="rect">
            <a:avLst/>
          </a:prstGeom>
          <a:solidFill>
            <a:srgbClr val="C0392B"/>
          </a:solidFill>
          <a:ln/>
        </p:spPr>
        <p:txBody>
          <a:bodyPr/>
          <a:lstStyle/>
          <a:p>
            <a:endParaRPr lang="ja-JP" altLang="en-US" sz="3200"/>
          </a:p>
        </p:txBody>
      </p:sp>
      <p:sp>
        <p:nvSpPr>
          <p:cNvPr id="19" name="Text 17"/>
          <p:cNvSpPr/>
          <p:nvPr/>
        </p:nvSpPr>
        <p:spPr>
          <a:xfrm>
            <a:off x="576072" y="4352544"/>
            <a:ext cx="11091672" cy="292608"/>
          </a:xfrm>
          <a:prstGeom prst="rect">
            <a:avLst/>
          </a:prstGeom>
          <a:noFill/>
          <a:ln/>
        </p:spPr>
        <p:txBody>
          <a:bodyPr wrap="square" rtlCol="0" anchor="ctr"/>
          <a:lstStyle/>
          <a:p>
            <a:pPr marL="0" indent="0">
              <a:buNone/>
            </a:pPr>
            <a:r>
              <a:rPr lang="en-US" b="1" dirty="0">
                <a:solidFill>
                  <a:srgbClr val="C0392B"/>
                </a:solidFill>
                <a:latin typeface="Meiryo" pitchFamily="34" charset="0"/>
                <a:ea typeface="Meiryo" pitchFamily="34" charset="-122"/>
                <a:cs typeface="Meiryo" pitchFamily="34" charset="-120"/>
              </a:rPr>
              <a:t>押さえどころ</a:t>
            </a:r>
            <a:endParaRPr lang="en-US" dirty="0"/>
          </a:p>
        </p:txBody>
      </p:sp>
      <p:sp>
        <p:nvSpPr>
          <p:cNvPr id="20" name="Text 18"/>
          <p:cNvSpPr/>
          <p:nvPr/>
        </p:nvSpPr>
        <p:spPr>
          <a:xfrm>
            <a:off x="576072" y="4636008"/>
            <a:ext cx="11091672" cy="713232"/>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不確実係数 = 10 × 10 = </a:t>
            </a:r>
            <a:r>
              <a:rPr lang="en-US" sz="2400" b="1" dirty="0">
                <a:solidFill>
                  <a:srgbClr val="1A5276"/>
                </a:solidFill>
                <a:latin typeface="Meiryo" pitchFamily="34" charset="0"/>
                <a:ea typeface="Meiryo" pitchFamily="34" charset="-122"/>
                <a:cs typeface="Meiryo" pitchFamily="34" charset="-120"/>
              </a:rPr>
              <a:t>100</a:t>
            </a:r>
            <a:r>
              <a:rPr lang="en-US" sz="2400" dirty="0">
                <a:solidFill>
                  <a:srgbClr val="2C3E50"/>
                </a:solidFill>
                <a:latin typeface="Meiryo" pitchFamily="34" charset="0"/>
                <a:ea typeface="Meiryo" pitchFamily="34" charset="-122"/>
                <a:cs typeface="Meiryo" pitchFamily="34" charset="-120"/>
              </a:rPr>
              <a:t> が基本</a:t>
            </a:r>
            <a:endParaRPr lang="en-US" sz="24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D-1. ADI と TDI</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sz="2400"/>
          </a:p>
        </p:txBody>
      </p:sp>
      <p:graphicFrame>
        <p:nvGraphicFramePr>
          <p:cNvPr id="99" name="Table 0"/>
          <p:cNvGraphicFramePr>
            <a:graphicFrameLocks noGrp="1"/>
          </p:cNvGraphicFramePr>
          <p:nvPr>
            <p:extLst>
              <p:ext uri="{D42A27DB-BD31-4B8C-83A1-F6EECF244321}">
                <p14:modId xmlns:p14="http://schemas.microsoft.com/office/powerpoint/2010/main" val="194472730"/>
              </p:ext>
            </p:extLst>
          </p:nvPr>
        </p:nvGraphicFramePr>
        <p:xfrm>
          <a:off x="411480" y="1097280"/>
          <a:ext cx="11365992" cy="2743200"/>
        </p:xfrm>
        <a:graphic>
          <a:graphicData uri="http://schemas.openxmlformats.org/drawingml/2006/table">
            <a:tbl>
              <a:tblPr/>
              <a:tblGrid>
                <a:gridCol w="1984248">
                  <a:extLst>
                    <a:ext uri="{9D8B030D-6E8A-4147-A177-3AD203B41FA5}">
                      <a16:colId xmlns:a16="http://schemas.microsoft.com/office/drawing/2014/main" val="20000"/>
                    </a:ext>
                  </a:extLst>
                </a:gridCol>
                <a:gridCol w="3218688">
                  <a:extLst>
                    <a:ext uri="{9D8B030D-6E8A-4147-A177-3AD203B41FA5}">
                      <a16:colId xmlns:a16="http://schemas.microsoft.com/office/drawing/2014/main" val="20001"/>
                    </a:ext>
                  </a:extLst>
                </a:gridCol>
                <a:gridCol w="3321558">
                  <a:extLst>
                    <a:ext uri="{9D8B030D-6E8A-4147-A177-3AD203B41FA5}">
                      <a16:colId xmlns:a16="http://schemas.microsoft.com/office/drawing/2014/main" val="20002"/>
                    </a:ext>
                  </a:extLst>
                </a:gridCol>
                <a:gridCol w="2841498">
                  <a:extLst>
                    <a:ext uri="{9D8B030D-6E8A-4147-A177-3AD203B41FA5}">
                      <a16:colId xmlns:a16="http://schemas.microsoft.com/office/drawing/2014/main" val="20003"/>
                    </a:ext>
                  </a:extLst>
                </a:gridCol>
              </a:tblGrid>
              <a:tr h="914400">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指標</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正式名</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対象</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800" b="1" dirty="0">
                          <a:solidFill>
                            <a:srgbClr val="FFFFFF"/>
                          </a:solidFill>
                          <a:latin typeface="Meiryo" pitchFamily="34" charset="0"/>
                          <a:ea typeface="Meiryo" pitchFamily="34" charset="-122"/>
                          <a:cs typeface="Meiryo" pitchFamily="34" charset="-120"/>
                        </a:rPr>
                        <a:t>計算</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914400">
                <a:tc>
                  <a:txBody>
                    <a:bodyPr/>
                    <a:lstStyle/>
                    <a:p>
                      <a:pPr marL="0" indent="0" algn="l">
                        <a:buNone/>
                      </a:pPr>
                      <a:r>
                        <a:rPr lang="en-US" sz="1800" b="1" dirty="0">
                          <a:solidFill>
                            <a:srgbClr val="1A5276"/>
                          </a:solidFill>
                          <a:latin typeface="Meiryo" pitchFamily="34" charset="0"/>
                          <a:ea typeface="Meiryo" pitchFamily="34" charset="-122"/>
                          <a:cs typeface="Meiryo" pitchFamily="34" charset="-120"/>
                        </a:rPr>
                        <a:t>ADI</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Acceptable Daily Intake</a:t>
                      </a:r>
                      <a:endParaRPr lang="en-US" sz="1800" dirty="0">
                        <a:latin typeface="Meiryo" charset="0"/>
                        <a:ea typeface="Meiryo" charset="0"/>
                        <a:cs typeface="Meiryo" charset="0"/>
                      </a:endParaRPr>
                    </a:p>
                    <a:p>
                      <a:pPr marL="0" indent="0" algn="l">
                        <a:buNone/>
                      </a:pPr>
                      <a:r>
                        <a:rPr lang="en-US" sz="1800" dirty="0">
                          <a:solidFill>
                            <a:srgbClr val="2C3E50"/>
                          </a:solidFill>
                          <a:latin typeface="Meiryo" pitchFamily="34" charset="0"/>
                          <a:ea typeface="Meiryo" pitchFamily="34" charset="-122"/>
                          <a:cs typeface="Meiryo" pitchFamily="34" charset="-120"/>
                        </a:rPr>
                        <a:t>許容一日摂取量</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意図的に使用する化学物質</a:t>
                      </a:r>
                      <a:endParaRPr lang="en-US" sz="1800" dirty="0">
                        <a:latin typeface="Meiryo" charset="0"/>
                        <a:ea typeface="Meiryo" charset="0"/>
                        <a:cs typeface="Meiryo" charset="0"/>
                      </a:endParaRPr>
                    </a:p>
                    <a:p>
                      <a:pPr marL="0" indent="0" algn="l">
                        <a:buNone/>
                      </a:pPr>
                      <a:r>
                        <a:rPr lang="en-US" sz="1800" dirty="0">
                          <a:solidFill>
                            <a:srgbClr val="2C3E50"/>
                          </a:solidFill>
                          <a:latin typeface="Meiryo" pitchFamily="34" charset="0"/>
                          <a:ea typeface="Meiryo" pitchFamily="34" charset="-122"/>
                          <a:cs typeface="Meiryo" pitchFamily="34" charset="-120"/>
                        </a:rPr>
                        <a:t>（農薬・食品添加物）</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NOAEL ÷ 100</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lgn="l">
                        <a:buNone/>
                      </a:pPr>
                      <a:r>
                        <a:rPr lang="en-US" sz="1800" b="1" dirty="0">
                          <a:solidFill>
                            <a:srgbClr val="1A5276"/>
                          </a:solidFill>
                          <a:latin typeface="Meiryo" pitchFamily="34" charset="0"/>
                          <a:ea typeface="Meiryo" pitchFamily="34" charset="-122"/>
                          <a:cs typeface="Meiryo" pitchFamily="34" charset="-120"/>
                        </a:rPr>
                        <a:t>TDI</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Tolerable Daily Intake</a:t>
                      </a:r>
                      <a:endParaRPr lang="en-US" sz="1800" dirty="0">
                        <a:latin typeface="Meiryo" charset="0"/>
                        <a:ea typeface="Meiryo" charset="0"/>
                        <a:cs typeface="Meiryo" charset="0"/>
                      </a:endParaRPr>
                    </a:p>
                    <a:p>
                      <a:pPr marL="0" indent="0" algn="l">
                        <a:buNone/>
                      </a:pPr>
                      <a:r>
                        <a:rPr lang="en-US" sz="1800" dirty="0">
                          <a:solidFill>
                            <a:srgbClr val="2C3E50"/>
                          </a:solidFill>
                          <a:latin typeface="Meiryo" pitchFamily="34" charset="0"/>
                          <a:ea typeface="Meiryo" pitchFamily="34" charset="-122"/>
                          <a:cs typeface="Meiryo" pitchFamily="34" charset="-120"/>
                        </a:rPr>
                        <a:t>耐容一日摂取量</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非意図的な汚染物質</a:t>
                      </a:r>
                      <a:endParaRPr lang="en-US" sz="1800" dirty="0">
                        <a:latin typeface="Meiryo" charset="0"/>
                        <a:ea typeface="Meiryo" charset="0"/>
                        <a:cs typeface="Meiryo" charset="0"/>
                      </a:endParaRPr>
                    </a:p>
                    <a:p>
                      <a:pPr marL="0" indent="0" algn="l">
                        <a:buNone/>
                      </a:pPr>
                      <a:r>
                        <a:rPr lang="en-US" sz="1800" dirty="0">
                          <a:solidFill>
                            <a:srgbClr val="2C3E50"/>
                          </a:solidFill>
                          <a:latin typeface="Meiryo" pitchFamily="34" charset="0"/>
                          <a:ea typeface="Meiryo" pitchFamily="34" charset="-122"/>
                          <a:cs typeface="Meiryo" pitchFamily="34" charset="-120"/>
                        </a:rPr>
                        <a:t>（ダイオキシン・水銀）</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800" dirty="0">
                          <a:solidFill>
                            <a:srgbClr val="2C3E50"/>
                          </a:solidFill>
                          <a:latin typeface="Meiryo" pitchFamily="34" charset="0"/>
                          <a:ea typeface="Meiryo" pitchFamily="34" charset="-122"/>
                          <a:cs typeface="Meiryo" pitchFamily="34" charset="-120"/>
                        </a:rPr>
                        <a:t>NOAEL ÷ 100</a:t>
                      </a:r>
                      <a:endParaRPr lang="en-US" sz="18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bl>
          </a:graphicData>
        </a:graphic>
      </p:graphicFrame>
      <p:sp>
        <p:nvSpPr>
          <p:cNvPr id="6" name="Shape 3"/>
          <p:cNvSpPr/>
          <p:nvPr/>
        </p:nvSpPr>
        <p:spPr>
          <a:xfrm>
            <a:off x="385572" y="5037576"/>
            <a:ext cx="11365992" cy="1554480"/>
          </a:xfrm>
          <a:prstGeom prst="rect">
            <a:avLst/>
          </a:prstGeom>
          <a:solidFill>
            <a:srgbClr val="F8F9FA"/>
          </a:solidFill>
          <a:ln/>
        </p:spPr>
        <p:txBody>
          <a:bodyPr/>
          <a:lstStyle/>
          <a:p>
            <a:endParaRPr lang="ja-JP" altLang="en-US" sz="3200"/>
          </a:p>
        </p:txBody>
      </p:sp>
      <p:sp>
        <p:nvSpPr>
          <p:cNvPr id="7" name="Shape 4"/>
          <p:cNvSpPr/>
          <p:nvPr/>
        </p:nvSpPr>
        <p:spPr>
          <a:xfrm>
            <a:off x="385572" y="5037576"/>
            <a:ext cx="64008" cy="1554480"/>
          </a:xfrm>
          <a:prstGeom prst="rect">
            <a:avLst/>
          </a:prstGeom>
          <a:solidFill>
            <a:srgbClr val="BDC3C7"/>
          </a:solidFill>
          <a:ln/>
        </p:spPr>
        <p:txBody>
          <a:bodyPr/>
          <a:lstStyle/>
          <a:p>
            <a:endParaRPr lang="ja-JP" altLang="en-US" sz="3200"/>
          </a:p>
        </p:txBody>
      </p:sp>
      <p:sp>
        <p:nvSpPr>
          <p:cNvPr id="8" name="Text 5"/>
          <p:cNvSpPr/>
          <p:nvPr/>
        </p:nvSpPr>
        <p:spPr>
          <a:xfrm>
            <a:off x="550164" y="5092440"/>
            <a:ext cx="11091672" cy="292608"/>
          </a:xfrm>
          <a:prstGeom prst="rect">
            <a:avLst/>
          </a:prstGeom>
          <a:noFill/>
          <a:ln/>
        </p:spPr>
        <p:txBody>
          <a:bodyPr wrap="square" rtlCol="0" anchor="ctr"/>
          <a:lstStyle/>
          <a:p>
            <a:pPr marL="0" indent="0">
              <a:buNone/>
            </a:pPr>
            <a:r>
              <a:rPr lang="en-US" b="1" dirty="0">
                <a:solidFill>
                  <a:srgbClr val="BDC3C7"/>
                </a:solidFill>
                <a:latin typeface="Meiryo" pitchFamily="34" charset="0"/>
                <a:ea typeface="Meiryo" pitchFamily="34" charset="-122"/>
                <a:cs typeface="Meiryo" pitchFamily="34" charset="-120"/>
              </a:rPr>
              <a:t>使い分けのポイント</a:t>
            </a:r>
            <a:endParaRPr lang="en-US" dirty="0"/>
          </a:p>
        </p:txBody>
      </p:sp>
      <p:sp>
        <p:nvSpPr>
          <p:cNvPr id="9" name="Text 6"/>
          <p:cNvSpPr/>
          <p:nvPr/>
        </p:nvSpPr>
        <p:spPr>
          <a:xfrm>
            <a:off x="550164" y="5375904"/>
            <a:ext cx="11091672" cy="1170432"/>
          </a:xfrm>
          <a:prstGeom prst="rect">
            <a:avLst/>
          </a:prstGeom>
          <a:noFill/>
          <a:ln/>
        </p:spPr>
        <p:txBody>
          <a:bodyPr wrap="square" rtlCol="0" anchor="t"/>
          <a:lstStyle/>
          <a:p>
            <a:pPr marL="0" indent="0" algn="l">
              <a:lnSpc>
                <a:spcPct val="130000"/>
              </a:lnSpc>
              <a:spcAft>
                <a:spcPts val="400"/>
              </a:spcAft>
              <a:buNone/>
            </a:pPr>
            <a:r>
              <a:rPr lang="en-US" sz="2000" b="1" dirty="0">
                <a:solidFill>
                  <a:srgbClr val="1A5276"/>
                </a:solidFill>
                <a:latin typeface="Meiryo" pitchFamily="34" charset="0"/>
                <a:ea typeface="Meiryo" pitchFamily="34" charset="-122"/>
                <a:cs typeface="Meiryo" pitchFamily="34" charset="-120"/>
              </a:rPr>
              <a:t>ADI = 意図的</a:t>
            </a:r>
            <a:r>
              <a:rPr lang="en-US" sz="2000" dirty="0">
                <a:solidFill>
                  <a:srgbClr val="2C3E50"/>
                </a:solidFill>
                <a:latin typeface="Meiryo" pitchFamily="34" charset="0"/>
                <a:ea typeface="Meiryo" pitchFamily="34" charset="-122"/>
                <a:cs typeface="Meiryo" pitchFamily="34" charset="-120"/>
              </a:rPr>
              <a:t>（許容できる）／</a:t>
            </a:r>
            <a:r>
              <a:rPr lang="en-US" sz="2000" b="1" dirty="0">
                <a:solidFill>
                  <a:srgbClr val="1A5276"/>
                </a:solidFill>
                <a:latin typeface="Meiryo" pitchFamily="34" charset="0"/>
                <a:ea typeface="Meiryo" pitchFamily="34" charset="-122"/>
                <a:cs typeface="Meiryo" pitchFamily="34" charset="-120"/>
              </a:rPr>
              <a:t>TDI = 非意図的</a:t>
            </a:r>
            <a:r>
              <a:rPr lang="en-US" sz="2000" dirty="0">
                <a:solidFill>
                  <a:srgbClr val="2C3E50"/>
                </a:solidFill>
                <a:latin typeface="Meiryo" pitchFamily="34" charset="0"/>
                <a:ea typeface="Meiryo" pitchFamily="34" charset="-122"/>
                <a:cs typeface="Meiryo" pitchFamily="34" charset="-120"/>
              </a:rPr>
              <a:t>（やむを得ず耐容する）。どちらも単位は </a:t>
            </a:r>
            <a:r>
              <a:rPr lang="en-US" sz="2000" b="1" dirty="0">
                <a:solidFill>
                  <a:srgbClr val="1A5276"/>
                </a:solidFill>
                <a:latin typeface="Meiryo" pitchFamily="34" charset="0"/>
                <a:ea typeface="Meiryo" pitchFamily="34" charset="-122"/>
                <a:cs typeface="Meiryo" pitchFamily="34" charset="-120"/>
              </a:rPr>
              <a:t>mg/kg体重/日</a:t>
            </a:r>
            <a:r>
              <a:rPr lang="en-US" sz="2000" dirty="0">
                <a:solidFill>
                  <a:srgbClr val="2C3E50"/>
                </a:solidFill>
                <a:latin typeface="Meiryo" pitchFamily="34" charset="0"/>
                <a:ea typeface="Meiryo" pitchFamily="34" charset="-122"/>
                <a:cs typeface="Meiryo" pitchFamily="34" charset="-120"/>
              </a:rPr>
              <a:t>。</a:t>
            </a:r>
            <a:endParaRPr lang="en-US" sz="20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20040"/>
            <a:ext cx="8686800" cy="594360"/>
          </a:xfrm>
          <a:prstGeom prst="rect">
            <a:avLst/>
          </a:prstGeom>
          <a:noFill/>
        </p:spPr>
        <p:txBody>
          <a:bodyPr wrap="square" lIns="0" tIns="0" rIns="0" bIns="0" anchor="t">
            <a:spAutoFit/>
          </a:bodyPr>
          <a:lstStyle/>
          <a:p>
            <a:pPr algn="l"/>
            <a:r>
              <a:rPr sz="2600" b="1">
                <a:solidFill>
                  <a:srgbClr val="1A5276"/>
                </a:solidFill>
                <a:latin typeface="Yu Gothic"/>
              </a:rPr>
              <a:t>D-2. ADI算出の流れを 数値で確認</a:t>
            </a:r>
          </a:p>
        </p:txBody>
      </p:sp>
      <p:sp>
        <p:nvSpPr>
          <p:cNvPr id="3" name="TextBox 2"/>
          <p:cNvSpPr txBox="1"/>
          <p:nvPr/>
        </p:nvSpPr>
        <p:spPr>
          <a:xfrm>
            <a:off x="9674352" y="320040"/>
            <a:ext cx="1371600" cy="594360"/>
          </a:xfrm>
          <a:prstGeom prst="rect">
            <a:avLst/>
          </a:prstGeom>
          <a:noFill/>
        </p:spPr>
        <p:txBody>
          <a:bodyPr wrap="square" lIns="0" tIns="0" rIns="0" bIns="0" anchor="t">
            <a:spAutoFit/>
          </a:bodyPr>
          <a:lstStyle/>
          <a:p>
            <a:pPr algn="r"/>
            <a:r>
              <a:rPr sz="2000" b="1">
                <a:solidFill>
                  <a:srgbClr val="F39C12"/>
                </a:solidFill>
                <a:latin typeface="Yu Gothic"/>
              </a:rPr>
              <a:t>★ ★</a:t>
            </a:r>
          </a:p>
        </p:txBody>
      </p:sp>
      <p:sp>
        <p:nvSpPr>
          <p:cNvPr id="4" name="Rectangle 3"/>
          <p:cNvSpPr/>
          <p:nvPr/>
        </p:nvSpPr>
        <p:spPr>
          <a:xfrm>
            <a:off x="411480" y="950976"/>
            <a:ext cx="11365992" cy="2743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097280"/>
            <a:ext cx="11365992" cy="365760"/>
          </a:xfrm>
          <a:prstGeom prst="rect">
            <a:avLst/>
          </a:prstGeom>
          <a:noFill/>
        </p:spPr>
        <p:txBody>
          <a:bodyPr wrap="square" lIns="0" tIns="0" rIns="0" bIns="0" anchor="t">
            <a:spAutoFit/>
          </a:bodyPr>
          <a:lstStyle/>
          <a:p>
            <a:pPr algn="l"/>
            <a:r>
              <a:rPr sz="1400" b="0">
                <a:solidFill>
                  <a:srgbClr val="5D6D7E"/>
                </a:solidFill>
                <a:latin typeface="Yu Gothic"/>
              </a:rPr>
              <a:t>次の演習の前に、NOAEL → 不確実係数 → ADI の流れを最小例で見ておく</a:t>
            </a:r>
          </a:p>
        </p:txBody>
      </p:sp>
      <p:sp>
        <p:nvSpPr>
          <p:cNvPr id="6" name="Rectangle 5"/>
          <p:cNvSpPr/>
          <p:nvPr/>
        </p:nvSpPr>
        <p:spPr>
          <a:xfrm>
            <a:off x="411480" y="1691640"/>
            <a:ext cx="3474720" cy="2194560"/>
          </a:xfrm>
          <a:prstGeom prst="rect">
            <a:avLst/>
          </a:prstGeom>
          <a:solidFill>
            <a:srgbClr val="EAF2F8"/>
          </a:solidFill>
          <a:ln w="19050">
            <a:solidFill>
              <a:srgbClr val="2980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1828800"/>
            <a:ext cx="3474720" cy="365760"/>
          </a:xfrm>
          <a:prstGeom prst="rect">
            <a:avLst/>
          </a:prstGeom>
          <a:noFill/>
        </p:spPr>
        <p:txBody>
          <a:bodyPr wrap="square" lIns="0" tIns="0" rIns="0" bIns="0" anchor="t">
            <a:spAutoFit/>
          </a:bodyPr>
          <a:lstStyle/>
          <a:p>
            <a:pPr algn="ctr"/>
            <a:r>
              <a:rPr sz="1800" b="1">
                <a:solidFill>
                  <a:srgbClr val="1A5276"/>
                </a:solidFill>
                <a:latin typeface="Yu Gothic"/>
              </a:rPr>
              <a:t>① NOAEL</a:t>
            </a:r>
          </a:p>
        </p:txBody>
      </p:sp>
      <p:sp>
        <p:nvSpPr>
          <p:cNvPr id="8" name="TextBox 7"/>
          <p:cNvSpPr txBox="1"/>
          <p:nvPr/>
        </p:nvSpPr>
        <p:spPr>
          <a:xfrm>
            <a:off x="502920" y="2286000"/>
            <a:ext cx="3291840" cy="457200"/>
          </a:xfrm>
          <a:prstGeom prst="rect">
            <a:avLst/>
          </a:prstGeom>
          <a:noFill/>
        </p:spPr>
        <p:txBody>
          <a:bodyPr wrap="square" lIns="0" tIns="0" rIns="0" bIns="0" anchor="t">
            <a:spAutoFit/>
          </a:bodyPr>
          <a:lstStyle/>
          <a:p>
            <a:pPr algn="ctr"/>
            <a:r>
              <a:rPr sz="1200" b="0">
                <a:solidFill>
                  <a:srgbClr val="5D6D7E"/>
                </a:solidFill>
                <a:latin typeface="Yu Gothic"/>
              </a:rPr>
              <a:t>ラット長期投与試験</a:t>
            </a:r>
          </a:p>
        </p:txBody>
      </p:sp>
      <p:sp>
        <p:nvSpPr>
          <p:cNvPr id="9" name="TextBox 8"/>
          <p:cNvSpPr txBox="1"/>
          <p:nvPr/>
        </p:nvSpPr>
        <p:spPr>
          <a:xfrm>
            <a:off x="502920" y="2651760"/>
            <a:ext cx="3291840" cy="731520"/>
          </a:xfrm>
          <a:prstGeom prst="rect">
            <a:avLst/>
          </a:prstGeom>
          <a:noFill/>
        </p:spPr>
        <p:txBody>
          <a:bodyPr wrap="square" lIns="0" tIns="0" rIns="0" bIns="0" anchor="t">
            <a:spAutoFit/>
          </a:bodyPr>
          <a:lstStyle/>
          <a:p>
            <a:pPr algn="ctr"/>
            <a:r>
              <a:rPr sz="2400" b="1">
                <a:solidFill>
                  <a:srgbClr val="E74C3C"/>
                </a:solidFill>
                <a:latin typeface="Yu Gothic"/>
              </a:rPr>
              <a:t>5 mg/kg/日</a:t>
            </a:r>
          </a:p>
        </p:txBody>
      </p:sp>
      <p:sp>
        <p:nvSpPr>
          <p:cNvPr id="10" name="TextBox 9"/>
          <p:cNvSpPr txBox="1"/>
          <p:nvPr/>
        </p:nvSpPr>
        <p:spPr>
          <a:xfrm>
            <a:off x="502920" y="3383280"/>
            <a:ext cx="3291840" cy="457200"/>
          </a:xfrm>
          <a:prstGeom prst="rect">
            <a:avLst/>
          </a:prstGeom>
          <a:noFill/>
        </p:spPr>
        <p:txBody>
          <a:bodyPr wrap="square" lIns="0" tIns="0" rIns="0" bIns="0" anchor="t">
            <a:spAutoFit/>
          </a:bodyPr>
          <a:lstStyle/>
          <a:p>
            <a:pPr algn="ctr"/>
            <a:r>
              <a:rPr sz="1100" b="0">
                <a:solidFill>
                  <a:srgbClr val="5D6D7E"/>
                </a:solidFill>
                <a:latin typeface="Yu Gothic"/>
              </a:rPr>
              <a:t>有害影響が観察されない最大用量</a:t>
            </a:r>
          </a:p>
        </p:txBody>
      </p:sp>
      <p:sp>
        <p:nvSpPr>
          <p:cNvPr id="11" name="TextBox 10"/>
          <p:cNvSpPr txBox="1"/>
          <p:nvPr/>
        </p:nvSpPr>
        <p:spPr>
          <a:xfrm>
            <a:off x="3977639" y="2423160"/>
            <a:ext cx="548640" cy="548640"/>
          </a:xfrm>
          <a:prstGeom prst="rect">
            <a:avLst/>
          </a:prstGeom>
          <a:noFill/>
        </p:spPr>
        <p:txBody>
          <a:bodyPr wrap="square" lIns="0" tIns="0" rIns="0" bIns="0" anchor="t">
            <a:spAutoFit/>
          </a:bodyPr>
          <a:lstStyle/>
          <a:p>
            <a:pPr algn="ctr"/>
            <a:r>
              <a:rPr sz="3600" b="1">
                <a:solidFill>
                  <a:srgbClr val="2980B9"/>
                </a:solidFill>
                <a:latin typeface="Yu Gothic"/>
              </a:rPr>
              <a:t>÷</a:t>
            </a:r>
          </a:p>
        </p:txBody>
      </p:sp>
      <p:sp>
        <p:nvSpPr>
          <p:cNvPr id="12" name="TextBox 11"/>
          <p:cNvSpPr txBox="1"/>
          <p:nvPr/>
        </p:nvSpPr>
        <p:spPr>
          <a:xfrm>
            <a:off x="3931920" y="3063240"/>
            <a:ext cx="914400" cy="365760"/>
          </a:xfrm>
          <a:prstGeom prst="rect">
            <a:avLst/>
          </a:prstGeom>
          <a:noFill/>
        </p:spPr>
        <p:txBody>
          <a:bodyPr wrap="square" lIns="0" tIns="0" rIns="0" bIns="0" anchor="t">
            <a:spAutoFit/>
          </a:bodyPr>
          <a:lstStyle/>
          <a:p>
            <a:pPr algn="ctr"/>
            <a:r>
              <a:rPr sz="1400" b="1">
                <a:solidFill>
                  <a:srgbClr val="1A5276"/>
                </a:solidFill>
                <a:latin typeface="Yu Gothic"/>
              </a:rPr>
              <a:t>UF=100</a:t>
            </a:r>
          </a:p>
        </p:txBody>
      </p:sp>
      <p:sp>
        <p:nvSpPr>
          <p:cNvPr id="13" name="TextBox 12"/>
          <p:cNvSpPr txBox="1"/>
          <p:nvPr/>
        </p:nvSpPr>
        <p:spPr>
          <a:xfrm>
            <a:off x="3749039" y="3383280"/>
            <a:ext cx="1280160" cy="365760"/>
          </a:xfrm>
          <a:prstGeom prst="rect">
            <a:avLst/>
          </a:prstGeom>
          <a:noFill/>
        </p:spPr>
        <p:txBody>
          <a:bodyPr wrap="square" lIns="0" tIns="0" rIns="0" bIns="0" anchor="t">
            <a:spAutoFit/>
          </a:bodyPr>
          <a:lstStyle/>
          <a:p>
            <a:pPr algn="ctr"/>
            <a:r>
              <a:rPr sz="1000" b="0">
                <a:solidFill>
                  <a:srgbClr val="5D6D7E"/>
                </a:solidFill>
                <a:latin typeface="Yu Gothic"/>
              </a:rPr>
              <a:t>種差×個体差</a:t>
            </a:r>
          </a:p>
        </p:txBody>
      </p:sp>
      <p:sp>
        <p:nvSpPr>
          <p:cNvPr id="14" name="TextBox 13"/>
          <p:cNvSpPr txBox="1"/>
          <p:nvPr/>
        </p:nvSpPr>
        <p:spPr>
          <a:xfrm>
            <a:off x="3749039" y="3611880"/>
            <a:ext cx="1280160" cy="365760"/>
          </a:xfrm>
          <a:prstGeom prst="rect">
            <a:avLst/>
          </a:prstGeom>
          <a:noFill/>
        </p:spPr>
        <p:txBody>
          <a:bodyPr wrap="square" lIns="0" tIns="0" rIns="0" bIns="0" anchor="t">
            <a:spAutoFit/>
          </a:bodyPr>
          <a:lstStyle/>
          <a:p>
            <a:pPr algn="ctr"/>
            <a:r>
              <a:rPr sz="1000" b="0">
                <a:solidFill>
                  <a:srgbClr val="5D6D7E"/>
                </a:solidFill>
                <a:latin typeface="Yu Gothic"/>
              </a:rPr>
              <a:t>(10 × 10)</a:t>
            </a:r>
          </a:p>
        </p:txBody>
      </p:sp>
      <p:sp>
        <p:nvSpPr>
          <p:cNvPr id="15" name="Rectangle 14"/>
          <p:cNvSpPr/>
          <p:nvPr/>
        </p:nvSpPr>
        <p:spPr>
          <a:xfrm>
            <a:off x="5029200" y="1691640"/>
            <a:ext cx="3474720" cy="2194560"/>
          </a:xfrm>
          <a:prstGeom prst="rect">
            <a:avLst/>
          </a:prstGeom>
          <a:solidFill>
            <a:srgbClr val="FDF5E6"/>
          </a:solidFill>
          <a:ln w="19050">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0" y="1828800"/>
            <a:ext cx="3474720" cy="365760"/>
          </a:xfrm>
          <a:prstGeom prst="rect">
            <a:avLst/>
          </a:prstGeom>
          <a:noFill/>
        </p:spPr>
        <p:txBody>
          <a:bodyPr wrap="square" lIns="0" tIns="0" rIns="0" bIns="0" anchor="t">
            <a:spAutoFit/>
          </a:bodyPr>
          <a:lstStyle/>
          <a:p>
            <a:pPr algn="ctr"/>
            <a:r>
              <a:rPr sz="1800" b="1">
                <a:solidFill>
                  <a:srgbClr val="8E44AD"/>
                </a:solidFill>
                <a:latin typeface="Yu Gothic"/>
              </a:rPr>
              <a:t>② ADI</a:t>
            </a:r>
          </a:p>
        </p:txBody>
      </p:sp>
      <p:sp>
        <p:nvSpPr>
          <p:cNvPr id="17" name="TextBox 16"/>
          <p:cNvSpPr txBox="1"/>
          <p:nvPr/>
        </p:nvSpPr>
        <p:spPr>
          <a:xfrm>
            <a:off x="5120640" y="2286000"/>
            <a:ext cx="3291840" cy="457200"/>
          </a:xfrm>
          <a:prstGeom prst="rect">
            <a:avLst/>
          </a:prstGeom>
          <a:noFill/>
        </p:spPr>
        <p:txBody>
          <a:bodyPr wrap="square" lIns="0" tIns="0" rIns="0" bIns="0" anchor="t">
            <a:spAutoFit/>
          </a:bodyPr>
          <a:lstStyle/>
          <a:p>
            <a:pPr algn="ctr"/>
            <a:r>
              <a:rPr sz="1200" b="0">
                <a:solidFill>
                  <a:srgbClr val="5D6D7E"/>
                </a:solidFill>
                <a:latin typeface="Yu Gothic"/>
              </a:rPr>
              <a:t>ヒトの一日許容摂取量</a:t>
            </a:r>
          </a:p>
        </p:txBody>
      </p:sp>
      <p:sp>
        <p:nvSpPr>
          <p:cNvPr id="18" name="TextBox 17"/>
          <p:cNvSpPr txBox="1"/>
          <p:nvPr/>
        </p:nvSpPr>
        <p:spPr>
          <a:xfrm>
            <a:off x="5120640" y="2651760"/>
            <a:ext cx="3291840" cy="731520"/>
          </a:xfrm>
          <a:prstGeom prst="rect">
            <a:avLst/>
          </a:prstGeom>
          <a:noFill/>
        </p:spPr>
        <p:txBody>
          <a:bodyPr wrap="square" lIns="0" tIns="0" rIns="0" bIns="0" anchor="t">
            <a:spAutoFit/>
          </a:bodyPr>
          <a:lstStyle/>
          <a:p>
            <a:pPr algn="ctr"/>
            <a:r>
              <a:rPr sz="2200" b="1">
                <a:solidFill>
                  <a:srgbClr val="E74C3C"/>
                </a:solidFill>
                <a:latin typeface="Yu Gothic"/>
              </a:rPr>
              <a:t>0.05 mg/kg/日</a:t>
            </a:r>
          </a:p>
        </p:txBody>
      </p:sp>
      <p:sp>
        <p:nvSpPr>
          <p:cNvPr id="19" name="TextBox 18"/>
          <p:cNvSpPr txBox="1"/>
          <p:nvPr/>
        </p:nvSpPr>
        <p:spPr>
          <a:xfrm>
            <a:off x="5120640" y="3383280"/>
            <a:ext cx="3291840" cy="457200"/>
          </a:xfrm>
          <a:prstGeom prst="rect">
            <a:avLst/>
          </a:prstGeom>
          <a:noFill/>
        </p:spPr>
        <p:txBody>
          <a:bodyPr wrap="square" lIns="0" tIns="0" rIns="0" bIns="0" anchor="t">
            <a:spAutoFit/>
          </a:bodyPr>
          <a:lstStyle/>
          <a:p>
            <a:pPr algn="ctr"/>
            <a:r>
              <a:rPr sz="1100" b="0">
                <a:solidFill>
                  <a:srgbClr val="5D6D7E"/>
                </a:solidFill>
                <a:latin typeface="Yu Gothic"/>
              </a:rPr>
              <a:t>= 5 ÷ 100</a:t>
            </a:r>
          </a:p>
        </p:txBody>
      </p:sp>
      <p:sp>
        <p:nvSpPr>
          <p:cNvPr id="20" name="TextBox 19"/>
          <p:cNvSpPr txBox="1"/>
          <p:nvPr/>
        </p:nvSpPr>
        <p:spPr>
          <a:xfrm>
            <a:off x="8595360" y="2423160"/>
            <a:ext cx="640080" cy="548640"/>
          </a:xfrm>
          <a:prstGeom prst="rect">
            <a:avLst/>
          </a:prstGeom>
          <a:noFill/>
        </p:spPr>
        <p:txBody>
          <a:bodyPr wrap="square" lIns="0" tIns="0" rIns="0" bIns="0" anchor="t">
            <a:spAutoFit/>
          </a:bodyPr>
          <a:lstStyle/>
          <a:p>
            <a:pPr algn="ctr"/>
            <a:r>
              <a:rPr sz="3600" b="1">
                <a:solidFill>
                  <a:srgbClr val="2980B9"/>
                </a:solidFill>
                <a:latin typeface="Yu Gothic"/>
              </a:rPr>
              <a:t>×</a:t>
            </a:r>
          </a:p>
        </p:txBody>
      </p:sp>
      <p:sp>
        <p:nvSpPr>
          <p:cNvPr id="21" name="TextBox 20"/>
          <p:cNvSpPr txBox="1"/>
          <p:nvPr/>
        </p:nvSpPr>
        <p:spPr>
          <a:xfrm>
            <a:off x="8503920" y="2971800"/>
            <a:ext cx="914400" cy="365760"/>
          </a:xfrm>
          <a:prstGeom prst="rect">
            <a:avLst/>
          </a:prstGeom>
          <a:noFill/>
        </p:spPr>
        <p:txBody>
          <a:bodyPr wrap="square" lIns="0" tIns="0" rIns="0" bIns="0" anchor="t">
            <a:spAutoFit/>
          </a:bodyPr>
          <a:lstStyle/>
          <a:p>
            <a:pPr algn="ctr"/>
            <a:r>
              <a:rPr sz="1400" b="1">
                <a:solidFill>
                  <a:srgbClr val="1A5276"/>
                </a:solidFill>
                <a:latin typeface="Yu Gothic"/>
              </a:rPr>
              <a:t>60 kg</a:t>
            </a:r>
          </a:p>
        </p:txBody>
      </p:sp>
      <p:sp>
        <p:nvSpPr>
          <p:cNvPr id="22" name="TextBox 21"/>
          <p:cNvSpPr txBox="1"/>
          <p:nvPr/>
        </p:nvSpPr>
        <p:spPr>
          <a:xfrm>
            <a:off x="8321040" y="3246120"/>
            <a:ext cx="1280160" cy="365760"/>
          </a:xfrm>
          <a:prstGeom prst="rect">
            <a:avLst/>
          </a:prstGeom>
          <a:noFill/>
        </p:spPr>
        <p:txBody>
          <a:bodyPr wrap="square" lIns="0" tIns="0" rIns="0" bIns="0" anchor="t">
            <a:spAutoFit/>
          </a:bodyPr>
          <a:lstStyle/>
          <a:p>
            <a:pPr algn="ctr"/>
            <a:r>
              <a:rPr sz="1000" b="0">
                <a:solidFill>
                  <a:srgbClr val="5D6D7E"/>
                </a:solidFill>
                <a:latin typeface="Yu Gothic"/>
              </a:rPr>
              <a:t>ヒト体重</a:t>
            </a:r>
          </a:p>
        </p:txBody>
      </p:sp>
      <p:sp>
        <p:nvSpPr>
          <p:cNvPr id="23" name="Rectangle 22"/>
          <p:cNvSpPr/>
          <p:nvPr/>
        </p:nvSpPr>
        <p:spPr>
          <a:xfrm>
            <a:off x="9509760" y="1691640"/>
            <a:ext cx="2286000" cy="2194560"/>
          </a:xfrm>
          <a:prstGeom prst="rect">
            <a:avLst/>
          </a:prstGeom>
          <a:solidFill>
            <a:srgbClr val="EAF7EE"/>
          </a:solidFill>
          <a:ln w="19050">
            <a:solidFill>
              <a:srgbClr val="27A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509760" y="1828800"/>
            <a:ext cx="2286000" cy="365760"/>
          </a:xfrm>
          <a:prstGeom prst="rect">
            <a:avLst/>
          </a:prstGeom>
          <a:noFill/>
        </p:spPr>
        <p:txBody>
          <a:bodyPr wrap="square" lIns="0" tIns="0" rIns="0" bIns="0" anchor="t">
            <a:spAutoFit/>
          </a:bodyPr>
          <a:lstStyle/>
          <a:p>
            <a:pPr algn="ctr"/>
            <a:r>
              <a:rPr sz="1800" b="1">
                <a:solidFill>
                  <a:srgbClr val="27AE60"/>
                </a:solidFill>
                <a:latin typeface="Yu Gothic"/>
              </a:rPr>
              <a:t>③ 上限量</a:t>
            </a:r>
          </a:p>
        </p:txBody>
      </p:sp>
      <p:sp>
        <p:nvSpPr>
          <p:cNvPr id="25" name="TextBox 24"/>
          <p:cNvSpPr txBox="1"/>
          <p:nvPr/>
        </p:nvSpPr>
        <p:spPr>
          <a:xfrm>
            <a:off x="9509760" y="2286000"/>
            <a:ext cx="2286000" cy="457200"/>
          </a:xfrm>
          <a:prstGeom prst="rect">
            <a:avLst/>
          </a:prstGeom>
          <a:noFill/>
        </p:spPr>
        <p:txBody>
          <a:bodyPr wrap="square" lIns="0" tIns="0" rIns="0" bIns="0" anchor="t">
            <a:spAutoFit/>
          </a:bodyPr>
          <a:lstStyle/>
          <a:p>
            <a:pPr algn="ctr"/>
            <a:r>
              <a:rPr sz="1200" b="0">
                <a:solidFill>
                  <a:srgbClr val="5D6D7E"/>
                </a:solidFill>
                <a:latin typeface="Yu Gothic"/>
              </a:rPr>
              <a:t>60 kg のヒト</a:t>
            </a:r>
          </a:p>
        </p:txBody>
      </p:sp>
      <p:sp>
        <p:nvSpPr>
          <p:cNvPr id="26" name="TextBox 25"/>
          <p:cNvSpPr txBox="1"/>
          <p:nvPr/>
        </p:nvSpPr>
        <p:spPr>
          <a:xfrm>
            <a:off x="9509760" y="2651760"/>
            <a:ext cx="2286000" cy="731520"/>
          </a:xfrm>
          <a:prstGeom prst="rect">
            <a:avLst/>
          </a:prstGeom>
          <a:noFill/>
        </p:spPr>
        <p:txBody>
          <a:bodyPr wrap="square" lIns="0" tIns="0" rIns="0" bIns="0" anchor="t">
            <a:spAutoFit/>
          </a:bodyPr>
          <a:lstStyle/>
          <a:p>
            <a:pPr algn="ctr"/>
            <a:r>
              <a:rPr sz="2400" b="1">
                <a:solidFill>
                  <a:srgbClr val="E74C3C"/>
                </a:solidFill>
                <a:latin typeface="Yu Gothic"/>
              </a:rPr>
              <a:t>3 mg/日</a:t>
            </a:r>
          </a:p>
        </p:txBody>
      </p:sp>
      <p:sp>
        <p:nvSpPr>
          <p:cNvPr id="27" name="TextBox 26"/>
          <p:cNvSpPr txBox="1"/>
          <p:nvPr/>
        </p:nvSpPr>
        <p:spPr>
          <a:xfrm>
            <a:off x="9509760" y="3383280"/>
            <a:ext cx="2286000" cy="457200"/>
          </a:xfrm>
          <a:prstGeom prst="rect">
            <a:avLst/>
          </a:prstGeom>
          <a:noFill/>
        </p:spPr>
        <p:txBody>
          <a:bodyPr wrap="square" lIns="0" tIns="0" rIns="0" bIns="0" anchor="t">
            <a:spAutoFit/>
          </a:bodyPr>
          <a:lstStyle/>
          <a:p>
            <a:pPr algn="ctr"/>
            <a:r>
              <a:rPr sz="1100" b="0">
                <a:solidFill>
                  <a:srgbClr val="5D6D7E"/>
                </a:solidFill>
                <a:latin typeface="Yu Gothic"/>
              </a:rPr>
              <a:t>ここまでなら一生 OK</a:t>
            </a:r>
          </a:p>
        </p:txBody>
      </p:sp>
      <p:sp>
        <p:nvSpPr>
          <p:cNvPr id="28" name="Rectangle 27"/>
          <p:cNvSpPr/>
          <p:nvPr/>
        </p:nvSpPr>
        <p:spPr>
          <a:xfrm>
            <a:off x="411480" y="5120640"/>
            <a:ext cx="11365992" cy="1280160"/>
          </a:xfrm>
          <a:prstGeom prst="rect">
            <a:avLst/>
          </a:prstGeom>
          <a:solidFill>
            <a:srgbClr val="F4ECF7"/>
          </a:solidFill>
          <a:ln w="12700">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9" name="TextBox 28"/>
          <p:cNvSpPr txBox="1"/>
          <p:nvPr/>
        </p:nvSpPr>
        <p:spPr>
          <a:xfrm>
            <a:off x="594360" y="5212080"/>
            <a:ext cx="10972800" cy="246221"/>
          </a:xfrm>
          <a:prstGeom prst="rect">
            <a:avLst/>
          </a:prstGeom>
          <a:noFill/>
        </p:spPr>
        <p:txBody>
          <a:bodyPr wrap="square" lIns="0" tIns="0" rIns="0" bIns="0" anchor="t">
            <a:spAutoFit/>
          </a:bodyPr>
          <a:lstStyle/>
          <a:p>
            <a:pPr algn="l"/>
            <a:r>
              <a:rPr sz="1600" b="1">
                <a:solidFill>
                  <a:srgbClr val="8E44AD"/>
                </a:solidFill>
                <a:latin typeface="Yu Gothic"/>
              </a:rPr>
              <a:t>📐 計算の型を覚える</a:t>
            </a:r>
          </a:p>
        </p:txBody>
      </p:sp>
      <p:sp>
        <p:nvSpPr>
          <p:cNvPr id="30" name="TextBox 29"/>
          <p:cNvSpPr txBox="1"/>
          <p:nvPr/>
        </p:nvSpPr>
        <p:spPr>
          <a:xfrm>
            <a:off x="594360" y="5532120"/>
            <a:ext cx="10972800" cy="215444"/>
          </a:xfrm>
          <a:prstGeom prst="rect">
            <a:avLst/>
          </a:prstGeom>
          <a:noFill/>
        </p:spPr>
        <p:txBody>
          <a:bodyPr wrap="square" lIns="0" tIns="0" rIns="0" bIns="0" anchor="t">
            <a:spAutoFit/>
          </a:bodyPr>
          <a:lstStyle/>
          <a:p>
            <a:pPr algn="l"/>
            <a:r>
              <a:rPr sz="1400" b="0">
                <a:solidFill>
                  <a:srgbClr val="2C3E50"/>
                </a:solidFill>
                <a:latin typeface="Yu Gothic"/>
              </a:rPr>
              <a:t>①  NOAEL を 体重あたり (mg/kg/日) に換算  ←  演習では「餌中濃度×摂餌量÷体重」が必要</a:t>
            </a:r>
          </a:p>
        </p:txBody>
      </p:sp>
      <p:sp>
        <p:nvSpPr>
          <p:cNvPr id="31" name="TextBox 30"/>
          <p:cNvSpPr txBox="1"/>
          <p:nvPr/>
        </p:nvSpPr>
        <p:spPr>
          <a:xfrm>
            <a:off x="594360" y="5806440"/>
            <a:ext cx="10972800" cy="215444"/>
          </a:xfrm>
          <a:prstGeom prst="rect">
            <a:avLst/>
          </a:prstGeom>
          <a:noFill/>
        </p:spPr>
        <p:txBody>
          <a:bodyPr wrap="square" lIns="0" tIns="0" rIns="0" bIns="0" anchor="t">
            <a:spAutoFit/>
          </a:bodyPr>
          <a:lstStyle/>
          <a:p>
            <a:pPr algn="l"/>
            <a:r>
              <a:rPr sz="1400" b="0">
                <a:solidFill>
                  <a:srgbClr val="2C3E50"/>
                </a:solidFill>
                <a:latin typeface="Yu Gothic"/>
              </a:rPr>
              <a:t>②  不確実係数 UF=100 で割る  →  ADI (mg/kg/日)</a:t>
            </a:r>
          </a:p>
        </p:txBody>
      </p:sp>
      <p:sp>
        <p:nvSpPr>
          <p:cNvPr id="32" name="TextBox 31"/>
          <p:cNvSpPr txBox="1"/>
          <p:nvPr/>
        </p:nvSpPr>
        <p:spPr>
          <a:xfrm>
            <a:off x="594360" y="6080760"/>
            <a:ext cx="10972800" cy="215444"/>
          </a:xfrm>
          <a:prstGeom prst="rect">
            <a:avLst/>
          </a:prstGeom>
          <a:noFill/>
        </p:spPr>
        <p:txBody>
          <a:bodyPr wrap="square" lIns="0" tIns="0" rIns="0" bIns="0" anchor="t">
            <a:spAutoFit/>
          </a:bodyPr>
          <a:lstStyle/>
          <a:p>
            <a:pPr algn="l"/>
            <a:r>
              <a:rPr sz="1400" b="0">
                <a:solidFill>
                  <a:srgbClr val="2C3E50"/>
                </a:solidFill>
                <a:latin typeface="Yu Gothic"/>
              </a:rPr>
              <a:t>③  ヒトの体重 (60 kg) を掛ける  →  1日許容量 (mg/日)</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D-2. 演習 — ADIを計算してみよう</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Shape 2"/>
          <p:cNvSpPr/>
          <p:nvPr/>
        </p:nvSpPr>
        <p:spPr>
          <a:xfrm>
            <a:off x="411480" y="1097280"/>
            <a:ext cx="11365992" cy="1371600"/>
          </a:xfrm>
          <a:prstGeom prst="rect">
            <a:avLst/>
          </a:prstGeom>
          <a:solidFill>
            <a:srgbClr val="F8F9FA"/>
          </a:solidFill>
          <a:ln/>
        </p:spPr>
        <p:txBody>
          <a:bodyPr/>
          <a:lstStyle/>
          <a:p>
            <a:endParaRPr lang="ja-JP" altLang="en-US"/>
          </a:p>
        </p:txBody>
      </p:sp>
      <p:sp>
        <p:nvSpPr>
          <p:cNvPr id="5" name="Shape 3"/>
          <p:cNvSpPr/>
          <p:nvPr/>
        </p:nvSpPr>
        <p:spPr>
          <a:xfrm>
            <a:off x="411480" y="1097280"/>
            <a:ext cx="64008" cy="1371600"/>
          </a:xfrm>
          <a:prstGeom prst="rect">
            <a:avLst/>
          </a:prstGeom>
          <a:solidFill>
            <a:srgbClr val="BDC3C7"/>
          </a:solidFill>
          <a:ln/>
        </p:spPr>
        <p:txBody>
          <a:bodyPr/>
          <a:lstStyle/>
          <a:p>
            <a:endParaRPr lang="ja-JP" altLang="en-US"/>
          </a:p>
        </p:txBody>
      </p:sp>
      <p:sp>
        <p:nvSpPr>
          <p:cNvPr id="6" name="Text 4"/>
          <p:cNvSpPr/>
          <p:nvPr/>
        </p:nvSpPr>
        <p:spPr>
          <a:xfrm>
            <a:off x="576072" y="1152144"/>
            <a:ext cx="11091672" cy="292608"/>
          </a:xfrm>
          <a:prstGeom prst="rect">
            <a:avLst/>
          </a:prstGeom>
          <a:noFill/>
          <a:ln/>
        </p:spPr>
        <p:txBody>
          <a:bodyPr wrap="square" rtlCol="0" anchor="ctr"/>
          <a:lstStyle/>
          <a:p>
            <a:pPr marL="0" indent="0">
              <a:buNone/>
            </a:pPr>
            <a:r>
              <a:rPr lang="en-US" sz="1100" b="1" dirty="0">
                <a:solidFill>
                  <a:srgbClr val="BDC3C7"/>
                </a:solidFill>
                <a:latin typeface="Meiryo" pitchFamily="34" charset="0"/>
                <a:ea typeface="Meiryo" pitchFamily="34" charset="-122"/>
                <a:cs typeface="Meiryo" pitchFamily="34" charset="-120"/>
              </a:rPr>
              <a:t>設問</a:t>
            </a:r>
            <a:endParaRPr lang="en-US" sz="1100" dirty="0"/>
          </a:p>
        </p:txBody>
      </p:sp>
      <p:sp>
        <p:nvSpPr>
          <p:cNvPr id="7" name="Text 5"/>
          <p:cNvSpPr/>
          <p:nvPr/>
        </p:nvSpPr>
        <p:spPr>
          <a:xfrm>
            <a:off x="576072" y="1435608"/>
            <a:ext cx="11091672" cy="987552"/>
          </a:xfrm>
          <a:prstGeom prst="rect">
            <a:avLst/>
          </a:prstGeom>
          <a:noFill/>
          <a:ln/>
        </p:spPr>
        <p:txBody>
          <a:bodyPr wrap="square" rtlCol="0" anchor="t"/>
          <a:lstStyle/>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ある農薬をラットに長期投与した試験で、餌中濃度 </a:t>
            </a:r>
            <a:r>
              <a:rPr lang="en-US" sz="1300" b="1" dirty="0">
                <a:solidFill>
                  <a:srgbClr val="1A5276"/>
                </a:solidFill>
                <a:latin typeface="Meiryo" pitchFamily="34" charset="0"/>
                <a:ea typeface="Meiryo" pitchFamily="34" charset="-122"/>
                <a:cs typeface="Meiryo" pitchFamily="34" charset="-120"/>
              </a:rPr>
              <a:t>0.02%</a:t>
            </a:r>
            <a:r>
              <a:rPr lang="en-US" sz="1300" dirty="0">
                <a:solidFill>
                  <a:srgbClr val="2C3E50"/>
                </a:solidFill>
                <a:latin typeface="Meiryo" pitchFamily="34" charset="0"/>
                <a:ea typeface="Meiryo" pitchFamily="34" charset="-122"/>
                <a:cs typeface="Meiryo" pitchFamily="34" charset="-120"/>
              </a:rPr>
              <a:t> までは異常が見られなかった。ラットの体重を </a:t>
            </a:r>
            <a:r>
              <a:rPr lang="en-US" sz="1300" b="1" dirty="0">
                <a:solidFill>
                  <a:srgbClr val="1A5276"/>
                </a:solidFill>
                <a:latin typeface="Meiryo" pitchFamily="34" charset="0"/>
                <a:ea typeface="Meiryo" pitchFamily="34" charset="-122"/>
                <a:cs typeface="Meiryo" pitchFamily="34" charset="-120"/>
              </a:rPr>
              <a:t>250 g</a:t>
            </a:r>
            <a:r>
              <a:rPr lang="en-US" sz="1300" dirty="0">
                <a:solidFill>
                  <a:srgbClr val="2C3E50"/>
                </a:solidFill>
                <a:latin typeface="Meiryo" pitchFamily="34" charset="0"/>
                <a:ea typeface="Meiryo" pitchFamily="34" charset="-122"/>
                <a:cs typeface="Meiryo" pitchFamily="34" charset="-120"/>
              </a:rPr>
              <a:t>、1日摂餌量を </a:t>
            </a:r>
            <a:r>
              <a:rPr lang="en-US" sz="1300" b="1" dirty="0">
                <a:solidFill>
                  <a:srgbClr val="1A5276"/>
                </a:solidFill>
                <a:latin typeface="Meiryo" pitchFamily="34" charset="0"/>
                <a:ea typeface="Meiryo" pitchFamily="34" charset="-122"/>
                <a:cs typeface="Meiryo" pitchFamily="34" charset="-120"/>
              </a:rPr>
              <a:t>25 g</a:t>
            </a:r>
            <a:r>
              <a:rPr lang="en-US" sz="1300" dirty="0">
                <a:solidFill>
                  <a:srgbClr val="2C3E50"/>
                </a:solidFill>
                <a:latin typeface="Meiryo" pitchFamily="34" charset="0"/>
                <a:ea typeface="Meiryo" pitchFamily="34" charset="-122"/>
                <a:cs typeface="Meiryo" pitchFamily="34" charset="-120"/>
              </a:rPr>
              <a:t> としたとき、この農薬のADIを求めよ。</a:t>
            </a:r>
            <a:endParaRPr lang="en-US" sz="1300" dirty="0"/>
          </a:p>
        </p:txBody>
      </p:sp>
      <p:sp>
        <p:nvSpPr>
          <p:cNvPr id="8" name="Text 6"/>
          <p:cNvSpPr/>
          <p:nvPr/>
        </p:nvSpPr>
        <p:spPr>
          <a:xfrm>
            <a:off x="411480" y="2743200"/>
            <a:ext cx="5545836" cy="365760"/>
          </a:xfrm>
          <a:prstGeom prst="rect">
            <a:avLst/>
          </a:prstGeom>
          <a:noFill/>
          <a:ln/>
        </p:spPr>
        <p:txBody>
          <a:bodyPr wrap="square" rtlCol="0" anchor="ctr"/>
          <a:lstStyle/>
          <a:p>
            <a:pPr marL="0" indent="0">
              <a:buNone/>
            </a:pPr>
            <a:r>
              <a:rPr lang="en-US" sz="1400" b="1" dirty="0">
                <a:solidFill>
                  <a:srgbClr val="1A5276"/>
                </a:solidFill>
                <a:latin typeface="Meiryo" pitchFamily="34" charset="0"/>
                <a:ea typeface="Meiryo" pitchFamily="34" charset="-122"/>
                <a:cs typeface="Meiryo" pitchFamily="34" charset="-120"/>
              </a:rPr>
              <a:t>手順</a:t>
            </a:r>
            <a:endParaRPr lang="en-US" sz="1400" dirty="0"/>
          </a:p>
        </p:txBody>
      </p:sp>
      <p:sp>
        <p:nvSpPr>
          <p:cNvPr id="9" name="Text 7"/>
          <p:cNvSpPr/>
          <p:nvPr/>
        </p:nvSpPr>
        <p:spPr>
          <a:xfrm>
            <a:off x="411480" y="3108960"/>
            <a:ext cx="5545836" cy="2103120"/>
          </a:xfrm>
          <a:prstGeom prst="rect">
            <a:avLst/>
          </a:prstGeom>
          <a:noFill/>
          <a:ln/>
        </p:spPr>
        <p:txBody>
          <a:bodyPr wrap="square" rtlCol="0" anchor="t"/>
          <a:lstStyle/>
          <a:p>
            <a:pPr marL="0" indent="0" algn="l">
              <a:lnSpc>
                <a:spcPct val="150000"/>
              </a:lnSpc>
              <a:spcAft>
                <a:spcPts val="400"/>
              </a:spcAft>
              <a:buNone/>
            </a:pPr>
            <a:r>
              <a:rPr lang="en-US" sz="1300" b="1" dirty="0">
                <a:solidFill>
                  <a:srgbClr val="2C3E50"/>
                </a:solidFill>
                <a:latin typeface="Meiryo" pitchFamily="34" charset="0"/>
                <a:ea typeface="Meiryo" pitchFamily="34" charset="-122"/>
                <a:cs typeface="Meiryo" pitchFamily="34" charset="-120"/>
              </a:rPr>
              <a:t>1. NOAELを mg/kg/日 に換算</a:t>
            </a:r>
            <a:endParaRPr lang="en-US" sz="1300" dirty="0"/>
          </a:p>
          <a:p>
            <a:pPr marL="0" indent="0" algn="l">
              <a:lnSpc>
                <a:spcPct val="150000"/>
              </a:lnSpc>
              <a:spcAft>
                <a:spcPts val="400"/>
              </a:spcAft>
              <a:buNone/>
            </a:pPr>
            <a:r>
              <a:rPr lang="en-US" sz="1200" dirty="0">
                <a:solidFill>
                  <a:srgbClr val="5D6D7E"/>
                </a:solidFill>
                <a:latin typeface="Meiryo" pitchFamily="34" charset="0"/>
                <a:ea typeface="Meiryo" pitchFamily="34" charset="-122"/>
                <a:cs typeface="Meiryo" pitchFamily="34" charset="-120"/>
              </a:rPr>
              <a:t>    摂取量 = 25g × 0.02% = 5 mg</a:t>
            </a:r>
            <a:endParaRPr lang="en-US" sz="1300" dirty="0"/>
          </a:p>
          <a:p>
            <a:pPr marL="0" indent="0" algn="l">
              <a:lnSpc>
                <a:spcPct val="150000"/>
              </a:lnSpc>
              <a:spcAft>
                <a:spcPts val="400"/>
              </a:spcAft>
              <a:buNone/>
            </a:pPr>
            <a:r>
              <a:rPr lang="en-US" sz="1200" dirty="0">
                <a:solidFill>
                  <a:srgbClr val="5D6D7E"/>
                </a:solidFill>
                <a:latin typeface="Meiryo" pitchFamily="34" charset="0"/>
                <a:ea typeface="Meiryo" pitchFamily="34" charset="-122"/>
                <a:cs typeface="Meiryo" pitchFamily="34" charset="-120"/>
              </a:rPr>
              <a:t>    NOAEL = 5 mg ÷ 0.25 kg = 20 mg/kg/日</a:t>
            </a:r>
            <a:endParaRPr lang="en-US" sz="1300" dirty="0"/>
          </a:p>
          <a:p>
            <a:pPr marL="0" indent="0" algn="l">
              <a:lnSpc>
                <a:spcPct val="150000"/>
              </a:lnSpc>
              <a:spcAft>
                <a:spcPts val="400"/>
              </a:spcAft>
              <a:buNone/>
            </a:pPr>
            <a:r>
              <a:rPr lang="en-US" sz="1300" b="1" dirty="0">
                <a:solidFill>
                  <a:srgbClr val="2C3E50"/>
                </a:solidFill>
                <a:latin typeface="Meiryo" pitchFamily="34" charset="0"/>
                <a:ea typeface="Meiryo" pitchFamily="34" charset="-122"/>
                <a:cs typeface="Meiryo" pitchFamily="34" charset="-120"/>
              </a:rPr>
              <a:t>2. 不確実係数で割る</a:t>
            </a:r>
            <a:endParaRPr lang="en-US" sz="1300" dirty="0"/>
          </a:p>
          <a:p>
            <a:pPr marL="0" indent="0" algn="l">
              <a:lnSpc>
                <a:spcPct val="150000"/>
              </a:lnSpc>
              <a:spcAft>
                <a:spcPts val="400"/>
              </a:spcAft>
              <a:buNone/>
            </a:pPr>
            <a:r>
              <a:rPr lang="en-US" sz="1200" dirty="0">
                <a:solidFill>
                  <a:srgbClr val="5D6D7E"/>
                </a:solidFill>
                <a:latin typeface="Meiryo" pitchFamily="34" charset="0"/>
                <a:ea typeface="Meiryo" pitchFamily="34" charset="-122"/>
                <a:cs typeface="Meiryo" pitchFamily="34" charset="-120"/>
              </a:rPr>
              <a:t>    ADI = 20 ÷ 100 = 0.2 mg/kg/日</a:t>
            </a:r>
            <a:endParaRPr lang="en-US" sz="1300" dirty="0"/>
          </a:p>
        </p:txBody>
      </p:sp>
      <p:sp>
        <p:nvSpPr>
          <p:cNvPr id="10" name="Shape 8"/>
          <p:cNvSpPr/>
          <p:nvPr/>
        </p:nvSpPr>
        <p:spPr>
          <a:xfrm>
            <a:off x="6231636" y="2743200"/>
            <a:ext cx="5545836" cy="2286000"/>
          </a:xfrm>
          <a:prstGeom prst="rect">
            <a:avLst/>
          </a:prstGeom>
          <a:solidFill>
            <a:srgbClr val="FDEDEC"/>
          </a:solidFill>
          <a:ln/>
        </p:spPr>
        <p:txBody>
          <a:bodyPr/>
          <a:lstStyle/>
          <a:p>
            <a:endParaRPr lang="ja-JP" altLang="en-US"/>
          </a:p>
        </p:txBody>
      </p:sp>
      <p:sp>
        <p:nvSpPr>
          <p:cNvPr id="11" name="Shape 9"/>
          <p:cNvSpPr/>
          <p:nvPr/>
        </p:nvSpPr>
        <p:spPr>
          <a:xfrm>
            <a:off x="6231636" y="2743200"/>
            <a:ext cx="64008" cy="2286000"/>
          </a:xfrm>
          <a:prstGeom prst="rect">
            <a:avLst/>
          </a:prstGeom>
          <a:solidFill>
            <a:srgbClr val="C0392B"/>
          </a:solidFill>
          <a:ln/>
        </p:spPr>
        <p:txBody>
          <a:bodyPr/>
          <a:lstStyle/>
          <a:p>
            <a:endParaRPr lang="ja-JP" altLang="en-US"/>
          </a:p>
        </p:txBody>
      </p:sp>
      <p:sp>
        <p:nvSpPr>
          <p:cNvPr id="12" name="Text 10"/>
          <p:cNvSpPr/>
          <p:nvPr/>
        </p:nvSpPr>
        <p:spPr>
          <a:xfrm>
            <a:off x="6396228" y="2798064"/>
            <a:ext cx="5271516" cy="292608"/>
          </a:xfrm>
          <a:prstGeom prst="rect">
            <a:avLst/>
          </a:prstGeom>
          <a:noFill/>
          <a:ln/>
        </p:spPr>
        <p:txBody>
          <a:bodyPr wrap="square" rtlCol="0" anchor="ctr"/>
          <a:lstStyle/>
          <a:p>
            <a:pPr marL="0" indent="0">
              <a:buNone/>
            </a:pPr>
            <a:r>
              <a:rPr lang="en-US" sz="1100" b="1" dirty="0">
                <a:solidFill>
                  <a:srgbClr val="C0392B"/>
                </a:solidFill>
                <a:latin typeface="Meiryo" pitchFamily="34" charset="0"/>
                <a:ea typeface="Meiryo" pitchFamily="34" charset="-122"/>
                <a:cs typeface="Meiryo" pitchFamily="34" charset="-120"/>
              </a:rPr>
              <a:t>答え</a:t>
            </a:r>
            <a:endParaRPr lang="en-US" sz="1100" dirty="0"/>
          </a:p>
        </p:txBody>
      </p:sp>
      <p:sp>
        <p:nvSpPr>
          <p:cNvPr id="13" name="Text 11"/>
          <p:cNvSpPr/>
          <p:nvPr/>
        </p:nvSpPr>
        <p:spPr>
          <a:xfrm>
            <a:off x="6396228" y="3081528"/>
            <a:ext cx="5271516" cy="1901952"/>
          </a:xfrm>
          <a:prstGeom prst="rect">
            <a:avLst/>
          </a:prstGeom>
          <a:noFill/>
          <a:ln/>
        </p:spPr>
        <p:txBody>
          <a:bodyPr wrap="square" rtlCol="0" anchor="t"/>
          <a:lstStyle/>
          <a:p>
            <a:pPr marL="0" indent="0" algn="l">
              <a:lnSpc>
                <a:spcPct val="130000"/>
              </a:lnSpc>
              <a:spcAft>
                <a:spcPts val="400"/>
              </a:spcAft>
              <a:buNone/>
            </a:pPr>
            <a:r>
              <a:rPr lang="en-US" sz="1400" dirty="0">
                <a:solidFill>
                  <a:srgbClr val="2C3E50"/>
                </a:solidFill>
                <a:latin typeface="Meiryo" pitchFamily="34" charset="0"/>
                <a:ea typeface="Meiryo" pitchFamily="34" charset="-122"/>
                <a:cs typeface="Meiryo" pitchFamily="34" charset="-120"/>
              </a:rPr>
              <a:t>ADI = </a:t>
            </a:r>
            <a:r>
              <a:rPr lang="en-US" sz="1400" b="1" dirty="0">
                <a:solidFill>
                  <a:srgbClr val="C0392B"/>
                </a:solidFill>
                <a:latin typeface="Meiryo" pitchFamily="34" charset="0"/>
                <a:ea typeface="Meiryo" pitchFamily="34" charset="-122"/>
                <a:cs typeface="Meiryo" pitchFamily="34" charset="-120"/>
              </a:rPr>
              <a:t>0.2 mg/kg体重/日</a:t>
            </a:r>
            <a:endParaRPr lang="en-US" sz="1400" dirty="0"/>
          </a:p>
          <a:p>
            <a:pPr marL="0" indent="0" algn="l">
              <a:lnSpc>
                <a:spcPct val="130000"/>
              </a:lnSpc>
              <a:spcAft>
                <a:spcPts val="400"/>
              </a:spcAft>
              <a:buNone/>
            </a:pPr>
            <a:endParaRPr lang="en-US" sz="1400" dirty="0"/>
          </a:p>
          <a:p>
            <a:pPr marL="0" indent="0" algn="l">
              <a:lnSpc>
                <a:spcPct val="130000"/>
              </a:lnSpc>
              <a:spcAft>
                <a:spcPts val="400"/>
              </a:spcAft>
              <a:buNone/>
            </a:pPr>
            <a:r>
              <a:rPr lang="en-US" sz="1400" dirty="0">
                <a:solidFill>
                  <a:srgbClr val="2C3E50"/>
                </a:solidFill>
                <a:latin typeface="Meiryo" pitchFamily="34" charset="0"/>
                <a:ea typeface="Meiryo" pitchFamily="34" charset="-122"/>
                <a:cs typeface="Meiryo" pitchFamily="34" charset="-120"/>
              </a:rPr>
              <a:t>体重60 kgのヒト換算: 一日12 mgまで</a:t>
            </a:r>
            <a:endParaRPr lang="en-US" sz="14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D-2. ADIから食品基準値へ — 実務への橋渡し</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Text 2"/>
          <p:cNvSpPr/>
          <p:nvPr/>
        </p:nvSpPr>
        <p:spPr>
          <a:xfrm>
            <a:off x="411480" y="1097280"/>
            <a:ext cx="11365992" cy="457200"/>
          </a:xfrm>
          <a:prstGeom prst="rect">
            <a:avLst/>
          </a:prstGeom>
          <a:noFill/>
          <a:ln/>
        </p:spPr>
        <p:txBody>
          <a:bodyPr wrap="square" rtlCol="0" anchor="t"/>
          <a:lstStyle/>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ADIは「許容できる総摂取量」だが、これを食品ごとの残留基準値に分配する必要がある。</a:t>
            </a:r>
            <a:endParaRPr lang="en-US" sz="1300" dirty="0"/>
          </a:p>
        </p:txBody>
      </p:sp>
      <p:sp>
        <p:nvSpPr>
          <p:cNvPr id="5" name="Shape 3"/>
          <p:cNvSpPr/>
          <p:nvPr/>
        </p:nvSpPr>
        <p:spPr>
          <a:xfrm>
            <a:off x="1325880" y="1737360"/>
            <a:ext cx="9537192" cy="914400"/>
          </a:xfrm>
          <a:prstGeom prst="rect">
            <a:avLst/>
          </a:prstGeom>
          <a:solidFill>
            <a:srgbClr val="EAF2F8"/>
          </a:solidFill>
          <a:ln/>
        </p:spPr>
        <p:txBody>
          <a:bodyPr/>
          <a:lstStyle/>
          <a:p>
            <a:endParaRPr lang="ja-JP" altLang="en-US"/>
          </a:p>
        </p:txBody>
      </p:sp>
      <p:sp>
        <p:nvSpPr>
          <p:cNvPr id="6" name="Shape 4"/>
          <p:cNvSpPr/>
          <p:nvPr/>
        </p:nvSpPr>
        <p:spPr>
          <a:xfrm>
            <a:off x="1325880" y="1737360"/>
            <a:ext cx="64008" cy="914400"/>
          </a:xfrm>
          <a:prstGeom prst="rect">
            <a:avLst/>
          </a:prstGeom>
          <a:solidFill>
            <a:srgbClr val="2980B9"/>
          </a:solidFill>
          <a:ln/>
        </p:spPr>
        <p:txBody>
          <a:bodyPr/>
          <a:lstStyle/>
          <a:p>
            <a:endParaRPr lang="ja-JP" altLang="en-US"/>
          </a:p>
        </p:txBody>
      </p:sp>
      <p:sp>
        <p:nvSpPr>
          <p:cNvPr id="7" name="Text 5"/>
          <p:cNvSpPr/>
          <p:nvPr/>
        </p:nvSpPr>
        <p:spPr>
          <a:xfrm>
            <a:off x="1490472" y="2075688"/>
            <a:ext cx="9262872" cy="530352"/>
          </a:xfrm>
          <a:prstGeom prst="rect">
            <a:avLst/>
          </a:prstGeom>
          <a:noFill/>
          <a:ln/>
        </p:spPr>
        <p:txBody>
          <a:bodyPr wrap="square" rtlCol="0" anchor="t"/>
          <a:lstStyle/>
          <a:p>
            <a:pPr marL="0" indent="0" algn="l">
              <a:lnSpc>
                <a:spcPct val="130000"/>
              </a:lnSpc>
              <a:spcAft>
                <a:spcPts val="400"/>
              </a:spcAft>
              <a:buNone/>
            </a:pPr>
            <a:r>
              <a:rPr lang="en-US" sz="1500" dirty="0">
                <a:solidFill>
                  <a:srgbClr val="2C3E50"/>
                </a:solidFill>
                <a:latin typeface="Meiryo" pitchFamily="34" charset="0"/>
                <a:ea typeface="Meiryo" pitchFamily="34" charset="-122"/>
                <a:cs typeface="Meiryo" pitchFamily="34" charset="-120"/>
              </a:rPr>
              <a:t>食品中の残留基準値 = </a:t>
            </a:r>
            <a:r>
              <a:rPr lang="en-US" sz="1500" b="1" dirty="0">
                <a:solidFill>
                  <a:srgbClr val="1A5276"/>
                </a:solidFill>
                <a:latin typeface="Meiryo" pitchFamily="34" charset="0"/>
                <a:ea typeface="Meiryo" pitchFamily="34" charset="-122"/>
                <a:cs typeface="Meiryo" pitchFamily="34" charset="-120"/>
              </a:rPr>
              <a:t>ADI</a:t>
            </a:r>
            <a:r>
              <a:rPr lang="en-US" sz="1500" dirty="0">
                <a:solidFill>
                  <a:srgbClr val="2C3E50"/>
                </a:solidFill>
                <a:latin typeface="Meiryo" pitchFamily="34" charset="0"/>
                <a:ea typeface="Meiryo" pitchFamily="34" charset="-122"/>
                <a:cs typeface="Meiryo" pitchFamily="34" charset="-120"/>
              </a:rPr>
              <a:t> × 体重(50 kg) × </a:t>
            </a:r>
            <a:r>
              <a:rPr lang="en-US" sz="1500" b="1" dirty="0">
                <a:solidFill>
                  <a:srgbClr val="1A5276"/>
                </a:solidFill>
                <a:latin typeface="Meiryo" pitchFamily="34" charset="0"/>
                <a:ea typeface="Meiryo" pitchFamily="34" charset="-122"/>
                <a:cs typeface="Meiryo" pitchFamily="34" charset="-120"/>
              </a:rPr>
              <a:t>配分率</a:t>
            </a:r>
            <a:r>
              <a:rPr lang="en-US" sz="1500" dirty="0">
                <a:solidFill>
                  <a:srgbClr val="2C3E50"/>
                </a:solidFill>
                <a:latin typeface="Meiryo" pitchFamily="34" charset="0"/>
                <a:ea typeface="Meiryo" pitchFamily="34" charset="-122"/>
                <a:cs typeface="Meiryo" pitchFamily="34" charset="-120"/>
              </a:rPr>
              <a:t> ÷ 一日摂取量</a:t>
            </a:r>
            <a:endParaRPr lang="en-US" sz="1500" dirty="0"/>
          </a:p>
        </p:txBody>
      </p:sp>
      <p:sp>
        <p:nvSpPr>
          <p:cNvPr id="8" name="Shape 6"/>
          <p:cNvSpPr/>
          <p:nvPr/>
        </p:nvSpPr>
        <p:spPr>
          <a:xfrm>
            <a:off x="411480" y="2926080"/>
            <a:ext cx="5545836" cy="2286000"/>
          </a:xfrm>
          <a:prstGeom prst="rect">
            <a:avLst/>
          </a:prstGeom>
          <a:solidFill>
            <a:srgbClr val="F8F9FA"/>
          </a:solidFill>
          <a:ln/>
        </p:spPr>
        <p:txBody>
          <a:bodyPr/>
          <a:lstStyle/>
          <a:p>
            <a:endParaRPr lang="ja-JP" altLang="en-US"/>
          </a:p>
        </p:txBody>
      </p:sp>
      <p:sp>
        <p:nvSpPr>
          <p:cNvPr id="9" name="Shape 7"/>
          <p:cNvSpPr/>
          <p:nvPr/>
        </p:nvSpPr>
        <p:spPr>
          <a:xfrm>
            <a:off x="411480" y="2926080"/>
            <a:ext cx="64008" cy="2286000"/>
          </a:xfrm>
          <a:prstGeom prst="rect">
            <a:avLst/>
          </a:prstGeom>
          <a:solidFill>
            <a:srgbClr val="BDC3C7"/>
          </a:solidFill>
          <a:ln/>
        </p:spPr>
        <p:txBody>
          <a:bodyPr/>
          <a:lstStyle/>
          <a:p>
            <a:endParaRPr lang="ja-JP" altLang="en-US"/>
          </a:p>
        </p:txBody>
      </p:sp>
      <p:sp>
        <p:nvSpPr>
          <p:cNvPr id="10" name="Text 8"/>
          <p:cNvSpPr/>
          <p:nvPr/>
        </p:nvSpPr>
        <p:spPr>
          <a:xfrm>
            <a:off x="576072" y="2980944"/>
            <a:ext cx="5271516" cy="292608"/>
          </a:xfrm>
          <a:prstGeom prst="rect">
            <a:avLst/>
          </a:prstGeom>
          <a:noFill/>
          <a:ln/>
        </p:spPr>
        <p:txBody>
          <a:bodyPr wrap="square" rtlCol="0" anchor="ctr"/>
          <a:lstStyle/>
          <a:p>
            <a:pPr marL="0" indent="0">
              <a:buNone/>
            </a:pPr>
            <a:r>
              <a:rPr lang="en-US" sz="1100" b="1" dirty="0">
                <a:solidFill>
                  <a:srgbClr val="BDC3C7"/>
                </a:solidFill>
                <a:latin typeface="Meiryo" pitchFamily="34" charset="0"/>
                <a:ea typeface="Meiryo" pitchFamily="34" charset="-122"/>
                <a:cs typeface="Meiryo" pitchFamily="34" charset="-120"/>
              </a:rPr>
              <a:t>配分率（example）</a:t>
            </a:r>
            <a:endParaRPr lang="en-US" sz="1100" dirty="0"/>
          </a:p>
        </p:txBody>
      </p:sp>
      <p:sp>
        <p:nvSpPr>
          <p:cNvPr id="11" name="Text 9"/>
          <p:cNvSpPr/>
          <p:nvPr/>
        </p:nvSpPr>
        <p:spPr>
          <a:xfrm>
            <a:off x="576072" y="3264408"/>
            <a:ext cx="5271516" cy="1901952"/>
          </a:xfrm>
          <a:prstGeom prst="rect">
            <a:avLst/>
          </a:prstGeom>
          <a:noFill/>
          <a:ln/>
        </p:spPr>
        <p:txBody>
          <a:bodyPr wrap="square" rtlCol="0" anchor="t"/>
          <a:lstStyle/>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・米: 10%</a:t>
            </a:r>
            <a:endParaRPr lang="en-US" sz="1300" dirty="0"/>
          </a:p>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・小麦: 5%</a:t>
            </a:r>
            <a:endParaRPr lang="en-US" sz="1300" dirty="0"/>
          </a:p>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・野菜全般: 30%</a:t>
            </a:r>
            <a:endParaRPr lang="en-US" sz="1300" dirty="0"/>
          </a:p>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合計100%以内</a:t>
            </a:r>
            <a:endParaRPr lang="en-US" sz="1300" dirty="0"/>
          </a:p>
        </p:txBody>
      </p:sp>
      <p:sp>
        <p:nvSpPr>
          <p:cNvPr id="12" name="Shape 10"/>
          <p:cNvSpPr/>
          <p:nvPr/>
        </p:nvSpPr>
        <p:spPr>
          <a:xfrm>
            <a:off x="6231636" y="2926080"/>
            <a:ext cx="5545836" cy="2286000"/>
          </a:xfrm>
          <a:prstGeom prst="rect">
            <a:avLst/>
          </a:prstGeom>
          <a:solidFill>
            <a:srgbClr val="EAF2F8"/>
          </a:solidFill>
          <a:ln/>
        </p:spPr>
        <p:txBody>
          <a:bodyPr/>
          <a:lstStyle/>
          <a:p>
            <a:endParaRPr lang="ja-JP" altLang="en-US"/>
          </a:p>
        </p:txBody>
      </p:sp>
      <p:sp>
        <p:nvSpPr>
          <p:cNvPr id="13" name="Shape 11"/>
          <p:cNvSpPr/>
          <p:nvPr/>
        </p:nvSpPr>
        <p:spPr>
          <a:xfrm>
            <a:off x="6231636" y="2926080"/>
            <a:ext cx="64008" cy="2286000"/>
          </a:xfrm>
          <a:prstGeom prst="rect">
            <a:avLst/>
          </a:prstGeom>
          <a:solidFill>
            <a:srgbClr val="2980B9"/>
          </a:solidFill>
          <a:ln/>
        </p:spPr>
        <p:txBody>
          <a:bodyPr/>
          <a:lstStyle/>
          <a:p>
            <a:endParaRPr lang="ja-JP" altLang="en-US"/>
          </a:p>
        </p:txBody>
      </p:sp>
      <p:sp>
        <p:nvSpPr>
          <p:cNvPr id="14" name="Text 12"/>
          <p:cNvSpPr/>
          <p:nvPr/>
        </p:nvSpPr>
        <p:spPr>
          <a:xfrm>
            <a:off x="6396228" y="2980944"/>
            <a:ext cx="5271516" cy="292608"/>
          </a:xfrm>
          <a:prstGeom prst="rect">
            <a:avLst/>
          </a:prstGeom>
          <a:noFill/>
          <a:ln/>
        </p:spPr>
        <p:txBody>
          <a:bodyPr wrap="square" rtlCol="0" anchor="ctr"/>
          <a:lstStyle/>
          <a:p>
            <a:pPr marL="0" indent="0">
              <a:buNone/>
            </a:pPr>
            <a:r>
              <a:rPr lang="en-US" sz="1100" b="1" dirty="0">
                <a:solidFill>
                  <a:srgbClr val="2980B9"/>
                </a:solidFill>
                <a:latin typeface="Meiryo" pitchFamily="34" charset="0"/>
                <a:ea typeface="Meiryo" pitchFamily="34" charset="-122"/>
                <a:cs typeface="Meiryo" pitchFamily="34" charset="-120"/>
              </a:rPr>
              <a:t>押さえどころ</a:t>
            </a:r>
            <a:endParaRPr lang="en-US" sz="1100" dirty="0"/>
          </a:p>
        </p:txBody>
      </p:sp>
      <p:sp>
        <p:nvSpPr>
          <p:cNvPr id="15" name="Text 13"/>
          <p:cNvSpPr/>
          <p:nvPr/>
        </p:nvSpPr>
        <p:spPr>
          <a:xfrm>
            <a:off x="6396228" y="3264408"/>
            <a:ext cx="5271516" cy="1901952"/>
          </a:xfrm>
          <a:prstGeom prst="rect">
            <a:avLst/>
          </a:prstGeom>
          <a:noFill/>
          <a:ln/>
        </p:spPr>
        <p:txBody>
          <a:bodyPr wrap="square" rtlCol="0" anchor="t"/>
          <a:lstStyle/>
          <a:p>
            <a:pPr marL="0" indent="0" algn="l">
              <a:lnSpc>
                <a:spcPct val="130000"/>
              </a:lnSpc>
              <a:spcAft>
                <a:spcPts val="400"/>
              </a:spcAft>
              <a:buNone/>
            </a:pPr>
            <a:r>
              <a:rPr lang="en-US" sz="1300" b="1" dirty="0">
                <a:solidFill>
                  <a:srgbClr val="1A5276"/>
                </a:solidFill>
                <a:latin typeface="Meiryo" pitchFamily="34" charset="0"/>
                <a:ea typeface="Meiryo" pitchFamily="34" charset="-122"/>
                <a:cs typeface="Meiryo" pitchFamily="34" charset="-120"/>
              </a:rPr>
              <a:t>ADI ≧ 全食品からの推定摂取量</a:t>
            </a:r>
            <a:r>
              <a:rPr lang="en-US" sz="1300" dirty="0">
                <a:solidFill>
                  <a:srgbClr val="2C3E50"/>
                </a:solidFill>
                <a:latin typeface="Meiryo" pitchFamily="34" charset="0"/>
                <a:ea typeface="Meiryo" pitchFamily="34" charset="-122"/>
                <a:cs typeface="Meiryo" pitchFamily="34" charset="-120"/>
              </a:rPr>
              <a:t> となるように、食品ごとの残留基準（ppm）が決まる。</a:t>
            </a:r>
            <a:endParaRPr lang="en-US" sz="13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D-2. 閾値あり vs 閾値なし — 物質ごとに評価法が変わる</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sz="2000"/>
          </a:p>
        </p:txBody>
      </p:sp>
      <p:graphicFrame>
        <p:nvGraphicFramePr>
          <p:cNvPr id="102" name="Table 0"/>
          <p:cNvGraphicFramePr>
            <a:graphicFrameLocks noGrp="1"/>
          </p:cNvGraphicFramePr>
          <p:nvPr>
            <p:extLst>
              <p:ext uri="{D42A27DB-BD31-4B8C-83A1-F6EECF244321}">
                <p14:modId xmlns:p14="http://schemas.microsoft.com/office/powerpoint/2010/main" val="45742768"/>
              </p:ext>
            </p:extLst>
          </p:nvPr>
        </p:nvGraphicFramePr>
        <p:xfrm>
          <a:off x="411480" y="1097280"/>
          <a:ext cx="11365992" cy="3200400"/>
        </p:xfrm>
        <a:graphic>
          <a:graphicData uri="http://schemas.openxmlformats.org/drawingml/2006/table">
            <a:tbl>
              <a:tblPr/>
              <a:tblGrid>
                <a:gridCol w="2282859">
                  <a:extLst>
                    <a:ext uri="{9D8B030D-6E8A-4147-A177-3AD203B41FA5}">
                      <a16:colId xmlns:a16="http://schemas.microsoft.com/office/drawing/2014/main" val="20000"/>
                    </a:ext>
                  </a:extLst>
                </a:gridCol>
                <a:gridCol w="3915866">
                  <a:extLst>
                    <a:ext uri="{9D8B030D-6E8A-4147-A177-3AD203B41FA5}">
                      <a16:colId xmlns:a16="http://schemas.microsoft.com/office/drawing/2014/main" val="20001"/>
                    </a:ext>
                  </a:extLst>
                </a:gridCol>
                <a:gridCol w="5167267">
                  <a:extLst>
                    <a:ext uri="{9D8B030D-6E8A-4147-A177-3AD203B41FA5}">
                      <a16:colId xmlns:a16="http://schemas.microsoft.com/office/drawing/2014/main" val="20002"/>
                    </a:ext>
                  </a:extLst>
                </a:gridCol>
              </a:tblGrid>
              <a:tr h="640080">
                <a:tc>
                  <a:txBody>
                    <a:bodyPr/>
                    <a:lstStyle/>
                    <a:p>
                      <a:pPr marL="0" indent="0" algn="ctr">
                        <a:buNone/>
                      </a:pP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閾値あり物質</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閾値なし物質</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640080">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該当例</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非遺伝毒性物質</a:t>
                      </a:r>
                      <a:endParaRPr lang="en-US" sz="1600" dirty="0">
                        <a:latin typeface="Meiryo" charset="0"/>
                        <a:ea typeface="Meiryo" charset="0"/>
                        <a:cs typeface="Meiryo" charset="0"/>
                      </a:endParaRPr>
                    </a:p>
                    <a:p>
                      <a:pPr marL="0" indent="0" algn="l">
                        <a:buNone/>
                      </a:pPr>
                      <a:r>
                        <a:rPr lang="en-US" sz="1600" dirty="0">
                          <a:solidFill>
                            <a:srgbClr val="2C3E50"/>
                          </a:solidFill>
                          <a:latin typeface="Meiryo" pitchFamily="34" charset="0"/>
                          <a:ea typeface="Meiryo" pitchFamily="34" charset="-122"/>
                          <a:cs typeface="Meiryo" pitchFamily="34" charset="-120"/>
                        </a:rPr>
                        <a:t>（一般化学物質）</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遺伝毒性発がん物質</a:t>
                      </a:r>
                      <a:endParaRPr lang="en-US" sz="1600" dirty="0">
                        <a:latin typeface="Meiryo" charset="0"/>
                        <a:ea typeface="Meiryo" charset="0"/>
                        <a:cs typeface="Meiryo" charset="0"/>
                      </a:endParaRPr>
                    </a:p>
                    <a:p>
                      <a:pPr marL="0" indent="0" algn="l">
                        <a:buNone/>
                      </a:pPr>
                      <a:r>
                        <a:rPr lang="en-US" sz="1600" dirty="0">
                          <a:solidFill>
                            <a:srgbClr val="2C3E50"/>
                          </a:solidFill>
                          <a:latin typeface="Meiryo" pitchFamily="34" charset="0"/>
                          <a:ea typeface="Meiryo" pitchFamily="34" charset="-122"/>
                          <a:cs typeface="Meiryo" pitchFamily="34" charset="-120"/>
                        </a:rPr>
                        <a:t>（アフラトキシンB₁等）</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用量-反応曲線</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S字曲線（閾値あり）</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原点を通る直線（閾値なし）</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640080">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評価指標</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1A5276"/>
                          </a:solidFill>
                          <a:latin typeface="Meiryo" pitchFamily="34" charset="0"/>
                          <a:ea typeface="Meiryo" pitchFamily="34" charset="-122"/>
                          <a:cs typeface="Meiryo" pitchFamily="34" charset="-120"/>
                        </a:rPr>
                        <a:t>ADI </a:t>
                      </a:r>
                      <a:r>
                        <a:rPr lang="ja-JP" altLang="en-US" sz="1600" b="1" dirty="0">
                          <a:solidFill>
                            <a:srgbClr val="1A5276"/>
                          </a:solidFill>
                          <a:latin typeface="Meiryo" pitchFamily="34" charset="0"/>
                          <a:ea typeface="Meiryo" pitchFamily="34" charset="-122"/>
                          <a:cs typeface="Meiryo" pitchFamily="34" charset="-120"/>
                        </a:rPr>
                        <a:t>もしくは</a:t>
                      </a:r>
                      <a:r>
                        <a:rPr lang="en-US" sz="1600" b="1" dirty="0">
                          <a:solidFill>
                            <a:srgbClr val="1A5276"/>
                          </a:solidFill>
                          <a:latin typeface="Meiryo" pitchFamily="34" charset="0"/>
                          <a:ea typeface="Meiryo" pitchFamily="34" charset="-122"/>
                          <a:cs typeface="Meiryo" pitchFamily="34" charset="-120"/>
                        </a:rPr>
                        <a:t>TDI</a:t>
                      </a:r>
                      <a:endParaRPr lang="en-US" sz="1600" dirty="0">
                        <a:latin typeface="Meiryo" charset="0"/>
                        <a:ea typeface="Meiryo" charset="0"/>
                        <a:cs typeface="Meiryo" charset="0"/>
                      </a:endParaRPr>
                    </a:p>
                    <a:p>
                      <a:pPr marL="0" indent="0" algn="l">
                        <a:buNone/>
                      </a:pPr>
                      <a:r>
                        <a:rPr lang="en-US" sz="1600" dirty="0">
                          <a:solidFill>
                            <a:srgbClr val="2C3E50"/>
                          </a:solidFill>
                          <a:latin typeface="Meiryo" pitchFamily="34" charset="0"/>
                          <a:ea typeface="Meiryo" pitchFamily="34" charset="-122"/>
                          <a:cs typeface="Meiryo" pitchFamily="34" charset="-120"/>
                        </a:rPr>
                        <a:t>（NOAEL ÷ 100）</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1A5276"/>
                          </a:solidFill>
                          <a:latin typeface="Meiryo" pitchFamily="34" charset="0"/>
                          <a:ea typeface="Meiryo" pitchFamily="34" charset="-122"/>
                          <a:cs typeface="Meiryo" pitchFamily="34" charset="-120"/>
                        </a:rPr>
                        <a:t>VSD </a:t>
                      </a:r>
                      <a:r>
                        <a:rPr lang="ja-JP" altLang="en-US" sz="1600" b="1" dirty="0">
                          <a:solidFill>
                            <a:srgbClr val="1A5276"/>
                          </a:solidFill>
                          <a:latin typeface="Meiryo" pitchFamily="34" charset="0"/>
                          <a:ea typeface="Meiryo" pitchFamily="34" charset="-122"/>
                          <a:cs typeface="Meiryo" pitchFamily="34" charset="-120"/>
                        </a:rPr>
                        <a:t>もしくは</a:t>
                      </a:r>
                      <a:r>
                        <a:rPr lang="en-US" sz="1600" b="1" dirty="0">
                          <a:solidFill>
                            <a:srgbClr val="1A5276"/>
                          </a:solidFill>
                          <a:latin typeface="Meiryo" pitchFamily="34" charset="0"/>
                          <a:ea typeface="Meiryo" pitchFamily="34" charset="-122"/>
                          <a:cs typeface="Meiryo" pitchFamily="34" charset="-120"/>
                        </a:rPr>
                        <a:t> MOE</a:t>
                      </a:r>
                      <a:endParaRPr lang="en-US" sz="1600" dirty="0">
                        <a:latin typeface="Meiryo" charset="0"/>
                        <a:ea typeface="Meiryo" charset="0"/>
                        <a:cs typeface="Meiryo" charset="0"/>
                      </a:endParaRPr>
                    </a:p>
                    <a:p>
                      <a:pPr marL="0" indent="0" algn="l">
                        <a:buNone/>
                      </a:pPr>
                      <a:r>
                        <a:rPr lang="en-US" sz="1600" dirty="0">
                          <a:solidFill>
                            <a:srgbClr val="2C3E50"/>
                          </a:solidFill>
                          <a:latin typeface="Meiryo" pitchFamily="34" charset="0"/>
                          <a:ea typeface="Meiryo" pitchFamily="34" charset="-122"/>
                          <a:cs typeface="Meiryo" pitchFamily="34" charset="-120"/>
                        </a:rPr>
                        <a:t>低用量外挿</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「安全」の概念</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NOAELを下回れば安全</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「実質安全」(リスク 10⁻⁵〜10⁻⁶)</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bl>
          </a:graphicData>
        </a:graphic>
      </p:graphicFrame>
      <p:sp>
        <p:nvSpPr>
          <p:cNvPr id="6" name="Shape 3"/>
          <p:cNvSpPr/>
          <p:nvPr/>
        </p:nvSpPr>
        <p:spPr>
          <a:xfrm>
            <a:off x="411480" y="5147234"/>
            <a:ext cx="11365992" cy="1371600"/>
          </a:xfrm>
          <a:prstGeom prst="rect">
            <a:avLst/>
          </a:prstGeom>
          <a:solidFill>
            <a:srgbClr val="FDEDEC"/>
          </a:solidFill>
          <a:ln/>
        </p:spPr>
        <p:txBody>
          <a:bodyPr/>
          <a:lstStyle/>
          <a:p>
            <a:endParaRPr lang="ja-JP" altLang="en-US" sz="2400"/>
          </a:p>
        </p:txBody>
      </p:sp>
      <p:sp>
        <p:nvSpPr>
          <p:cNvPr id="7" name="Shape 4"/>
          <p:cNvSpPr/>
          <p:nvPr/>
        </p:nvSpPr>
        <p:spPr>
          <a:xfrm>
            <a:off x="411480" y="5147234"/>
            <a:ext cx="64008" cy="1371600"/>
          </a:xfrm>
          <a:prstGeom prst="rect">
            <a:avLst/>
          </a:prstGeom>
          <a:solidFill>
            <a:srgbClr val="C0392B"/>
          </a:solidFill>
          <a:ln/>
        </p:spPr>
        <p:txBody>
          <a:bodyPr/>
          <a:lstStyle/>
          <a:p>
            <a:endParaRPr lang="ja-JP" altLang="en-US" sz="2400"/>
          </a:p>
        </p:txBody>
      </p:sp>
      <p:sp>
        <p:nvSpPr>
          <p:cNvPr id="8" name="Text 5"/>
          <p:cNvSpPr/>
          <p:nvPr/>
        </p:nvSpPr>
        <p:spPr>
          <a:xfrm>
            <a:off x="576072" y="5202098"/>
            <a:ext cx="11091672" cy="292608"/>
          </a:xfrm>
          <a:prstGeom prst="rect">
            <a:avLst/>
          </a:prstGeom>
          <a:noFill/>
          <a:ln/>
        </p:spPr>
        <p:txBody>
          <a:bodyPr wrap="square" rtlCol="0" anchor="ctr"/>
          <a:lstStyle/>
          <a:p>
            <a:pPr marL="0" indent="0">
              <a:buNone/>
            </a:pPr>
            <a:r>
              <a:rPr lang="en-US" sz="1400" b="1" dirty="0">
                <a:solidFill>
                  <a:srgbClr val="C0392B"/>
                </a:solidFill>
                <a:latin typeface="Meiryo" pitchFamily="34" charset="0"/>
                <a:ea typeface="Meiryo" pitchFamily="34" charset="-122"/>
                <a:cs typeface="Meiryo" pitchFamily="34" charset="-120"/>
              </a:rPr>
              <a:t>押さえるべき概念</a:t>
            </a:r>
            <a:endParaRPr lang="en-US" sz="1400" dirty="0"/>
          </a:p>
        </p:txBody>
      </p:sp>
      <p:sp>
        <p:nvSpPr>
          <p:cNvPr id="9" name="Text 6"/>
          <p:cNvSpPr/>
          <p:nvPr/>
        </p:nvSpPr>
        <p:spPr>
          <a:xfrm>
            <a:off x="576072" y="5485562"/>
            <a:ext cx="11091672" cy="987552"/>
          </a:xfrm>
          <a:prstGeom prst="rect">
            <a:avLst/>
          </a:prstGeom>
          <a:noFill/>
          <a:ln/>
        </p:spPr>
        <p:txBody>
          <a:bodyPr wrap="square" rtlCol="0" anchor="t"/>
          <a:lstStyle/>
          <a:p>
            <a:pPr marL="0" indent="0" algn="l">
              <a:lnSpc>
                <a:spcPct val="130000"/>
              </a:lnSpc>
              <a:spcAft>
                <a:spcPts val="400"/>
              </a:spcAft>
              <a:buNone/>
            </a:pPr>
            <a:r>
              <a:rPr lang="en-US" sz="1600" dirty="0">
                <a:solidFill>
                  <a:srgbClr val="2C3E50"/>
                </a:solidFill>
                <a:latin typeface="Meiryo" pitchFamily="34" charset="0"/>
                <a:ea typeface="Meiryo" pitchFamily="34" charset="-122"/>
                <a:cs typeface="Meiryo" pitchFamily="34" charset="-120"/>
              </a:rPr>
              <a:t>遺伝毒性発がん物質には</a:t>
            </a:r>
            <a:r>
              <a:rPr lang="en-US" sz="1600" b="1" dirty="0">
                <a:solidFill>
                  <a:srgbClr val="1A5276"/>
                </a:solidFill>
                <a:latin typeface="Meiryo" pitchFamily="34" charset="0"/>
                <a:ea typeface="Meiryo" pitchFamily="34" charset="-122"/>
                <a:cs typeface="Meiryo" pitchFamily="34" charset="-120"/>
              </a:rPr>
              <a:t>「これ以下なら絶対安全」という量はない</a:t>
            </a:r>
            <a:r>
              <a:rPr lang="en-US" sz="1600" dirty="0">
                <a:solidFill>
                  <a:srgbClr val="2C3E50"/>
                </a:solidFill>
                <a:latin typeface="Meiryo" pitchFamily="34" charset="0"/>
                <a:ea typeface="Meiryo" pitchFamily="34" charset="-122"/>
                <a:cs typeface="Meiryo" pitchFamily="34" charset="-120"/>
              </a:rPr>
              <a:t>。だから「10万人に1人」のような確率で</a:t>
            </a:r>
            <a:r>
              <a:rPr lang="en-US" sz="1600" b="1" dirty="0">
                <a:solidFill>
                  <a:srgbClr val="1A5276"/>
                </a:solidFill>
                <a:latin typeface="Meiryo" pitchFamily="34" charset="0"/>
                <a:ea typeface="Meiryo" pitchFamily="34" charset="-122"/>
                <a:cs typeface="Meiryo" pitchFamily="34" charset="-120"/>
              </a:rPr>
              <a:t>実質安全量（VSD）</a:t>
            </a:r>
            <a:r>
              <a:rPr lang="en-US" sz="1600" dirty="0">
                <a:solidFill>
                  <a:srgbClr val="2C3E50"/>
                </a:solidFill>
                <a:latin typeface="Meiryo" pitchFamily="34" charset="0"/>
                <a:ea typeface="Meiryo" pitchFamily="34" charset="-122"/>
                <a:cs typeface="Meiryo" pitchFamily="34" charset="-120"/>
              </a:rPr>
              <a:t>を定める。</a:t>
            </a:r>
            <a:endParaRPr lang="en-US" sz="16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D-2. VSD（実質安全量）</a:t>
            </a:r>
            <a:endParaRPr lang="en-US" sz="2600" dirty="0"/>
          </a:p>
        </p:txBody>
      </p:sp>
      <p:sp>
        <p:nvSpPr>
          <p:cNvPr id="3" name="Text 1"/>
          <p:cNvSpPr/>
          <p:nvPr/>
        </p:nvSpPr>
        <p:spPr>
          <a:xfrm>
            <a:off x="9674352" y="320040"/>
            <a:ext cx="1371600" cy="594360"/>
          </a:xfrm>
          <a:prstGeom prst="rect">
            <a:avLst/>
          </a:prstGeom>
          <a:noFill/>
          <a:ln/>
        </p:spPr>
        <p:txBody>
          <a:bodyPr wrap="square" rtlCol="0" anchor="ctr"/>
          <a:lstStyle/>
          <a:p>
            <a:pPr marL="0" indent="0" algn="r">
              <a:buNone/>
            </a:pPr>
            <a:r>
              <a:rPr lang="en-US" sz="1400" b="1" kern="0" spc="400" dirty="0">
                <a:solidFill>
                  <a:srgbClr val="D68910"/>
                </a:solidFill>
                <a:latin typeface="Meiryo" pitchFamily="34" charset="0"/>
                <a:ea typeface="Meiryo" pitchFamily="34" charset="-122"/>
                <a:cs typeface="Meiryo" pitchFamily="34" charset="-120"/>
              </a:rPr>
              <a:t>★★</a:t>
            </a:r>
            <a:endParaRPr lang="en-US" sz="14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sz="2800"/>
          </a:p>
        </p:txBody>
      </p:sp>
      <p:sp>
        <p:nvSpPr>
          <p:cNvPr id="5" name="Text 3"/>
          <p:cNvSpPr/>
          <p:nvPr/>
        </p:nvSpPr>
        <p:spPr>
          <a:xfrm>
            <a:off x="411480" y="1097280"/>
            <a:ext cx="11365992" cy="548640"/>
          </a:xfrm>
          <a:prstGeom prst="rect">
            <a:avLst/>
          </a:prstGeom>
          <a:noFill/>
          <a:ln/>
        </p:spPr>
        <p:txBody>
          <a:bodyPr wrap="square" rtlCol="0" anchor="t"/>
          <a:lstStyle/>
          <a:p>
            <a:pPr marL="0" indent="0" algn="l">
              <a:lnSpc>
                <a:spcPct val="150000"/>
              </a:lnSpc>
              <a:spcAft>
                <a:spcPts val="400"/>
              </a:spcAft>
              <a:buNone/>
            </a:pPr>
            <a:r>
              <a:rPr lang="en-US" sz="2000" b="1" dirty="0">
                <a:solidFill>
                  <a:srgbClr val="1A5276"/>
                </a:solidFill>
                <a:latin typeface="Meiryo" pitchFamily="34" charset="0"/>
                <a:ea typeface="Meiryo" pitchFamily="34" charset="-122"/>
                <a:cs typeface="Meiryo" pitchFamily="34" charset="-120"/>
              </a:rPr>
              <a:t>VSD (Virtually Safe Dose)</a:t>
            </a:r>
            <a:r>
              <a:rPr lang="en-US" sz="2000" dirty="0">
                <a:solidFill>
                  <a:srgbClr val="2C3E50"/>
                </a:solidFill>
                <a:latin typeface="Meiryo" pitchFamily="34" charset="0"/>
                <a:ea typeface="Meiryo" pitchFamily="34" charset="-122"/>
                <a:cs typeface="Meiryo" pitchFamily="34" charset="-120"/>
              </a:rPr>
              <a:t> = リスクが </a:t>
            </a:r>
            <a:r>
              <a:rPr lang="en-US" sz="2000" b="1" dirty="0">
                <a:solidFill>
                  <a:srgbClr val="C0392B"/>
                </a:solidFill>
                <a:latin typeface="Meiryo" pitchFamily="34" charset="0"/>
                <a:ea typeface="Meiryo" pitchFamily="34" charset="-122"/>
                <a:cs typeface="Meiryo" pitchFamily="34" charset="-120"/>
              </a:rPr>
              <a:t>10⁻⁵〜10⁻⁶</a:t>
            </a:r>
            <a:r>
              <a:rPr lang="en-US" sz="2000" dirty="0">
                <a:solidFill>
                  <a:srgbClr val="2C3E50"/>
                </a:solidFill>
                <a:latin typeface="Meiryo" pitchFamily="34" charset="0"/>
                <a:ea typeface="Meiryo" pitchFamily="34" charset="-122"/>
                <a:cs typeface="Meiryo" pitchFamily="34" charset="-120"/>
              </a:rPr>
              <a:t> (10万〜100万人に1人の発症リスク) となる用量</a:t>
            </a:r>
            <a:endParaRPr lang="en-US" sz="2000" dirty="0"/>
          </a:p>
        </p:txBody>
      </p:sp>
      <p:sp>
        <p:nvSpPr>
          <p:cNvPr id="6" name="Text 4"/>
          <p:cNvSpPr/>
          <p:nvPr/>
        </p:nvSpPr>
        <p:spPr>
          <a:xfrm>
            <a:off x="411480" y="2167128"/>
            <a:ext cx="5545836" cy="2286000"/>
          </a:xfrm>
          <a:prstGeom prst="rect">
            <a:avLst/>
          </a:prstGeom>
          <a:noFill/>
          <a:ln/>
        </p:spPr>
        <p:txBody>
          <a:bodyPr wrap="square" rtlCol="0" anchor="t"/>
          <a:lstStyle/>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遺伝毒性発がん物質に用いる</a:t>
            </a:r>
            <a:endParaRPr lang="en-US" dirty="0"/>
          </a:p>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動物試験のデータから</a:t>
            </a:r>
            <a:r>
              <a:rPr lang="en-US" b="1" dirty="0">
                <a:solidFill>
                  <a:srgbClr val="1A5276"/>
                </a:solidFill>
                <a:latin typeface="Meiryo" pitchFamily="34" charset="0"/>
                <a:ea typeface="Meiryo" pitchFamily="34" charset="-122"/>
                <a:cs typeface="Meiryo" pitchFamily="34" charset="-120"/>
              </a:rPr>
              <a:t>低用量外挿（linear extrapolation）</a:t>
            </a:r>
            <a:endParaRPr lang="en-US" dirty="0"/>
          </a:p>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10⁻⁵: 日本基準、10⁻⁶: 米EPA基準（より厳格）</a:t>
            </a:r>
            <a:endParaRPr lang="en-US" dirty="0"/>
          </a:p>
        </p:txBody>
      </p:sp>
      <p:sp>
        <p:nvSpPr>
          <p:cNvPr id="7" name="Shape 5"/>
          <p:cNvSpPr/>
          <p:nvPr/>
        </p:nvSpPr>
        <p:spPr>
          <a:xfrm>
            <a:off x="6231636" y="1828800"/>
            <a:ext cx="5545836" cy="2743200"/>
          </a:xfrm>
          <a:prstGeom prst="rect">
            <a:avLst/>
          </a:prstGeom>
          <a:solidFill>
            <a:srgbClr val="F8F9FA"/>
          </a:solidFill>
          <a:ln/>
        </p:spPr>
        <p:txBody>
          <a:bodyPr/>
          <a:lstStyle/>
          <a:p>
            <a:endParaRPr lang="ja-JP" altLang="en-US" sz="2800"/>
          </a:p>
        </p:txBody>
      </p:sp>
      <p:sp>
        <p:nvSpPr>
          <p:cNvPr id="8" name="Shape 6"/>
          <p:cNvSpPr/>
          <p:nvPr/>
        </p:nvSpPr>
        <p:spPr>
          <a:xfrm>
            <a:off x="6231636" y="1828800"/>
            <a:ext cx="64008" cy="2743200"/>
          </a:xfrm>
          <a:prstGeom prst="rect">
            <a:avLst/>
          </a:prstGeom>
          <a:solidFill>
            <a:srgbClr val="BDC3C7"/>
          </a:solidFill>
          <a:ln/>
        </p:spPr>
        <p:txBody>
          <a:bodyPr/>
          <a:lstStyle/>
          <a:p>
            <a:endParaRPr lang="ja-JP" altLang="en-US" sz="2800"/>
          </a:p>
        </p:txBody>
      </p:sp>
      <p:sp>
        <p:nvSpPr>
          <p:cNvPr id="9" name="Text 7"/>
          <p:cNvSpPr/>
          <p:nvPr/>
        </p:nvSpPr>
        <p:spPr>
          <a:xfrm>
            <a:off x="6396228" y="1883664"/>
            <a:ext cx="5271516" cy="292608"/>
          </a:xfrm>
          <a:prstGeom prst="rect">
            <a:avLst/>
          </a:prstGeom>
          <a:noFill/>
          <a:ln/>
        </p:spPr>
        <p:txBody>
          <a:bodyPr wrap="square" rtlCol="0" anchor="ctr"/>
          <a:lstStyle/>
          <a:p>
            <a:pPr marL="0" indent="0">
              <a:buNone/>
            </a:pPr>
            <a:r>
              <a:rPr lang="en-US" sz="1600" b="1" dirty="0">
                <a:solidFill>
                  <a:srgbClr val="BDC3C7"/>
                </a:solidFill>
                <a:latin typeface="Meiryo" pitchFamily="34" charset="0"/>
                <a:ea typeface="Meiryo" pitchFamily="34" charset="-122"/>
                <a:cs typeface="Meiryo" pitchFamily="34" charset="-120"/>
              </a:rPr>
              <a:t>代表的対象物質</a:t>
            </a:r>
            <a:endParaRPr lang="en-US" sz="1600" dirty="0"/>
          </a:p>
        </p:txBody>
      </p:sp>
      <p:sp>
        <p:nvSpPr>
          <p:cNvPr id="10" name="Text 8"/>
          <p:cNvSpPr/>
          <p:nvPr/>
        </p:nvSpPr>
        <p:spPr>
          <a:xfrm>
            <a:off x="6396228" y="2167128"/>
            <a:ext cx="5271516" cy="235915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a:t>
            </a:r>
            <a:r>
              <a:rPr lang="en-US" b="1" dirty="0">
                <a:solidFill>
                  <a:srgbClr val="1A5276"/>
                </a:solidFill>
                <a:latin typeface="Meiryo" pitchFamily="34" charset="0"/>
                <a:ea typeface="Meiryo" pitchFamily="34" charset="-122"/>
                <a:cs typeface="Meiryo" pitchFamily="34" charset="-120"/>
              </a:rPr>
              <a:t>アフラトキシンB₁</a:t>
            </a:r>
            <a:r>
              <a:rPr lang="en-US" dirty="0">
                <a:solidFill>
                  <a:srgbClr val="2C3E50"/>
                </a:solidFill>
                <a:latin typeface="Meiryo" pitchFamily="34" charset="0"/>
                <a:ea typeface="Meiryo" pitchFamily="34" charset="-122"/>
                <a:cs typeface="Meiryo" pitchFamily="34" charset="-120"/>
              </a:rPr>
              <a:t>（カビ毒）</a:t>
            </a:r>
            <a:endParaRPr lang="en-US" dirty="0"/>
          </a:p>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・ジエチルニトロソアミン</a:t>
            </a:r>
            <a:endParaRPr lang="en-US" dirty="0"/>
          </a:p>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・ベンゾ[a]ピレン</a:t>
            </a:r>
            <a:endParaRPr lang="en-US" dirty="0"/>
          </a:p>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・一部の食品添加物</a:t>
            </a:r>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D-2. MOE（曝露マージン）</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Text 2"/>
          <p:cNvSpPr/>
          <p:nvPr/>
        </p:nvSpPr>
        <p:spPr>
          <a:xfrm>
            <a:off x="411480" y="1097280"/>
            <a:ext cx="11365992" cy="457200"/>
          </a:xfrm>
          <a:prstGeom prst="rect">
            <a:avLst/>
          </a:prstGeom>
          <a:noFill/>
          <a:ln/>
        </p:spPr>
        <p:txBody>
          <a:bodyPr wrap="square" rtlCol="0" anchor="t"/>
          <a:lstStyle/>
          <a:p>
            <a:pPr marL="0" indent="0" algn="l">
              <a:lnSpc>
                <a:spcPct val="130000"/>
              </a:lnSpc>
              <a:spcAft>
                <a:spcPts val="400"/>
              </a:spcAft>
              <a:buNone/>
            </a:pPr>
            <a:r>
              <a:rPr lang="en-US" sz="2000" b="1" dirty="0">
                <a:solidFill>
                  <a:srgbClr val="1A5276"/>
                </a:solidFill>
                <a:latin typeface="Meiryo" pitchFamily="34" charset="0"/>
                <a:ea typeface="Meiryo" pitchFamily="34" charset="-122"/>
                <a:cs typeface="Meiryo" pitchFamily="34" charset="-120"/>
              </a:rPr>
              <a:t>MOE (Margin of Exposure)</a:t>
            </a:r>
            <a:r>
              <a:rPr lang="en-US" sz="2000" dirty="0">
                <a:solidFill>
                  <a:srgbClr val="2C3E50"/>
                </a:solidFill>
                <a:latin typeface="Meiryo" pitchFamily="34" charset="0"/>
                <a:ea typeface="Meiryo" pitchFamily="34" charset="-122"/>
                <a:cs typeface="Meiryo" pitchFamily="34" charset="-120"/>
              </a:rPr>
              <a:t> = </a:t>
            </a:r>
            <a:r>
              <a:rPr lang="en-US" sz="2000" b="1" dirty="0">
                <a:solidFill>
                  <a:srgbClr val="1A5276"/>
                </a:solidFill>
                <a:latin typeface="Meiryo" pitchFamily="34" charset="0"/>
                <a:ea typeface="Meiryo" pitchFamily="34" charset="-122"/>
                <a:cs typeface="Meiryo" pitchFamily="34" charset="-120"/>
              </a:rPr>
              <a:t>BMDL</a:t>
            </a:r>
            <a:r>
              <a:rPr lang="en-US" sz="2000" dirty="0">
                <a:solidFill>
                  <a:srgbClr val="2C3E50"/>
                </a:solidFill>
                <a:latin typeface="Meiryo" pitchFamily="34" charset="0"/>
                <a:ea typeface="Meiryo" pitchFamily="34" charset="-122"/>
                <a:cs typeface="Meiryo" pitchFamily="34" charset="-120"/>
              </a:rPr>
              <a:t> ÷ 推定曝露量</a:t>
            </a:r>
            <a:endParaRPr lang="en-US" sz="2000" dirty="0"/>
          </a:p>
        </p:txBody>
      </p:sp>
      <p:sp>
        <p:nvSpPr>
          <p:cNvPr id="5" name="Text 3"/>
          <p:cNvSpPr/>
          <p:nvPr/>
        </p:nvSpPr>
        <p:spPr>
          <a:xfrm>
            <a:off x="411480" y="1554480"/>
            <a:ext cx="11365992" cy="365760"/>
          </a:xfrm>
          <a:prstGeom prst="rect">
            <a:avLst/>
          </a:prstGeom>
          <a:noFill/>
          <a:ln/>
        </p:spPr>
        <p:txBody>
          <a:bodyPr wrap="square" rtlCol="0" anchor="t"/>
          <a:lstStyle/>
          <a:p>
            <a:pPr marL="0" indent="0" algn="l">
              <a:lnSpc>
                <a:spcPct val="130000"/>
              </a:lnSpc>
              <a:spcAft>
                <a:spcPts val="400"/>
              </a:spcAft>
              <a:buNone/>
            </a:pPr>
            <a:r>
              <a:rPr lang="en-US" dirty="0">
                <a:solidFill>
                  <a:srgbClr val="5D6D7E"/>
                </a:solidFill>
                <a:latin typeface="Meiryo" pitchFamily="34" charset="0"/>
                <a:ea typeface="Meiryo" pitchFamily="34" charset="-122"/>
                <a:cs typeface="Meiryo" pitchFamily="34" charset="-120"/>
              </a:rPr>
              <a:t>BMDL: ベンチマークドーズ法で求めた信頼下限値</a:t>
            </a:r>
            <a:endParaRPr lang="en-US" dirty="0"/>
          </a:p>
        </p:txBody>
      </p:sp>
      <p:sp>
        <p:nvSpPr>
          <p:cNvPr id="6" name="Shape 4"/>
          <p:cNvSpPr/>
          <p:nvPr/>
        </p:nvSpPr>
        <p:spPr>
          <a:xfrm>
            <a:off x="411480" y="2011680"/>
            <a:ext cx="11365992" cy="1463040"/>
          </a:xfrm>
          <a:prstGeom prst="rect">
            <a:avLst/>
          </a:prstGeom>
          <a:solidFill>
            <a:srgbClr val="EAF2F8"/>
          </a:solidFill>
          <a:ln/>
        </p:spPr>
        <p:txBody>
          <a:bodyPr/>
          <a:lstStyle/>
          <a:p>
            <a:endParaRPr lang="ja-JP" altLang="en-US" sz="2800"/>
          </a:p>
        </p:txBody>
      </p:sp>
      <p:sp>
        <p:nvSpPr>
          <p:cNvPr id="7" name="Shape 5"/>
          <p:cNvSpPr/>
          <p:nvPr/>
        </p:nvSpPr>
        <p:spPr>
          <a:xfrm>
            <a:off x="411480" y="2011680"/>
            <a:ext cx="64008" cy="1463040"/>
          </a:xfrm>
          <a:prstGeom prst="rect">
            <a:avLst/>
          </a:prstGeom>
          <a:solidFill>
            <a:srgbClr val="2980B9"/>
          </a:solidFill>
          <a:ln/>
        </p:spPr>
        <p:txBody>
          <a:bodyPr/>
          <a:lstStyle/>
          <a:p>
            <a:endParaRPr lang="ja-JP" altLang="en-US" sz="2800"/>
          </a:p>
        </p:txBody>
      </p:sp>
      <p:sp>
        <p:nvSpPr>
          <p:cNvPr id="8" name="Text 6"/>
          <p:cNvSpPr/>
          <p:nvPr/>
        </p:nvSpPr>
        <p:spPr>
          <a:xfrm>
            <a:off x="576072" y="2066544"/>
            <a:ext cx="11091672" cy="292608"/>
          </a:xfrm>
          <a:prstGeom prst="rect">
            <a:avLst/>
          </a:prstGeom>
          <a:noFill/>
          <a:ln/>
        </p:spPr>
        <p:txBody>
          <a:bodyPr wrap="square" rtlCol="0" anchor="ctr"/>
          <a:lstStyle/>
          <a:p>
            <a:pPr marL="0" indent="0">
              <a:buNone/>
            </a:pPr>
            <a:r>
              <a:rPr lang="en-US" sz="1600" b="1" dirty="0">
                <a:solidFill>
                  <a:srgbClr val="2980B9"/>
                </a:solidFill>
                <a:latin typeface="Meiryo" pitchFamily="34" charset="0"/>
                <a:ea typeface="Meiryo" pitchFamily="34" charset="-122"/>
                <a:cs typeface="Meiryo" pitchFamily="34" charset="-120"/>
              </a:rPr>
              <a:t>解釈基準（欧州EFSA）</a:t>
            </a:r>
            <a:endParaRPr lang="en-US" sz="1600" dirty="0"/>
          </a:p>
        </p:txBody>
      </p:sp>
      <p:sp>
        <p:nvSpPr>
          <p:cNvPr id="9" name="Text 7"/>
          <p:cNvSpPr/>
          <p:nvPr/>
        </p:nvSpPr>
        <p:spPr>
          <a:xfrm>
            <a:off x="576072" y="2350008"/>
            <a:ext cx="11091672" cy="107899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a:t>
            </a:r>
            <a:r>
              <a:rPr lang="en-US" b="1" dirty="0">
                <a:solidFill>
                  <a:srgbClr val="1A5276"/>
                </a:solidFill>
                <a:latin typeface="Meiryo" pitchFamily="34" charset="0"/>
                <a:ea typeface="Meiryo" pitchFamily="34" charset="-122"/>
                <a:cs typeface="Meiryo" pitchFamily="34" charset="-120"/>
              </a:rPr>
              <a:t>MOE ≥ 10,000</a:t>
            </a:r>
            <a:r>
              <a:rPr lang="en-US" dirty="0">
                <a:solidFill>
                  <a:srgbClr val="2C3E50"/>
                </a:solidFill>
                <a:latin typeface="Meiryo" pitchFamily="34" charset="0"/>
                <a:ea typeface="Meiryo" pitchFamily="34" charset="-122"/>
                <a:cs typeface="Meiryo" pitchFamily="34" charset="-120"/>
              </a:rPr>
              <a:t>: 公衆衛生上の懸念は低い</a:t>
            </a:r>
            <a:endParaRPr lang="en-US" dirty="0"/>
          </a:p>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・MOE が小さいほどリスク懸念が高い</a:t>
            </a:r>
            <a:endParaRPr lang="en-US" dirty="0"/>
          </a:p>
        </p:txBody>
      </p:sp>
      <p:sp>
        <p:nvSpPr>
          <p:cNvPr id="10" name="Shape 8"/>
          <p:cNvSpPr/>
          <p:nvPr/>
        </p:nvSpPr>
        <p:spPr>
          <a:xfrm>
            <a:off x="411480" y="3657600"/>
            <a:ext cx="11365992" cy="1737360"/>
          </a:xfrm>
          <a:prstGeom prst="rect">
            <a:avLst/>
          </a:prstGeom>
          <a:solidFill>
            <a:srgbClr val="F8F9FA"/>
          </a:solidFill>
          <a:ln/>
        </p:spPr>
        <p:txBody>
          <a:bodyPr/>
          <a:lstStyle/>
          <a:p>
            <a:endParaRPr lang="ja-JP" altLang="en-US" sz="2800"/>
          </a:p>
        </p:txBody>
      </p:sp>
      <p:sp>
        <p:nvSpPr>
          <p:cNvPr id="11" name="Shape 9"/>
          <p:cNvSpPr/>
          <p:nvPr/>
        </p:nvSpPr>
        <p:spPr>
          <a:xfrm>
            <a:off x="411480" y="3657600"/>
            <a:ext cx="64008" cy="1737360"/>
          </a:xfrm>
          <a:prstGeom prst="rect">
            <a:avLst/>
          </a:prstGeom>
          <a:solidFill>
            <a:srgbClr val="BDC3C7"/>
          </a:solidFill>
          <a:ln/>
        </p:spPr>
        <p:txBody>
          <a:bodyPr/>
          <a:lstStyle/>
          <a:p>
            <a:endParaRPr lang="ja-JP" altLang="en-US" sz="2800"/>
          </a:p>
        </p:txBody>
      </p:sp>
      <p:sp>
        <p:nvSpPr>
          <p:cNvPr id="12" name="Text 10"/>
          <p:cNvSpPr/>
          <p:nvPr/>
        </p:nvSpPr>
        <p:spPr>
          <a:xfrm>
            <a:off x="576072" y="3712464"/>
            <a:ext cx="11091672" cy="292608"/>
          </a:xfrm>
          <a:prstGeom prst="rect">
            <a:avLst/>
          </a:prstGeom>
          <a:noFill/>
          <a:ln/>
        </p:spPr>
        <p:txBody>
          <a:bodyPr wrap="square" rtlCol="0" anchor="ctr"/>
          <a:lstStyle/>
          <a:p>
            <a:pPr marL="0" indent="0">
              <a:buNone/>
            </a:pPr>
            <a:r>
              <a:rPr lang="en-US" sz="1600" b="1" dirty="0">
                <a:solidFill>
                  <a:srgbClr val="BDC3C7"/>
                </a:solidFill>
                <a:latin typeface="Meiryo" pitchFamily="34" charset="0"/>
                <a:ea typeface="Meiryo" pitchFamily="34" charset="-122"/>
                <a:cs typeface="Meiryo" pitchFamily="34" charset="-120"/>
              </a:rPr>
              <a:t>VSD と MOE の違い</a:t>
            </a:r>
            <a:endParaRPr lang="en-US" sz="1600" dirty="0"/>
          </a:p>
        </p:txBody>
      </p:sp>
      <p:sp>
        <p:nvSpPr>
          <p:cNvPr id="13" name="Text 11"/>
          <p:cNvSpPr/>
          <p:nvPr/>
        </p:nvSpPr>
        <p:spPr>
          <a:xfrm>
            <a:off x="576072" y="3995928"/>
            <a:ext cx="11091672" cy="135331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・VSD: 「リスクをこの程度に抑える用量」を出力</a:t>
            </a:r>
            <a:endParaRPr lang="en-US" dirty="0"/>
          </a:p>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・MOE: 「現状の曝露との隔たり」を出力</a:t>
            </a:r>
            <a:endParaRPr lang="en-US" dirty="0"/>
          </a:p>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 MOEは管理判断の指標、VSDは基準値設定の指標</a:t>
            </a:r>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D-2. ベンチマークドーズ（BMD）法</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Text 2"/>
          <p:cNvSpPr/>
          <p:nvPr/>
        </p:nvSpPr>
        <p:spPr>
          <a:xfrm>
            <a:off x="411480" y="1097280"/>
            <a:ext cx="6858000" cy="457200"/>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NOAELが決定できない／信頼性が低い場合の代替法</a:t>
            </a:r>
            <a:endParaRPr lang="en-US" sz="2000" dirty="0"/>
          </a:p>
        </p:txBody>
      </p:sp>
      <p:sp>
        <p:nvSpPr>
          <p:cNvPr id="5" name="Text 3"/>
          <p:cNvSpPr/>
          <p:nvPr/>
        </p:nvSpPr>
        <p:spPr>
          <a:xfrm>
            <a:off x="411480" y="1645920"/>
            <a:ext cx="6858000" cy="3200400"/>
          </a:xfrm>
          <a:prstGeom prst="rect">
            <a:avLst/>
          </a:prstGeom>
          <a:noFill/>
          <a:ln/>
        </p:spPr>
        <p:txBody>
          <a:bodyPr wrap="square" rtlCol="0" anchor="t"/>
          <a:lstStyle/>
          <a:p>
            <a:pPr marL="0" indent="0" algn="l">
              <a:lnSpc>
                <a:spcPct val="135000"/>
              </a:lnSpc>
              <a:spcAft>
                <a:spcPts val="600"/>
              </a:spcAft>
              <a:buNone/>
            </a:pPr>
            <a:r>
              <a:rPr lang="en-US" b="1" dirty="0">
                <a:solidFill>
                  <a:srgbClr val="1A5276"/>
                </a:solidFill>
                <a:latin typeface="Meiryo" pitchFamily="34" charset="0"/>
                <a:ea typeface="Meiryo" pitchFamily="34" charset="-122"/>
                <a:cs typeface="Meiryo" pitchFamily="34" charset="-120"/>
              </a:rPr>
              <a:t>▸ BMD</a:t>
            </a:r>
            <a:r>
              <a:rPr lang="en-US" dirty="0">
                <a:solidFill>
                  <a:srgbClr val="2C3E50"/>
                </a:solidFill>
                <a:latin typeface="Meiryo" pitchFamily="34" charset="0"/>
                <a:ea typeface="Meiryo" pitchFamily="34" charset="-122"/>
                <a:cs typeface="Meiryo" pitchFamily="34" charset="-120"/>
              </a:rPr>
              <a:t>: 設定された反応率（例: 10%増加）に対応する用量</a:t>
            </a:r>
            <a:endParaRPr lang="en-US" dirty="0"/>
          </a:p>
          <a:p>
            <a:pPr marL="0" indent="0" algn="l">
              <a:lnSpc>
                <a:spcPct val="135000"/>
              </a:lnSpc>
              <a:spcAft>
                <a:spcPts val="600"/>
              </a:spcAft>
              <a:buNone/>
            </a:pPr>
            <a:r>
              <a:rPr lang="en-US" b="1" dirty="0">
                <a:solidFill>
                  <a:srgbClr val="1A5276"/>
                </a:solidFill>
                <a:latin typeface="Meiryo" pitchFamily="34" charset="0"/>
                <a:ea typeface="Meiryo" pitchFamily="34" charset="-122"/>
                <a:cs typeface="Meiryo" pitchFamily="34" charset="-120"/>
              </a:rPr>
              <a:t>▸ BMDL</a:t>
            </a:r>
            <a:r>
              <a:rPr lang="en-US" dirty="0">
                <a:solidFill>
                  <a:srgbClr val="2C3E50"/>
                </a:solidFill>
                <a:latin typeface="Meiryo" pitchFamily="34" charset="0"/>
                <a:ea typeface="Meiryo" pitchFamily="34" charset="-122"/>
                <a:cs typeface="Meiryo" pitchFamily="34" charset="-120"/>
              </a:rPr>
              <a:t>: BMDの95%信頼下限値</a:t>
            </a:r>
            <a:endParaRPr lang="en-US" dirty="0"/>
          </a:p>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用量-反応データに数理モデルをフィット</a:t>
            </a:r>
            <a:endParaRPr lang="en-US" dirty="0"/>
          </a:p>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NOAEL方式より統計的に客観性が高い</a:t>
            </a:r>
            <a:endParaRPr lang="en-US" dirty="0"/>
          </a:p>
        </p:txBody>
      </p:sp>
      <p:sp>
        <p:nvSpPr>
          <p:cNvPr id="6" name="Shape 4"/>
          <p:cNvSpPr/>
          <p:nvPr/>
        </p:nvSpPr>
        <p:spPr>
          <a:xfrm>
            <a:off x="7818120" y="4754880"/>
            <a:ext cx="3776472" cy="0"/>
          </a:xfrm>
          <a:prstGeom prst="line">
            <a:avLst/>
          </a:prstGeom>
          <a:noFill/>
          <a:ln w="12700">
            <a:solidFill>
              <a:srgbClr val="5D6D7E"/>
            </a:solidFill>
            <a:prstDash val="solid"/>
          </a:ln>
        </p:spPr>
        <p:txBody>
          <a:bodyPr/>
          <a:lstStyle/>
          <a:p>
            <a:endParaRPr lang="ja-JP" altLang="en-US"/>
          </a:p>
        </p:txBody>
      </p:sp>
      <p:sp>
        <p:nvSpPr>
          <p:cNvPr id="7" name="Shape 5"/>
          <p:cNvSpPr/>
          <p:nvPr/>
        </p:nvSpPr>
        <p:spPr>
          <a:xfrm>
            <a:off x="7818120" y="1554480"/>
            <a:ext cx="0" cy="3200400"/>
          </a:xfrm>
          <a:prstGeom prst="line">
            <a:avLst/>
          </a:prstGeom>
          <a:noFill/>
          <a:ln w="12700">
            <a:solidFill>
              <a:srgbClr val="5D6D7E"/>
            </a:solidFill>
            <a:prstDash val="solid"/>
          </a:ln>
        </p:spPr>
        <p:txBody>
          <a:bodyPr/>
          <a:lstStyle/>
          <a:p>
            <a:endParaRPr lang="ja-JP" altLang="en-US"/>
          </a:p>
        </p:txBody>
      </p:sp>
      <p:sp>
        <p:nvSpPr>
          <p:cNvPr id="8" name="Shape 6"/>
          <p:cNvSpPr/>
          <p:nvPr/>
        </p:nvSpPr>
        <p:spPr>
          <a:xfrm>
            <a:off x="7818120" y="3383280"/>
            <a:ext cx="3776472" cy="0"/>
          </a:xfrm>
          <a:prstGeom prst="line">
            <a:avLst/>
          </a:prstGeom>
          <a:noFill/>
          <a:ln w="12700">
            <a:solidFill>
              <a:srgbClr val="27AE60"/>
            </a:solidFill>
            <a:prstDash val="dash"/>
          </a:ln>
        </p:spPr>
        <p:txBody>
          <a:bodyPr/>
          <a:lstStyle/>
          <a:p>
            <a:endParaRPr lang="ja-JP" altLang="en-US"/>
          </a:p>
        </p:txBody>
      </p:sp>
      <p:sp>
        <p:nvSpPr>
          <p:cNvPr id="9" name="Text 7"/>
          <p:cNvSpPr/>
          <p:nvPr/>
        </p:nvSpPr>
        <p:spPr>
          <a:xfrm>
            <a:off x="7818120" y="3108960"/>
            <a:ext cx="3959352" cy="274320"/>
          </a:xfrm>
          <a:prstGeom prst="rect">
            <a:avLst/>
          </a:prstGeom>
          <a:noFill/>
          <a:ln/>
        </p:spPr>
        <p:txBody>
          <a:bodyPr wrap="square" rtlCol="0" anchor="ctr"/>
          <a:lstStyle/>
          <a:p>
            <a:pPr marL="0" indent="0" algn="r">
              <a:buNone/>
            </a:pPr>
            <a:r>
              <a:rPr lang="en-US" sz="1000" b="1" dirty="0">
                <a:solidFill>
                  <a:srgbClr val="27AE60"/>
                </a:solidFill>
                <a:latin typeface="Meiryo" pitchFamily="34" charset="0"/>
                <a:ea typeface="Meiryo" pitchFamily="34" charset="-122"/>
                <a:cs typeface="Meiryo" pitchFamily="34" charset="-120"/>
              </a:rPr>
              <a:t>BMR 10%</a:t>
            </a:r>
            <a:endParaRPr lang="en-US" sz="1000" dirty="0"/>
          </a:p>
        </p:txBody>
      </p:sp>
      <p:sp>
        <p:nvSpPr>
          <p:cNvPr id="10" name="Shape 8"/>
          <p:cNvSpPr/>
          <p:nvPr/>
        </p:nvSpPr>
        <p:spPr>
          <a:xfrm>
            <a:off x="9555480" y="1554480"/>
            <a:ext cx="0" cy="3200400"/>
          </a:xfrm>
          <a:prstGeom prst="line">
            <a:avLst/>
          </a:prstGeom>
          <a:noFill/>
          <a:ln w="12700">
            <a:solidFill>
              <a:srgbClr val="D68910"/>
            </a:solidFill>
            <a:prstDash val="dash"/>
          </a:ln>
        </p:spPr>
        <p:txBody>
          <a:bodyPr/>
          <a:lstStyle/>
          <a:p>
            <a:endParaRPr lang="ja-JP" altLang="en-US"/>
          </a:p>
        </p:txBody>
      </p:sp>
      <p:sp>
        <p:nvSpPr>
          <p:cNvPr id="11" name="Text 9"/>
          <p:cNvSpPr/>
          <p:nvPr/>
        </p:nvSpPr>
        <p:spPr>
          <a:xfrm>
            <a:off x="9372600" y="4800600"/>
            <a:ext cx="914400" cy="228600"/>
          </a:xfrm>
          <a:prstGeom prst="rect">
            <a:avLst/>
          </a:prstGeom>
          <a:noFill/>
          <a:ln/>
        </p:spPr>
        <p:txBody>
          <a:bodyPr wrap="square" rtlCol="0" anchor="ctr"/>
          <a:lstStyle/>
          <a:p>
            <a:pPr marL="0" indent="0">
              <a:buNone/>
            </a:pPr>
            <a:r>
              <a:rPr lang="en-US" sz="1000" b="1" dirty="0">
                <a:solidFill>
                  <a:srgbClr val="D68910"/>
                </a:solidFill>
                <a:latin typeface="Meiryo" pitchFamily="34" charset="0"/>
                <a:ea typeface="Meiryo" pitchFamily="34" charset="-122"/>
                <a:cs typeface="Meiryo" pitchFamily="34" charset="-120"/>
              </a:rPr>
              <a:t>BMD</a:t>
            </a:r>
            <a:endParaRPr lang="en-US" sz="1000" dirty="0"/>
          </a:p>
        </p:txBody>
      </p:sp>
      <p:sp>
        <p:nvSpPr>
          <p:cNvPr id="12" name="Shape 10"/>
          <p:cNvSpPr/>
          <p:nvPr/>
        </p:nvSpPr>
        <p:spPr>
          <a:xfrm>
            <a:off x="8915400" y="1554480"/>
            <a:ext cx="0" cy="3200400"/>
          </a:xfrm>
          <a:prstGeom prst="line">
            <a:avLst/>
          </a:prstGeom>
          <a:noFill/>
          <a:ln w="12700">
            <a:solidFill>
              <a:srgbClr val="C0392B"/>
            </a:solidFill>
            <a:prstDash val="dash"/>
          </a:ln>
        </p:spPr>
        <p:txBody>
          <a:bodyPr/>
          <a:lstStyle/>
          <a:p>
            <a:endParaRPr lang="ja-JP" altLang="en-US"/>
          </a:p>
        </p:txBody>
      </p:sp>
      <p:sp>
        <p:nvSpPr>
          <p:cNvPr id="13" name="Text 11"/>
          <p:cNvSpPr/>
          <p:nvPr/>
        </p:nvSpPr>
        <p:spPr>
          <a:xfrm>
            <a:off x="8458200" y="4800600"/>
            <a:ext cx="914400" cy="228600"/>
          </a:xfrm>
          <a:prstGeom prst="rect">
            <a:avLst/>
          </a:prstGeom>
          <a:noFill/>
          <a:ln/>
        </p:spPr>
        <p:txBody>
          <a:bodyPr wrap="square" rtlCol="0" anchor="ctr"/>
          <a:lstStyle/>
          <a:p>
            <a:pPr marL="0" indent="0">
              <a:buNone/>
            </a:pPr>
            <a:r>
              <a:rPr lang="en-US" sz="1000" b="1" dirty="0">
                <a:solidFill>
                  <a:srgbClr val="C0392B"/>
                </a:solidFill>
                <a:latin typeface="Meiryo" pitchFamily="34" charset="0"/>
                <a:ea typeface="Meiryo" pitchFamily="34" charset="-122"/>
                <a:cs typeface="Meiryo" pitchFamily="34" charset="-120"/>
              </a:rPr>
              <a:t>BMDL</a:t>
            </a:r>
            <a:endParaRPr lang="en-US" sz="1000" dirty="0"/>
          </a:p>
        </p:txBody>
      </p:sp>
      <p:cxnSp>
        <p:nvCxnSpPr>
          <p:cNvPr id="14" name="Connector 13"/>
          <p:cNvCxnSpPr/>
          <p:nvPr/>
        </p:nvCxnSpPr>
        <p:spPr>
          <a:xfrm flipV="1">
            <a:off x="7863840" y="4498848"/>
            <a:ext cx="548640" cy="118872"/>
          </a:xfrm>
          <a:prstGeom prst="line">
            <a:avLst/>
          </a:prstGeom>
          <a:ln w="34925">
            <a:solidFill>
              <a:srgbClr val="1A527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412480" y="4224528"/>
            <a:ext cx="457200" cy="274320"/>
          </a:xfrm>
          <a:prstGeom prst="line">
            <a:avLst/>
          </a:prstGeom>
          <a:ln w="34925">
            <a:solidFill>
              <a:srgbClr val="1A5276"/>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8869680" y="3822191"/>
            <a:ext cx="365760" cy="402337"/>
          </a:xfrm>
          <a:prstGeom prst="line">
            <a:avLst/>
          </a:prstGeom>
          <a:ln w="34925">
            <a:solidFill>
              <a:srgbClr val="1A5276"/>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9235440" y="3383280"/>
            <a:ext cx="320040" cy="438911"/>
          </a:xfrm>
          <a:prstGeom prst="line">
            <a:avLst/>
          </a:prstGeom>
          <a:ln w="34925">
            <a:solidFill>
              <a:srgbClr val="1A5276"/>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9555480" y="2852928"/>
            <a:ext cx="365760" cy="530352"/>
          </a:xfrm>
          <a:prstGeom prst="line">
            <a:avLst/>
          </a:prstGeom>
          <a:ln w="34925">
            <a:solidFill>
              <a:srgbClr val="1A5276"/>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9921240" y="2304288"/>
            <a:ext cx="502920" cy="548640"/>
          </a:xfrm>
          <a:prstGeom prst="line">
            <a:avLst/>
          </a:prstGeom>
          <a:ln w="34925">
            <a:solidFill>
              <a:srgbClr val="1A5276"/>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0424160" y="1874519"/>
            <a:ext cx="640080" cy="429769"/>
          </a:xfrm>
          <a:prstGeom prst="line">
            <a:avLst/>
          </a:prstGeom>
          <a:ln w="34925">
            <a:solidFill>
              <a:srgbClr val="1A5276"/>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1064240" y="1719072"/>
            <a:ext cx="411480" cy="155447"/>
          </a:xfrm>
          <a:prstGeom prst="line">
            <a:avLst/>
          </a:prstGeom>
          <a:ln w="34925">
            <a:solidFill>
              <a:srgbClr val="1A5276"/>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D-2. ARfD（急性参照用量）</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sz="3200"/>
          </a:p>
        </p:txBody>
      </p:sp>
      <p:graphicFrame>
        <p:nvGraphicFramePr>
          <p:cNvPr id="106" name="Table 0"/>
          <p:cNvGraphicFramePr>
            <a:graphicFrameLocks noGrp="1"/>
          </p:cNvGraphicFramePr>
          <p:nvPr>
            <p:extLst>
              <p:ext uri="{D42A27DB-BD31-4B8C-83A1-F6EECF244321}">
                <p14:modId xmlns:p14="http://schemas.microsoft.com/office/powerpoint/2010/main" val="465346233"/>
              </p:ext>
            </p:extLst>
          </p:nvPr>
        </p:nvGraphicFramePr>
        <p:xfrm>
          <a:off x="411480" y="1097280"/>
          <a:ext cx="11365992" cy="2773680"/>
        </p:xfrm>
        <a:graphic>
          <a:graphicData uri="http://schemas.openxmlformats.org/drawingml/2006/table">
            <a:tbl>
              <a:tblPr/>
              <a:tblGrid>
                <a:gridCol w="3788664">
                  <a:extLst>
                    <a:ext uri="{9D8B030D-6E8A-4147-A177-3AD203B41FA5}">
                      <a16:colId xmlns:a16="http://schemas.microsoft.com/office/drawing/2014/main" val="20000"/>
                    </a:ext>
                  </a:extLst>
                </a:gridCol>
                <a:gridCol w="3788664">
                  <a:extLst>
                    <a:ext uri="{9D8B030D-6E8A-4147-A177-3AD203B41FA5}">
                      <a16:colId xmlns:a16="http://schemas.microsoft.com/office/drawing/2014/main" val="20001"/>
                    </a:ext>
                  </a:extLst>
                </a:gridCol>
                <a:gridCol w="3788664">
                  <a:extLst>
                    <a:ext uri="{9D8B030D-6E8A-4147-A177-3AD203B41FA5}">
                      <a16:colId xmlns:a16="http://schemas.microsoft.com/office/drawing/2014/main" val="20002"/>
                    </a:ext>
                  </a:extLst>
                </a:gridCol>
              </a:tblGrid>
              <a:tr h="548640">
                <a:tc>
                  <a:txBody>
                    <a:bodyPr/>
                    <a:lstStyle/>
                    <a:p>
                      <a:pPr marL="0" indent="0" algn="ctr">
                        <a:buNone/>
                      </a:pP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ADI</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600" b="1" dirty="0">
                          <a:solidFill>
                            <a:srgbClr val="FFFFFF"/>
                          </a:solidFill>
                          <a:latin typeface="Meiryo" pitchFamily="34" charset="0"/>
                          <a:ea typeface="Meiryo" pitchFamily="34" charset="-122"/>
                          <a:cs typeface="Meiryo" pitchFamily="34" charset="-120"/>
                        </a:rPr>
                        <a:t>ARfD</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548640">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正式名</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Acceptable Daily Intake</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1A5276"/>
                          </a:solidFill>
                          <a:latin typeface="Meiryo" pitchFamily="34" charset="0"/>
                          <a:ea typeface="Meiryo" pitchFamily="34" charset="-122"/>
                          <a:cs typeface="Meiryo" pitchFamily="34" charset="-120"/>
                        </a:rPr>
                        <a:t>Acute Reference Dose</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対象期間</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b="1" dirty="0">
                          <a:solidFill>
                            <a:srgbClr val="1A5276"/>
                          </a:solidFill>
                          <a:latin typeface="Meiryo" pitchFamily="34" charset="0"/>
                          <a:ea typeface="Meiryo" pitchFamily="34" charset="-122"/>
                          <a:cs typeface="Meiryo" pitchFamily="34" charset="-120"/>
                        </a:rPr>
                        <a:t>生涯</a:t>
                      </a:r>
                      <a:r>
                        <a:rPr lang="en-US" sz="1600" dirty="0">
                          <a:solidFill>
                            <a:srgbClr val="2C3E50"/>
                          </a:solidFill>
                          <a:latin typeface="Meiryo" pitchFamily="34" charset="0"/>
                          <a:ea typeface="Meiryo" pitchFamily="34" charset="-122"/>
                          <a:cs typeface="Meiryo" pitchFamily="34" charset="-120"/>
                        </a:rPr>
                        <a:t>にわたる連日摂取</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kern="1200" dirty="0">
                          <a:solidFill>
                            <a:srgbClr val="2C3E50"/>
                          </a:solidFill>
                          <a:latin typeface="Meiryo" pitchFamily="34" charset="0"/>
                          <a:ea typeface="Meiryo" pitchFamily="34" charset="-122"/>
                          <a:cs typeface="Meiryo" pitchFamily="34" charset="-120"/>
                        </a:rPr>
                        <a:t>24時間またはそれより</a:t>
                      </a:r>
                      <a:r>
                        <a:rPr lang="en-US" sz="1600" b="1" kern="1200" dirty="0">
                          <a:solidFill>
                            <a:srgbClr val="2C3E50"/>
                          </a:solidFill>
                          <a:latin typeface="Meiryo" pitchFamily="34" charset="0"/>
                          <a:ea typeface="Meiryo" pitchFamily="34" charset="-122"/>
                          <a:cs typeface="Meiryo" pitchFamily="34" charset="-120"/>
                        </a:rPr>
                        <a:t>短時間</a:t>
                      </a:r>
                      <a:r>
                        <a:rPr lang="en-US" sz="1600" kern="1200" dirty="0">
                          <a:solidFill>
                            <a:srgbClr val="2C3E50"/>
                          </a:solidFill>
                          <a:latin typeface="Meiryo" pitchFamily="34" charset="0"/>
                          <a:ea typeface="Meiryo" pitchFamily="34" charset="-122"/>
                          <a:cs typeface="Meiryo" pitchFamily="34" charset="-120"/>
                        </a:rPr>
                        <a:t>の単回経口摂取</a:t>
                      </a:r>
                      <a:endParaRPr lang="en-US" sz="1600" kern="1200" dirty="0">
                        <a:solidFill>
                          <a:srgbClr val="2C3E50"/>
                        </a:solidFill>
                        <a:latin typeface="Meiryo" pitchFamily="34" charset="0"/>
                        <a:ea typeface="Meiryo" pitchFamily="34" charset="-122"/>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548640">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用途</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慢性的なリスク</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一時的・急性のリスク</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根拠試験</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慢性毒性試験</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600" dirty="0">
                          <a:solidFill>
                            <a:srgbClr val="2C3E50"/>
                          </a:solidFill>
                          <a:latin typeface="Meiryo" pitchFamily="34" charset="0"/>
                          <a:ea typeface="Meiryo" pitchFamily="34" charset="-122"/>
                          <a:cs typeface="Meiryo" pitchFamily="34" charset="-120"/>
                        </a:rPr>
                        <a:t>急性〜亜急性毒性試験</a:t>
                      </a:r>
                      <a:endParaRPr lang="en-US" sz="16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bl>
          </a:graphicData>
        </a:graphic>
      </p:graphicFrame>
      <p:sp>
        <p:nvSpPr>
          <p:cNvPr id="5" name="Shape 2"/>
          <p:cNvSpPr/>
          <p:nvPr/>
        </p:nvSpPr>
        <p:spPr>
          <a:xfrm>
            <a:off x="411480" y="4745736"/>
            <a:ext cx="11365992" cy="1554480"/>
          </a:xfrm>
          <a:prstGeom prst="rect">
            <a:avLst/>
          </a:prstGeom>
          <a:solidFill>
            <a:srgbClr val="EAF2F8"/>
          </a:solidFill>
          <a:ln/>
        </p:spPr>
        <p:txBody>
          <a:bodyPr/>
          <a:lstStyle/>
          <a:p>
            <a:endParaRPr lang="ja-JP" altLang="en-US" sz="2800"/>
          </a:p>
        </p:txBody>
      </p:sp>
      <p:sp>
        <p:nvSpPr>
          <p:cNvPr id="6" name="Shape 3"/>
          <p:cNvSpPr/>
          <p:nvPr/>
        </p:nvSpPr>
        <p:spPr>
          <a:xfrm>
            <a:off x="411480" y="4745736"/>
            <a:ext cx="64008" cy="1554480"/>
          </a:xfrm>
          <a:prstGeom prst="rect">
            <a:avLst/>
          </a:prstGeom>
          <a:solidFill>
            <a:srgbClr val="2980B9"/>
          </a:solidFill>
          <a:ln/>
        </p:spPr>
        <p:txBody>
          <a:bodyPr/>
          <a:lstStyle/>
          <a:p>
            <a:endParaRPr lang="ja-JP" altLang="en-US" sz="2800"/>
          </a:p>
        </p:txBody>
      </p:sp>
      <p:sp>
        <p:nvSpPr>
          <p:cNvPr id="7" name="Text 4"/>
          <p:cNvSpPr/>
          <p:nvPr/>
        </p:nvSpPr>
        <p:spPr>
          <a:xfrm>
            <a:off x="576072" y="4800600"/>
            <a:ext cx="11091672" cy="292608"/>
          </a:xfrm>
          <a:prstGeom prst="rect">
            <a:avLst/>
          </a:prstGeom>
          <a:noFill/>
          <a:ln/>
        </p:spPr>
        <p:txBody>
          <a:bodyPr wrap="square" rtlCol="0" anchor="ctr"/>
          <a:lstStyle/>
          <a:p>
            <a:pPr marL="0" indent="0">
              <a:buNone/>
            </a:pPr>
            <a:r>
              <a:rPr lang="en-US" sz="1600" b="1" dirty="0">
                <a:solidFill>
                  <a:srgbClr val="2980B9"/>
                </a:solidFill>
                <a:latin typeface="Meiryo" pitchFamily="34" charset="0"/>
                <a:ea typeface="Meiryo" pitchFamily="34" charset="-122"/>
                <a:cs typeface="Meiryo" pitchFamily="34" charset="-120"/>
              </a:rPr>
              <a:t>どんなときに必要？</a:t>
            </a:r>
            <a:endParaRPr lang="en-US" sz="1600" dirty="0"/>
          </a:p>
        </p:txBody>
      </p:sp>
      <p:sp>
        <p:nvSpPr>
          <p:cNvPr id="8" name="Text 5"/>
          <p:cNvSpPr/>
          <p:nvPr/>
        </p:nvSpPr>
        <p:spPr>
          <a:xfrm>
            <a:off x="576072" y="5084064"/>
            <a:ext cx="11091672" cy="1170432"/>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24時間またはそれより短時間の経口摂取で健康に悪影響を示さない量。残留農薬で一時的に基準値を超えた食品を食べた場合、慢性ADIだけでは判定できない。そんなときにARfDが基準となる。</a:t>
            </a:r>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D-2. リスク評価指標 全体像 — 一枚で整理</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28" name="ChemBox">
            <a:extLst>
              <a:ext uri="{FF2B5EF4-FFF2-40B4-BE49-F238E27FC236}">
                <a16:creationId xmlns:a16="http://schemas.microsoft.com/office/drawing/2014/main" id="{83EF0498-5BBB-48F0-B9B1-F53D7201F4E4}"/>
              </a:ext>
            </a:extLst>
          </p:cNvPr>
          <p:cNvSpPr/>
          <p:nvPr/>
        </p:nvSpPr>
        <p:spPr>
          <a:xfrm>
            <a:off x="4826000" y="1143000"/>
            <a:ext cx="2540000" cy="635000"/>
          </a:xfrm>
          <a:prstGeom prst="rect">
            <a:avLst/>
          </a:prstGeom>
          <a:solidFill>
            <a:srgbClr val="1A527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2000" b="1">
                <a:solidFill>
                  <a:srgbClr val="FFFFFF"/>
                </a:solidFill>
                <a:latin typeface="Meiryo"/>
                <a:ea typeface="Meiryo"/>
              </a:rPr>
              <a:t>化学物質</a:t>
            </a:r>
          </a:p>
        </p:txBody>
      </p:sp>
      <p:sp>
        <p:nvSpPr>
          <p:cNvPr id="29" name="H_Left">
            <a:extLst>
              <a:ext uri="{FF2B5EF4-FFF2-40B4-BE49-F238E27FC236}">
                <a16:creationId xmlns:a16="http://schemas.microsoft.com/office/drawing/2014/main" id="{7AD2C975-A587-41C2-B258-1F90E1C65762}"/>
              </a:ext>
            </a:extLst>
          </p:cNvPr>
          <p:cNvSpPr/>
          <p:nvPr/>
        </p:nvSpPr>
        <p:spPr>
          <a:xfrm>
            <a:off x="635000" y="2222500"/>
            <a:ext cx="3429000" cy="762000"/>
          </a:xfrm>
          <a:prstGeom prst="rect">
            <a:avLst/>
          </a:prstGeom>
          <a:solidFill>
            <a:srgbClr val="D6EAF8"/>
          </a:solidFill>
          <a:ln w="19050" cap="flat" cmpd="sng" algn="ctr">
            <a:solidFill>
              <a:srgbClr val="1A527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600" b="1">
                <a:solidFill>
                  <a:srgbClr val="1A5276"/>
                </a:solidFill>
                <a:latin typeface="Meiryo"/>
                <a:ea typeface="Meiryo"/>
              </a:rPr>
              <a:t>閾値あり
非遺伝毒性</a:t>
            </a:r>
          </a:p>
        </p:txBody>
      </p:sp>
      <p:sp>
        <p:nvSpPr>
          <p:cNvPr id="30" name="H_Center">
            <a:extLst>
              <a:ext uri="{FF2B5EF4-FFF2-40B4-BE49-F238E27FC236}">
                <a16:creationId xmlns:a16="http://schemas.microsoft.com/office/drawing/2014/main" id="{9281BF1E-F6E5-42E6-86DE-763592C961E4}"/>
              </a:ext>
            </a:extLst>
          </p:cNvPr>
          <p:cNvSpPr/>
          <p:nvPr/>
        </p:nvSpPr>
        <p:spPr>
          <a:xfrm>
            <a:off x="4381500" y="2222500"/>
            <a:ext cx="3429000" cy="762000"/>
          </a:xfrm>
          <a:prstGeom prst="rect">
            <a:avLst/>
          </a:prstGeom>
          <a:solidFill>
            <a:srgbClr val="D5F5E3"/>
          </a:solidFill>
          <a:ln w="19050" cap="flat" cmpd="sng" algn="ctr">
            <a:solidFill>
              <a:srgbClr val="27AE6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zh-TW" altLang="en-US" sz="1600" b="1">
                <a:solidFill>
                  <a:srgbClr val="27AE60"/>
                </a:solidFill>
                <a:latin typeface="Meiryo"/>
                <a:ea typeface="Meiryo"/>
              </a:rPr>
              <a:t>急性影響
（短期暴露）</a:t>
            </a:r>
            <a:endParaRPr lang="ja-JP" altLang="en-US" sz="1600" b="1">
              <a:solidFill>
                <a:srgbClr val="27AE60"/>
              </a:solidFill>
              <a:latin typeface="Meiryo"/>
              <a:ea typeface="Meiryo"/>
            </a:endParaRPr>
          </a:p>
        </p:txBody>
      </p:sp>
      <p:sp>
        <p:nvSpPr>
          <p:cNvPr id="31" name="H_Right">
            <a:extLst>
              <a:ext uri="{FF2B5EF4-FFF2-40B4-BE49-F238E27FC236}">
                <a16:creationId xmlns:a16="http://schemas.microsoft.com/office/drawing/2014/main" id="{9BE3178F-567E-4D45-A71B-F897C213E0FE}"/>
              </a:ext>
            </a:extLst>
          </p:cNvPr>
          <p:cNvSpPr/>
          <p:nvPr/>
        </p:nvSpPr>
        <p:spPr>
          <a:xfrm>
            <a:off x="8128000" y="2222500"/>
            <a:ext cx="3429000" cy="762000"/>
          </a:xfrm>
          <a:prstGeom prst="rect">
            <a:avLst/>
          </a:prstGeom>
          <a:solidFill>
            <a:srgbClr val="FADBD8"/>
          </a:solidFill>
          <a:ln w="19050" cap="flat" cmpd="sng" algn="ctr">
            <a:solidFill>
              <a:srgbClr val="C0392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600" b="1">
                <a:solidFill>
                  <a:srgbClr val="C0392B"/>
                </a:solidFill>
                <a:latin typeface="Meiryo"/>
                <a:ea typeface="Meiryo"/>
              </a:rPr>
              <a:t>閾値なし
遺伝毒性発がん性</a:t>
            </a:r>
          </a:p>
        </p:txBody>
      </p:sp>
      <p:sp>
        <p:nvSpPr>
          <p:cNvPr id="37" name="正方形/長方形 36">
            <a:extLst>
              <a:ext uri="{FF2B5EF4-FFF2-40B4-BE49-F238E27FC236}">
                <a16:creationId xmlns:a16="http://schemas.microsoft.com/office/drawing/2014/main" id="{99E71424-CE78-4973-86DD-35C30362BEFE}"/>
              </a:ext>
            </a:extLst>
          </p:cNvPr>
          <p:cNvSpPr/>
          <p:nvPr/>
        </p:nvSpPr>
        <p:spPr>
          <a:xfrm>
            <a:off x="635000" y="3175000"/>
            <a:ext cx="3429000" cy="1143000"/>
          </a:xfrm>
          <a:prstGeom prst="rect">
            <a:avLst/>
          </a:prstGeom>
          <a:solidFill>
            <a:srgbClr val="FBFCFD"/>
          </a:solidFill>
          <a:ln w="9525" cap="flat" cmpd="sng" algn="ctr">
            <a:solidFill>
              <a:srgbClr val="D5DBD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4090119D-F6C3-4403-8F7D-7A8211A4F517}"/>
              </a:ext>
            </a:extLst>
          </p:cNvPr>
          <p:cNvSpPr/>
          <p:nvPr/>
        </p:nvSpPr>
        <p:spPr>
          <a:xfrm>
            <a:off x="635000" y="3175000"/>
            <a:ext cx="76200" cy="1143000"/>
          </a:xfrm>
          <a:prstGeom prst="rect">
            <a:avLst/>
          </a:prstGeom>
          <a:solidFill>
            <a:srgbClr val="1A527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A0A3A655-11FB-46FC-AA48-FCF2DA539B52}"/>
              </a:ext>
            </a:extLst>
          </p:cNvPr>
          <p:cNvSpPr txBox="1"/>
          <p:nvPr/>
        </p:nvSpPr>
        <p:spPr>
          <a:xfrm>
            <a:off x="812800" y="3276600"/>
            <a:ext cx="3175000" cy="355600"/>
          </a:xfrm>
          <a:prstGeom prst="rect">
            <a:avLst/>
          </a:prstGeom>
          <a:noFill/>
          <a:ln>
            <a:noFill/>
          </a:ln>
        </p:spPr>
        <p:txBody>
          <a:bodyPr vertOverflow="overflow" vert="horz" wrap="square" rtlCol="0" anchor="t" anchorCtr="0">
            <a:noAutofit/>
          </a:bodyPr>
          <a:lstStyle/>
          <a:p>
            <a:pPr algn="l"/>
            <a:r>
              <a:rPr lang="en-US" altLang="ja-JP" b="1">
                <a:solidFill>
                  <a:srgbClr val="1A5276"/>
                </a:solidFill>
                <a:latin typeface="Meiryo"/>
                <a:ea typeface="Meiryo"/>
              </a:rPr>
              <a:t>NOAEL</a:t>
            </a:r>
            <a:endParaRPr lang="ja-JP" altLang="en-US" b="1">
              <a:solidFill>
                <a:srgbClr val="1A5276"/>
              </a:solidFill>
              <a:latin typeface="Meiryo"/>
              <a:ea typeface="Meiryo"/>
            </a:endParaRPr>
          </a:p>
        </p:txBody>
      </p:sp>
      <p:sp>
        <p:nvSpPr>
          <p:cNvPr id="40" name="テキスト ボックス 39">
            <a:extLst>
              <a:ext uri="{FF2B5EF4-FFF2-40B4-BE49-F238E27FC236}">
                <a16:creationId xmlns:a16="http://schemas.microsoft.com/office/drawing/2014/main" id="{689A6C52-DF27-4F91-87CA-46A6D455A2D9}"/>
              </a:ext>
            </a:extLst>
          </p:cNvPr>
          <p:cNvSpPr txBox="1"/>
          <p:nvPr/>
        </p:nvSpPr>
        <p:spPr>
          <a:xfrm>
            <a:off x="812800" y="3657600"/>
            <a:ext cx="3175000" cy="584200"/>
          </a:xfrm>
          <a:prstGeom prst="rect">
            <a:avLst/>
          </a:prstGeom>
          <a:noFill/>
          <a:ln>
            <a:noFill/>
          </a:ln>
        </p:spPr>
        <p:txBody>
          <a:bodyPr vertOverflow="overflow" vert="horz" wrap="square" rtlCol="0" anchor="t" anchorCtr="0">
            <a:noAutofit/>
          </a:bodyPr>
          <a:lstStyle/>
          <a:p>
            <a:pPr algn="l"/>
            <a:r>
              <a:rPr lang="ja-JP" altLang="en-US" sz="1400">
                <a:solidFill>
                  <a:srgbClr val="2C3E50"/>
                </a:solidFill>
                <a:latin typeface="Meiryo"/>
                <a:ea typeface="Meiryo"/>
              </a:rPr>
              <a:t>無毒性量
慢性毒性試験から決定</a:t>
            </a:r>
          </a:p>
        </p:txBody>
      </p:sp>
      <p:sp>
        <p:nvSpPr>
          <p:cNvPr id="41" name="正方形/長方形 40">
            <a:extLst>
              <a:ext uri="{FF2B5EF4-FFF2-40B4-BE49-F238E27FC236}">
                <a16:creationId xmlns:a16="http://schemas.microsoft.com/office/drawing/2014/main" id="{86AE7AC9-CFFA-47AC-8015-8EB89A92CCAC}"/>
              </a:ext>
            </a:extLst>
          </p:cNvPr>
          <p:cNvSpPr/>
          <p:nvPr/>
        </p:nvSpPr>
        <p:spPr>
          <a:xfrm>
            <a:off x="635000" y="4445000"/>
            <a:ext cx="3429000" cy="1143000"/>
          </a:xfrm>
          <a:prstGeom prst="rect">
            <a:avLst/>
          </a:prstGeom>
          <a:solidFill>
            <a:srgbClr val="FBFCFD"/>
          </a:solidFill>
          <a:ln w="9525" cap="flat" cmpd="sng" algn="ctr">
            <a:solidFill>
              <a:srgbClr val="D5DBD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2" name="正方形/長方形 41">
            <a:extLst>
              <a:ext uri="{FF2B5EF4-FFF2-40B4-BE49-F238E27FC236}">
                <a16:creationId xmlns:a16="http://schemas.microsoft.com/office/drawing/2014/main" id="{E8A6AED5-97D4-40D8-8B78-0159ABCEE205}"/>
              </a:ext>
            </a:extLst>
          </p:cNvPr>
          <p:cNvSpPr/>
          <p:nvPr/>
        </p:nvSpPr>
        <p:spPr>
          <a:xfrm>
            <a:off x="635000" y="4445000"/>
            <a:ext cx="76200" cy="1143000"/>
          </a:xfrm>
          <a:prstGeom prst="rect">
            <a:avLst/>
          </a:prstGeom>
          <a:solidFill>
            <a:srgbClr val="E67E2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3" name="テキスト ボックス 42">
            <a:extLst>
              <a:ext uri="{FF2B5EF4-FFF2-40B4-BE49-F238E27FC236}">
                <a16:creationId xmlns:a16="http://schemas.microsoft.com/office/drawing/2014/main" id="{DCC25EE6-DA60-4A43-92EC-EA0BC9B4E431}"/>
              </a:ext>
            </a:extLst>
          </p:cNvPr>
          <p:cNvSpPr txBox="1"/>
          <p:nvPr/>
        </p:nvSpPr>
        <p:spPr>
          <a:xfrm>
            <a:off x="812800" y="4546600"/>
            <a:ext cx="3175000" cy="355600"/>
          </a:xfrm>
          <a:prstGeom prst="rect">
            <a:avLst/>
          </a:prstGeom>
          <a:noFill/>
          <a:ln>
            <a:noFill/>
          </a:ln>
        </p:spPr>
        <p:txBody>
          <a:bodyPr vertOverflow="overflow" vert="horz" wrap="square" rtlCol="0" anchor="t" anchorCtr="0">
            <a:noAutofit/>
          </a:bodyPr>
          <a:lstStyle/>
          <a:p>
            <a:pPr algn="l"/>
            <a:r>
              <a:rPr lang="en-US" altLang="ja-JP" b="1">
                <a:solidFill>
                  <a:srgbClr val="E67E22"/>
                </a:solidFill>
                <a:latin typeface="Meiryo"/>
                <a:ea typeface="Meiryo"/>
              </a:rPr>
              <a:t>ADI / TDI</a:t>
            </a:r>
            <a:endParaRPr lang="ja-JP" altLang="en-US" b="1">
              <a:solidFill>
                <a:srgbClr val="E67E22"/>
              </a:solidFill>
              <a:latin typeface="Meiryo"/>
              <a:ea typeface="Meiryo"/>
            </a:endParaRPr>
          </a:p>
        </p:txBody>
      </p:sp>
      <p:sp>
        <p:nvSpPr>
          <p:cNvPr id="44" name="テキスト ボックス 43">
            <a:extLst>
              <a:ext uri="{FF2B5EF4-FFF2-40B4-BE49-F238E27FC236}">
                <a16:creationId xmlns:a16="http://schemas.microsoft.com/office/drawing/2014/main" id="{E50BC800-3D9F-4419-9164-A67EB8295A4C}"/>
              </a:ext>
            </a:extLst>
          </p:cNvPr>
          <p:cNvSpPr txBox="1"/>
          <p:nvPr/>
        </p:nvSpPr>
        <p:spPr>
          <a:xfrm>
            <a:off x="812800" y="4927600"/>
            <a:ext cx="3175000" cy="584200"/>
          </a:xfrm>
          <a:prstGeom prst="rect">
            <a:avLst/>
          </a:prstGeom>
          <a:noFill/>
          <a:ln>
            <a:noFill/>
          </a:ln>
        </p:spPr>
        <p:txBody>
          <a:bodyPr vertOverflow="overflow" vert="horz" wrap="square" rtlCol="0" anchor="t" anchorCtr="0">
            <a:noAutofit/>
          </a:bodyPr>
          <a:lstStyle/>
          <a:p>
            <a:pPr algn="l"/>
            <a:r>
              <a:rPr lang="en-US" altLang="zh-TW" sz="1400">
                <a:solidFill>
                  <a:srgbClr val="2C3E50"/>
                </a:solidFill>
                <a:latin typeface="Meiryo"/>
                <a:ea typeface="Meiryo"/>
              </a:rPr>
              <a:t>NOAEL ÷ 100
</a:t>
            </a:r>
            <a:r>
              <a:rPr lang="zh-TW" altLang="en-US" sz="1400">
                <a:solidFill>
                  <a:srgbClr val="2C3E50"/>
                </a:solidFill>
                <a:latin typeface="Meiryo"/>
                <a:ea typeface="Meiryo"/>
              </a:rPr>
              <a:t>（種差</a:t>
            </a:r>
            <a:r>
              <a:rPr lang="en-US" altLang="zh-TW" sz="1400">
                <a:solidFill>
                  <a:srgbClr val="2C3E50"/>
                </a:solidFill>
                <a:latin typeface="Meiryo"/>
                <a:ea typeface="Meiryo"/>
              </a:rPr>
              <a:t>10 × </a:t>
            </a:r>
            <a:r>
              <a:rPr lang="zh-TW" altLang="en-US" sz="1400">
                <a:solidFill>
                  <a:srgbClr val="2C3E50"/>
                </a:solidFill>
                <a:latin typeface="Meiryo"/>
                <a:ea typeface="Meiryo"/>
              </a:rPr>
              <a:t>個体差</a:t>
            </a:r>
            <a:r>
              <a:rPr lang="en-US" altLang="zh-TW" sz="1400">
                <a:solidFill>
                  <a:srgbClr val="2C3E50"/>
                </a:solidFill>
                <a:latin typeface="Meiryo"/>
                <a:ea typeface="Meiryo"/>
              </a:rPr>
              <a:t>10</a:t>
            </a:r>
            <a:r>
              <a:rPr lang="zh-TW" altLang="en-US" sz="1400">
                <a:solidFill>
                  <a:srgbClr val="2C3E50"/>
                </a:solidFill>
                <a:latin typeface="Meiryo"/>
                <a:ea typeface="Meiryo"/>
              </a:rPr>
              <a:t>）</a:t>
            </a:r>
            <a:endParaRPr lang="ja-JP" altLang="en-US" sz="1400">
              <a:solidFill>
                <a:srgbClr val="2C3E50"/>
              </a:solidFill>
              <a:latin typeface="Meiryo"/>
              <a:ea typeface="Meiryo"/>
            </a:endParaRPr>
          </a:p>
        </p:txBody>
      </p:sp>
      <p:sp>
        <p:nvSpPr>
          <p:cNvPr id="45" name="正方形/長方形 44">
            <a:extLst>
              <a:ext uri="{FF2B5EF4-FFF2-40B4-BE49-F238E27FC236}">
                <a16:creationId xmlns:a16="http://schemas.microsoft.com/office/drawing/2014/main" id="{C65855B8-6F7B-4B79-A88C-3AFEFB9F19ED}"/>
              </a:ext>
            </a:extLst>
          </p:cNvPr>
          <p:cNvSpPr/>
          <p:nvPr/>
        </p:nvSpPr>
        <p:spPr>
          <a:xfrm>
            <a:off x="4381500" y="3175000"/>
            <a:ext cx="3429000" cy="1143000"/>
          </a:xfrm>
          <a:prstGeom prst="rect">
            <a:avLst/>
          </a:prstGeom>
          <a:solidFill>
            <a:srgbClr val="FBFCFD"/>
          </a:solidFill>
          <a:ln w="9525" cap="flat" cmpd="sng" algn="ctr">
            <a:solidFill>
              <a:srgbClr val="D5DBD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6" name="正方形/長方形 45">
            <a:extLst>
              <a:ext uri="{FF2B5EF4-FFF2-40B4-BE49-F238E27FC236}">
                <a16:creationId xmlns:a16="http://schemas.microsoft.com/office/drawing/2014/main" id="{64C15EF4-F88C-4D15-8E77-9E57F729287E}"/>
              </a:ext>
            </a:extLst>
          </p:cNvPr>
          <p:cNvSpPr/>
          <p:nvPr/>
        </p:nvSpPr>
        <p:spPr>
          <a:xfrm>
            <a:off x="4381500" y="3175000"/>
            <a:ext cx="76200" cy="1143000"/>
          </a:xfrm>
          <a:prstGeom prst="rect">
            <a:avLst/>
          </a:prstGeom>
          <a:solidFill>
            <a:srgbClr val="27AE6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7" name="テキスト ボックス 46">
            <a:extLst>
              <a:ext uri="{FF2B5EF4-FFF2-40B4-BE49-F238E27FC236}">
                <a16:creationId xmlns:a16="http://schemas.microsoft.com/office/drawing/2014/main" id="{C04152FC-1E36-49DF-BEB0-B97E342D650D}"/>
              </a:ext>
            </a:extLst>
          </p:cNvPr>
          <p:cNvSpPr txBox="1"/>
          <p:nvPr/>
        </p:nvSpPr>
        <p:spPr>
          <a:xfrm>
            <a:off x="4559300" y="3276600"/>
            <a:ext cx="3175000" cy="355600"/>
          </a:xfrm>
          <a:prstGeom prst="rect">
            <a:avLst/>
          </a:prstGeom>
          <a:noFill/>
          <a:ln>
            <a:noFill/>
          </a:ln>
        </p:spPr>
        <p:txBody>
          <a:bodyPr vertOverflow="overflow" vert="horz" wrap="square" rtlCol="0" anchor="t" anchorCtr="0">
            <a:noAutofit/>
          </a:bodyPr>
          <a:lstStyle/>
          <a:p>
            <a:pPr algn="l"/>
            <a:r>
              <a:rPr lang="en-US" altLang="zh-CN" b="1">
                <a:solidFill>
                  <a:srgbClr val="27AE60"/>
                </a:solidFill>
                <a:latin typeface="Meiryo"/>
                <a:ea typeface="Meiryo"/>
              </a:rPr>
              <a:t>ARfD</a:t>
            </a:r>
            <a:r>
              <a:rPr lang="zh-CN" altLang="en-US" b="1">
                <a:solidFill>
                  <a:srgbClr val="27AE60"/>
                </a:solidFill>
                <a:latin typeface="Meiryo"/>
                <a:ea typeface="Meiryo"/>
              </a:rPr>
              <a:t>（急性参照用量）</a:t>
            </a:r>
            <a:endParaRPr lang="ja-JP" altLang="en-US" b="1">
              <a:solidFill>
                <a:srgbClr val="27AE60"/>
              </a:solidFill>
              <a:latin typeface="Meiryo"/>
              <a:ea typeface="Meiryo"/>
            </a:endParaRPr>
          </a:p>
        </p:txBody>
      </p:sp>
      <p:sp>
        <p:nvSpPr>
          <p:cNvPr id="48" name="テキスト ボックス 47">
            <a:extLst>
              <a:ext uri="{FF2B5EF4-FFF2-40B4-BE49-F238E27FC236}">
                <a16:creationId xmlns:a16="http://schemas.microsoft.com/office/drawing/2014/main" id="{4994DE2E-2A92-41C9-AFE3-5DEA9614F1CA}"/>
              </a:ext>
            </a:extLst>
          </p:cNvPr>
          <p:cNvSpPr txBox="1"/>
          <p:nvPr/>
        </p:nvSpPr>
        <p:spPr>
          <a:xfrm>
            <a:off x="4559300" y="3657600"/>
            <a:ext cx="3175000" cy="584200"/>
          </a:xfrm>
          <a:prstGeom prst="rect">
            <a:avLst/>
          </a:prstGeom>
          <a:noFill/>
          <a:ln>
            <a:noFill/>
          </a:ln>
        </p:spPr>
        <p:txBody>
          <a:bodyPr vertOverflow="overflow" vert="horz" wrap="square" rtlCol="0" anchor="t" anchorCtr="0">
            <a:noAutofit/>
          </a:bodyPr>
          <a:lstStyle/>
          <a:p>
            <a:pPr algn="l"/>
            <a:r>
              <a:rPr lang="en-US" altLang="ja-JP" sz="1400">
                <a:solidFill>
                  <a:srgbClr val="2C3E50"/>
                </a:solidFill>
                <a:latin typeface="Meiryo"/>
                <a:ea typeface="Meiryo"/>
              </a:rPr>
              <a:t>24</a:t>
            </a:r>
            <a:r>
              <a:rPr lang="ja-JP" altLang="en-US" sz="1400">
                <a:solidFill>
                  <a:srgbClr val="2C3E50"/>
                </a:solidFill>
                <a:latin typeface="Meiryo"/>
                <a:ea typeface="Meiryo"/>
              </a:rPr>
              <a:t>時間以内の単回・短期
摂取に対する基準値</a:t>
            </a:r>
          </a:p>
        </p:txBody>
      </p:sp>
      <p:sp>
        <p:nvSpPr>
          <p:cNvPr id="49" name="正方形/長方形 48">
            <a:extLst>
              <a:ext uri="{FF2B5EF4-FFF2-40B4-BE49-F238E27FC236}">
                <a16:creationId xmlns:a16="http://schemas.microsoft.com/office/drawing/2014/main" id="{7763DCE2-D3B3-40FC-BC01-786CEDD8222E}"/>
              </a:ext>
            </a:extLst>
          </p:cNvPr>
          <p:cNvSpPr/>
          <p:nvPr/>
        </p:nvSpPr>
        <p:spPr>
          <a:xfrm>
            <a:off x="4381500" y="4445000"/>
            <a:ext cx="3429000" cy="1143000"/>
          </a:xfrm>
          <a:prstGeom prst="rect">
            <a:avLst/>
          </a:prstGeom>
          <a:solidFill>
            <a:srgbClr val="FBFCFD"/>
          </a:solidFill>
          <a:ln w="9525" cap="flat" cmpd="sng" algn="ctr">
            <a:solidFill>
              <a:srgbClr val="D5DBD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0" name="正方形/長方形 49">
            <a:extLst>
              <a:ext uri="{FF2B5EF4-FFF2-40B4-BE49-F238E27FC236}">
                <a16:creationId xmlns:a16="http://schemas.microsoft.com/office/drawing/2014/main" id="{17F12786-0B5B-44AF-976B-01FE615AB557}"/>
              </a:ext>
            </a:extLst>
          </p:cNvPr>
          <p:cNvSpPr/>
          <p:nvPr/>
        </p:nvSpPr>
        <p:spPr>
          <a:xfrm>
            <a:off x="4381500" y="4445000"/>
            <a:ext cx="76200" cy="1143000"/>
          </a:xfrm>
          <a:prstGeom prst="rect">
            <a:avLst/>
          </a:prstGeom>
          <a:solidFill>
            <a:srgbClr val="5D6D7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1" name="テキスト ボックス 50">
            <a:extLst>
              <a:ext uri="{FF2B5EF4-FFF2-40B4-BE49-F238E27FC236}">
                <a16:creationId xmlns:a16="http://schemas.microsoft.com/office/drawing/2014/main" id="{138EDECF-1656-4CA4-907B-039D9BF296BD}"/>
              </a:ext>
            </a:extLst>
          </p:cNvPr>
          <p:cNvSpPr txBox="1"/>
          <p:nvPr/>
        </p:nvSpPr>
        <p:spPr>
          <a:xfrm>
            <a:off x="4559300" y="4546600"/>
            <a:ext cx="3175000" cy="355600"/>
          </a:xfrm>
          <a:prstGeom prst="rect">
            <a:avLst/>
          </a:prstGeom>
          <a:noFill/>
          <a:ln>
            <a:noFill/>
          </a:ln>
        </p:spPr>
        <p:txBody>
          <a:bodyPr vertOverflow="overflow" vert="horz" wrap="square" rtlCol="0" anchor="t" anchorCtr="0">
            <a:noAutofit/>
          </a:bodyPr>
          <a:lstStyle/>
          <a:p>
            <a:pPr algn="l"/>
            <a:r>
              <a:rPr lang="ja-JP" altLang="en-US" b="1">
                <a:solidFill>
                  <a:srgbClr val="5D6D7E"/>
                </a:solidFill>
                <a:latin typeface="Meiryo"/>
                <a:ea typeface="Meiryo"/>
              </a:rPr>
              <a:t>適用場面</a:t>
            </a:r>
          </a:p>
        </p:txBody>
      </p:sp>
      <p:sp>
        <p:nvSpPr>
          <p:cNvPr id="52" name="テキスト ボックス 51">
            <a:extLst>
              <a:ext uri="{FF2B5EF4-FFF2-40B4-BE49-F238E27FC236}">
                <a16:creationId xmlns:a16="http://schemas.microsoft.com/office/drawing/2014/main" id="{654AE3AA-A573-4F00-BF7F-3890AE3E7DC8}"/>
              </a:ext>
            </a:extLst>
          </p:cNvPr>
          <p:cNvSpPr txBox="1"/>
          <p:nvPr/>
        </p:nvSpPr>
        <p:spPr>
          <a:xfrm>
            <a:off x="4559300" y="4927600"/>
            <a:ext cx="3175000" cy="584200"/>
          </a:xfrm>
          <a:prstGeom prst="rect">
            <a:avLst/>
          </a:prstGeom>
          <a:noFill/>
          <a:ln>
            <a:noFill/>
          </a:ln>
        </p:spPr>
        <p:txBody>
          <a:bodyPr vertOverflow="overflow" vert="horz" wrap="square" rtlCol="0" anchor="t" anchorCtr="0">
            <a:noAutofit/>
          </a:bodyPr>
          <a:lstStyle/>
          <a:p>
            <a:pPr algn="l"/>
            <a:r>
              <a:rPr lang="ja-JP" altLang="en-US" sz="1400">
                <a:solidFill>
                  <a:srgbClr val="2C3E50"/>
                </a:solidFill>
                <a:latin typeface="Meiryo"/>
                <a:ea typeface="Meiryo"/>
              </a:rPr>
              <a:t>残留農薬・食品添加物等の
急性ばく露評価</a:t>
            </a:r>
          </a:p>
        </p:txBody>
      </p:sp>
      <p:sp>
        <p:nvSpPr>
          <p:cNvPr id="53" name="正方形/長方形 52">
            <a:extLst>
              <a:ext uri="{FF2B5EF4-FFF2-40B4-BE49-F238E27FC236}">
                <a16:creationId xmlns:a16="http://schemas.microsoft.com/office/drawing/2014/main" id="{46C9997F-9AC9-4D0F-BFD9-0DF867CFA7A3}"/>
              </a:ext>
            </a:extLst>
          </p:cNvPr>
          <p:cNvSpPr/>
          <p:nvPr/>
        </p:nvSpPr>
        <p:spPr>
          <a:xfrm>
            <a:off x="8128000" y="3175000"/>
            <a:ext cx="3429000" cy="1143000"/>
          </a:xfrm>
          <a:prstGeom prst="rect">
            <a:avLst/>
          </a:prstGeom>
          <a:solidFill>
            <a:srgbClr val="FBFCFD"/>
          </a:solidFill>
          <a:ln w="9525" cap="flat" cmpd="sng" algn="ctr">
            <a:solidFill>
              <a:srgbClr val="D5DBD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4" name="正方形/長方形 53">
            <a:extLst>
              <a:ext uri="{FF2B5EF4-FFF2-40B4-BE49-F238E27FC236}">
                <a16:creationId xmlns:a16="http://schemas.microsoft.com/office/drawing/2014/main" id="{78528FCC-D0ED-4FFD-A827-784EE2E69E9D}"/>
              </a:ext>
            </a:extLst>
          </p:cNvPr>
          <p:cNvSpPr/>
          <p:nvPr/>
        </p:nvSpPr>
        <p:spPr>
          <a:xfrm>
            <a:off x="8128000" y="3175000"/>
            <a:ext cx="76200" cy="1143000"/>
          </a:xfrm>
          <a:prstGeom prst="rect">
            <a:avLst/>
          </a:prstGeom>
          <a:solidFill>
            <a:srgbClr val="C0392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5" name="テキスト ボックス 54">
            <a:extLst>
              <a:ext uri="{FF2B5EF4-FFF2-40B4-BE49-F238E27FC236}">
                <a16:creationId xmlns:a16="http://schemas.microsoft.com/office/drawing/2014/main" id="{9360558D-EAFA-47D3-9549-55C373EAD804}"/>
              </a:ext>
            </a:extLst>
          </p:cNvPr>
          <p:cNvSpPr txBox="1"/>
          <p:nvPr/>
        </p:nvSpPr>
        <p:spPr>
          <a:xfrm>
            <a:off x="8305800" y="3276600"/>
            <a:ext cx="3175000" cy="355600"/>
          </a:xfrm>
          <a:prstGeom prst="rect">
            <a:avLst/>
          </a:prstGeom>
          <a:noFill/>
          <a:ln>
            <a:noFill/>
          </a:ln>
        </p:spPr>
        <p:txBody>
          <a:bodyPr vertOverflow="overflow" vert="horz" wrap="square" rtlCol="0" anchor="t" anchorCtr="0">
            <a:noAutofit/>
          </a:bodyPr>
          <a:lstStyle/>
          <a:p>
            <a:pPr algn="l"/>
            <a:r>
              <a:rPr lang="en-US" altLang="ja-JP" b="1">
                <a:solidFill>
                  <a:srgbClr val="C0392B"/>
                </a:solidFill>
                <a:latin typeface="Meiryo"/>
                <a:ea typeface="Meiryo"/>
              </a:rPr>
              <a:t>BMD / BMDL</a:t>
            </a:r>
            <a:endParaRPr lang="ja-JP" altLang="en-US" b="1">
              <a:solidFill>
                <a:srgbClr val="C0392B"/>
              </a:solidFill>
              <a:latin typeface="Meiryo"/>
              <a:ea typeface="Meiryo"/>
            </a:endParaRPr>
          </a:p>
        </p:txBody>
      </p:sp>
      <p:sp>
        <p:nvSpPr>
          <p:cNvPr id="56" name="テキスト ボックス 55">
            <a:extLst>
              <a:ext uri="{FF2B5EF4-FFF2-40B4-BE49-F238E27FC236}">
                <a16:creationId xmlns:a16="http://schemas.microsoft.com/office/drawing/2014/main" id="{E60DF807-7D65-4567-9311-BC3AAEE33660}"/>
              </a:ext>
            </a:extLst>
          </p:cNvPr>
          <p:cNvSpPr txBox="1"/>
          <p:nvPr/>
        </p:nvSpPr>
        <p:spPr>
          <a:xfrm>
            <a:off x="8305800" y="3657600"/>
            <a:ext cx="3175000" cy="584200"/>
          </a:xfrm>
          <a:prstGeom prst="rect">
            <a:avLst/>
          </a:prstGeom>
          <a:noFill/>
          <a:ln>
            <a:noFill/>
          </a:ln>
        </p:spPr>
        <p:txBody>
          <a:bodyPr vertOverflow="overflow" vert="horz" wrap="square" rtlCol="0" anchor="t" anchorCtr="0">
            <a:noAutofit/>
          </a:bodyPr>
          <a:lstStyle/>
          <a:p>
            <a:pPr algn="l"/>
            <a:r>
              <a:rPr lang="ja-JP" altLang="en-US" sz="1400">
                <a:solidFill>
                  <a:srgbClr val="2C3E50"/>
                </a:solidFill>
                <a:latin typeface="Meiryo"/>
                <a:ea typeface="Meiryo"/>
              </a:rPr>
              <a:t>ベンチマークドーズ法
用量反応モデルから算出</a:t>
            </a:r>
          </a:p>
        </p:txBody>
      </p:sp>
      <p:sp>
        <p:nvSpPr>
          <p:cNvPr id="57" name="正方形/長方形 56">
            <a:extLst>
              <a:ext uri="{FF2B5EF4-FFF2-40B4-BE49-F238E27FC236}">
                <a16:creationId xmlns:a16="http://schemas.microsoft.com/office/drawing/2014/main" id="{51BB83D8-A9AC-4933-9623-46E6C659296A}"/>
              </a:ext>
            </a:extLst>
          </p:cNvPr>
          <p:cNvSpPr/>
          <p:nvPr/>
        </p:nvSpPr>
        <p:spPr>
          <a:xfrm>
            <a:off x="8128000" y="4445000"/>
            <a:ext cx="3429000" cy="1143000"/>
          </a:xfrm>
          <a:prstGeom prst="rect">
            <a:avLst/>
          </a:prstGeom>
          <a:solidFill>
            <a:srgbClr val="FBFCFD"/>
          </a:solidFill>
          <a:ln w="9525" cap="flat" cmpd="sng" algn="ctr">
            <a:solidFill>
              <a:srgbClr val="D5DBD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8" name="正方形/長方形 57">
            <a:extLst>
              <a:ext uri="{FF2B5EF4-FFF2-40B4-BE49-F238E27FC236}">
                <a16:creationId xmlns:a16="http://schemas.microsoft.com/office/drawing/2014/main" id="{1588EDF5-ECF1-4287-9CEC-207982C287D0}"/>
              </a:ext>
            </a:extLst>
          </p:cNvPr>
          <p:cNvSpPr/>
          <p:nvPr/>
        </p:nvSpPr>
        <p:spPr>
          <a:xfrm>
            <a:off x="8128000" y="4445000"/>
            <a:ext cx="76200" cy="1143000"/>
          </a:xfrm>
          <a:prstGeom prst="rect">
            <a:avLst/>
          </a:prstGeom>
          <a:solidFill>
            <a:srgbClr val="8E44A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9" name="テキスト ボックス 58">
            <a:extLst>
              <a:ext uri="{FF2B5EF4-FFF2-40B4-BE49-F238E27FC236}">
                <a16:creationId xmlns:a16="http://schemas.microsoft.com/office/drawing/2014/main" id="{1D34369C-1986-4C27-9E4C-8AAD241FFCE2}"/>
              </a:ext>
            </a:extLst>
          </p:cNvPr>
          <p:cNvSpPr txBox="1"/>
          <p:nvPr/>
        </p:nvSpPr>
        <p:spPr>
          <a:xfrm>
            <a:off x="8305800" y="4546600"/>
            <a:ext cx="3175000" cy="355600"/>
          </a:xfrm>
          <a:prstGeom prst="rect">
            <a:avLst/>
          </a:prstGeom>
          <a:noFill/>
          <a:ln>
            <a:noFill/>
          </a:ln>
        </p:spPr>
        <p:txBody>
          <a:bodyPr vertOverflow="overflow" vert="horz" wrap="square" rtlCol="0" anchor="t" anchorCtr="0">
            <a:noAutofit/>
          </a:bodyPr>
          <a:lstStyle/>
          <a:p>
            <a:pPr algn="l"/>
            <a:r>
              <a:rPr lang="en-US" altLang="ja-JP" b="1">
                <a:solidFill>
                  <a:srgbClr val="8E44AD"/>
                </a:solidFill>
                <a:latin typeface="Meiryo"/>
                <a:ea typeface="Meiryo"/>
              </a:rPr>
              <a:t>VSD / MOE</a:t>
            </a:r>
            <a:endParaRPr lang="ja-JP" altLang="en-US" b="1">
              <a:solidFill>
                <a:srgbClr val="8E44AD"/>
              </a:solidFill>
              <a:latin typeface="Meiryo"/>
              <a:ea typeface="Meiryo"/>
            </a:endParaRPr>
          </a:p>
        </p:txBody>
      </p:sp>
      <p:sp>
        <p:nvSpPr>
          <p:cNvPr id="60" name="テキスト ボックス 59">
            <a:extLst>
              <a:ext uri="{FF2B5EF4-FFF2-40B4-BE49-F238E27FC236}">
                <a16:creationId xmlns:a16="http://schemas.microsoft.com/office/drawing/2014/main" id="{79A1CB65-4DB7-403E-8793-C00391A964FD}"/>
              </a:ext>
            </a:extLst>
          </p:cNvPr>
          <p:cNvSpPr txBox="1"/>
          <p:nvPr/>
        </p:nvSpPr>
        <p:spPr>
          <a:xfrm>
            <a:off x="8305800" y="4927600"/>
            <a:ext cx="3175000" cy="584200"/>
          </a:xfrm>
          <a:prstGeom prst="rect">
            <a:avLst/>
          </a:prstGeom>
          <a:noFill/>
          <a:ln>
            <a:noFill/>
          </a:ln>
        </p:spPr>
        <p:txBody>
          <a:bodyPr vertOverflow="overflow" vert="horz" wrap="square" rtlCol="0" anchor="t" anchorCtr="0">
            <a:noAutofit/>
          </a:bodyPr>
          <a:lstStyle/>
          <a:p>
            <a:pPr algn="l"/>
            <a:r>
              <a:rPr lang="en-US" altLang="ja-JP" sz="1400">
                <a:solidFill>
                  <a:srgbClr val="2C3E50"/>
                </a:solidFill>
                <a:latin typeface="Meiryo"/>
                <a:ea typeface="Meiryo"/>
              </a:rPr>
              <a:t>VSD</a:t>
            </a:r>
            <a:r>
              <a:rPr lang="ja-JP" altLang="en-US" sz="1400">
                <a:solidFill>
                  <a:srgbClr val="2C3E50"/>
                </a:solidFill>
                <a:latin typeface="Meiryo"/>
                <a:ea typeface="Meiryo"/>
              </a:rPr>
              <a:t>：実質安全量（低用量外挿）
</a:t>
            </a:r>
            <a:r>
              <a:rPr lang="en-US" altLang="ja-JP" sz="1400">
                <a:solidFill>
                  <a:srgbClr val="2C3E50"/>
                </a:solidFill>
                <a:latin typeface="Meiryo"/>
                <a:ea typeface="Meiryo"/>
              </a:rPr>
              <a:t>MOE</a:t>
            </a:r>
            <a:r>
              <a:rPr lang="ja-JP" altLang="en-US" sz="1400">
                <a:solidFill>
                  <a:srgbClr val="2C3E50"/>
                </a:solidFill>
                <a:latin typeface="Meiryo"/>
                <a:ea typeface="Meiryo"/>
              </a:rPr>
              <a:t>：ばく露マージン</a:t>
            </a:r>
          </a:p>
        </p:txBody>
      </p:sp>
      <p:cxnSp>
        <p:nvCxnSpPr>
          <p:cNvPr id="66" name="直線矢印コネクタ 65">
            <a:extLst>
              <a:ext uri="{FF2B5EF4-FFF2-40B4-BE49-F238E27FC236}">
                <a16:creationId xmlns:a16="http://schemas.microsoft.com/office/drawing/2014/main" id="{1A598B40-FCD0-4D4F-BA0A-58DAB1F8ADE1}"/>
              </a:ext>
            </a:extLst>
          </p:cNvPr>
          <p:cNvCxnSpPr/>
          <p:nvPr/>
        </p:nvCxnSpPr>
        <p:spPr>
          <a:xfrm>
            <a:off x="6096000" y="1778000"/>
            <a:ext cx="0" cy="228600"/>
          </a:xfrm>
          <a:prstGeom prst="straightConnector1">
            <a:avLst/>
          </a:prstGeom>
          <a:ln w="28575" cap="flat" cmpd="sng" algn="ctr">
            <a:solidFill>
              <a:srgbClr val="5D6D7E"/>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48820F64-51B7-4332-B79F-3D530582F714}"/>
              </a:ext>
            </a:extLst>
          </p:cNvPr>
          <p:cNvCxnSpPr/>
          <p:nvPr/>
        </p:nvCxnSpPr>
        <p:spPr>
          <a:xfrm>
            <a:off x="2349500" y="2006600"/>
            <a:ext cx="7493000" cy="0"/>
          </a:xfrm>
          <a:prstGeom prst="straightConnector1">
            <a:avLst/>
          </a:prstGeom>
          <a:ln w="28575" cap="flat" cmpd="sng" algn="ctr">
            <a:solidFill>
              <a:srgbClr val="5D6D7E"/>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68" name="直線矢印コネクタ 67">
            <a:extLst>
              <a:ext uri="{FF2B5EF4-FFF2-40B4-BE49-F238E27FC236}">
                <a16:creationId xmlns:a16="http://schemas.microsoft.com/office/drawing/2014/main" id="{FCF4CC32-7181-473D-A4A2-BBF55E07F392}"/>
              </a:ext>
            </a:extLst>
          </p:cNvPr>
          <p:cNvCxnSpPr/>
          <p:nvPr/>
        </p:nvCxnSpPr>
        <p:spPr>
          <a:xfrm>
            <a:off x="2349500" y="2006600"/>
            <a:ext cx="0" cy="215900"/>
          </a:xfrm>
          <a:prstGeom prst="straightConnector1">
            <a:avLst/>
          </a:prstGeom>
          <a:ln w="28575" cap="flat" cmpd="sng" algn="ctr">
            <a:solidFill>
              <a:srgbClr val="5D6D7E"/>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69" name="直線矢印コネクタ 68">
            <a:extLst>
              <a:ext uri="{FF2B5EF4-FFF2-40B4-BE49-F238E27FC236}">
                <a16:creationId xmlns:a16="http://schemas.microsoft.com/office/drawing/2014/main" id="{04DCCE35-1927-4025-B289-6DC8F91F18CE}"/>
              </a:ext>
            </a:extLst>
          </p:cNvPr>
          <p:cNvCxnSpPr/>
          <p:nvPr/>
        </p:nvCxnSpPr>
        <p:spPr>
          <a:xfrm>
            <a:off x="6096000" y="2006600"/>
            <a:ext cx="0" cy="215900"/>
          </a:xfrm>
          <a:prstGeom prst="straightConnector1">
            <a:avLst/>
          </a:prstGeom>
          <a:ln w="28575" cap="flat" cmpd="sng" algn="ctr">
            <a:solidFill>
              <a:srgbClr val="5D6D7E"/>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1A630A49-8B91-46D5-BFB8-59FCFA369A95}"/>
              </a:ext>
            </a:extLst>
          </p:cNvPr>
          <p:cNvCxnSpPr/>
          <p:nvPr/>
        </p:nvCxnSpPr>
        <p:spPr>
          <a:xfrm>
            <a:off x="9842500" y="2006600"/>
            <a:ext cx="0" cy="215900"/>
          </a:xfrm>
          <a:prstGeom prst="straightConnector1">
            <a:avLst/>
          </a:prstGeom>
          <a:ln w="28575" cap="flat" cmpd="sng" algn="ctr">
            <a:solidFill>
              <a:srgbClr val="5D6D7E"/>
            </a:solidFill>
            <a:prstDash val="solid"/>
            <a:miter lim="800000"/>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07">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確認ポイント — Sec. D-1/D-2（リスク評価）</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Shape 2"/>
          <p:cNvSpPr/>
          <p:nvPr/>
        </p:nvSpPr>
        <p:spPr>
          <a:xfrm>
            <a:off x="411480" y="1188720"/>
            <a:ext cx="11365992" cy="1658112"/>
          </a:xfrm>
          <a:prstGeom prst="rect">
            <a:avLst/>
          </a:prstGeom>
          <a:solidFill>
            <a:srgbClr val="FFFFFF"/>
          </a:solidFill>
          <a:ln w="6350">
            <a:solidFill>
              <a:srgbClr val="D5DBDB"/>
            </a:solidFill>
            <a:prstDash val="solid"/>
          </a:ln>
        </p:spPr>
        <p:txBody>
          <a:bodyPr/>
          <a:lstStyle/>
          <a:p>
            <a:endParaRPr lang="ja-JP" altLang="en-US" sz="3600"/>
          </a:p>
        </p:txBody>
      </p:sp>
      <p:sp>
        <p:nvSpPr>
          <p:cNvPr id="5" name="Shape 3"/>
          <p:cNvSpPr/>
          <p:nvPr/>
        </p:nvSpPr>
        <p:spPr>
          <a:xfrm>
            <a:off x="411480" y="1188720"/>
            <a:ext cx="73152" cy="1658112"/>
          </a:xfrm>
          <a:prstGeom prst="rect">
            <a:avLst/>
          </a:prstGeom>
          <a:solidFill>
            <a:srgbClr val="2980B9"/>
          </a:solidFill>
          <a:ln/>
        </p:spPr>
        <p:txBody>
          <a:bodyPr/>
          <a:lstStyle/>
          <a:p>
            <a:endParaRPr lang="ja-JP" altLang="en-US" sz="3600"/>
          </a:p>
        </p:txBody>
      </p:sp>
      <p:sp>
        <p:nvSpPr>
          <p:cNvPr id="6" name="Text 4"/>
          <p:cNvSpPr/>
          <p:nvPr/>
        </p:nvSpPr>
        <p:spPr>
          <a:xfrm>
            <a:off x="594360" y="1261872"/>
            <a:ext cx="11000232" cy="365760"/>
          </a:xfrm>
          <a:prstGeom prst="rect">
            <a:avLst/>
          </a:prstGeom>
          <a:noFill/>
          <a:ln/>
        </p:spPr>
        <p:txBody>
          <a:bodyPr wrap="square" rtlCol="0" anchor="ctr"/>
          <a:lstStyle/>
          <a:p>
            <a:pPr marL="0" indent="0">
              <a:buNone/>
            </a:pPr>
            <a:r>
              <a:rPr lang="en-US" sz="2400" b="1" dirty="0">
                <a:solidFill>
                  <a:srgbClr val="1A5276"/>
                </a:solidFill>
                <a:latin typeface="Meiryo" pitchFamily="34" charset="0"/>
                <a:ea typeface="Meiryo" pitchFamily="34" charset="-122"/>
                <a:cs typeface="Meiryo" pitchFamily="34" charset="-120"/>
              </a:rPr>
              <a:t>Q1. NOAELは何の試験から求める？</a:t>
            </a:r>
            <a:endParaRPr lang="en-US" sz="2400" dirty="0"/>
          </a:p>
        </p:txBody>
      </p:sp>
      <p:sp>
        <p:nvSpPr>
          <p:cNvPr id="7" name="Text 5"/>
          <p:cNvSpPr/>
          <p:nvPr/>
        </p:nvSpPr>
        <p:spPr>
          <a:xfrm>
            <a:off x="594360" y="1645920"/>
            <a:ext cx="11000232" cy="1127760"/>
          </a:xfrm>
          <a:prstGeom prst="rect">
            <a:avLst/>
          </a:prstGeom>
          <a:noFill/>
          <a:ln/>
        </p:spPr>
        <p:txBody>
          <a:bodyPr wrap="square" rtlCol="0" anchor="t"/>
          <a:lstStyle/>
          <a:p>
            <a:pPr marL="0" indent="0" algn="l">
              <a:lnSpc>
                <a:spcPct val="130000"/>
              </a:lnSpc>
              <a:spcAft>
                <a:spcPts val="400"/>
              </a:spcAft>
              <a:buNone/>
            </a:pPr>
            <a:r>
              <a:rPr lang="en-US" sz="2400" b="1" dirty="0">
                <a:solidFill>
                  <a:srgbClr val="1A5276"/>
                </a:solidFill>
                <a:latin typeface="Meiryo" pitchFamily="34" charset="0"/>
                <a:ea typeface="Meiryo" pitchFamily="34" charset="-122"/>
                <a:cs typeface="Meiryo" pitchFamily="34" charset="-120"/>
              </a:rPr>
              <a:t>慢性毒性（反復投与）試験</a:t>
            </a:r>
            <a:r>
              <a:rPr lang="en-US" sz="2400" dirty="0">
                <a:solidFill>
                  <a:srgbClr val="2C3E50"/>
                </a:solidFill>
                <a:latin typeface="Meiryo" pitchFamily="34" charset="0"/>
                <a:ea typeface="Meiryo" pitchFamily="34" charset="-122"/>
                <a:cs typeface="Meiryo" pitchFamily="34" charset="-120"/>
              </a:rPr>
              <a:t>。急性毒性（LD₅₀）試験ではない。</a:t>
            </a:r>
            <a:endParaRPr lang="en-US" sz="2400" dirty="0"/>
          </a:p>
        </p:txBody>
      </p:sp>
      <p:sp>
        <p:nvSpPr>
          <p:cNvPr id="8" name="Shape 6"/>
          <p:cNvSpPr/>
          <p:nvPr/>
        </p:nvSpPr>
        <p:spPr>
          <a:xfrm>
            <a:off x="411480" y="2956560"/>
            <a:ext cx="11365992" cy="1658112"/>
          </a:xfrm>
          <a:prstGeom prst="rect">
            <a:avLst/>
          </a:prstGeom>
          <a:solidFill>
            <a:srgbClr val="FFFFFF"/>
          </a:solidFill>
          <a:ln w="6350">
            <a:solidFill>
              <a:srgbClr val="D5DBDB"/>
            </a:solidFill>
            <a:prstDash val="solid"/>
          </a:ln>
        </p:spPr>
        <p:txBody>
          <a:bodyPr/>
          <a:lstStyle/>
          <a:p>
            <a:endParaRPr lang="ja-JP" altLang="en-US" sz="3600"/>
          </a:p>
        </p:txBody>
      </p:sp>
      <p:sp>
        <p:nvSpPr>
          <p:cNvPr id="9" name="Shape 7"/>
          <p:cNvSpPr/>
          <p:nvPr/>
        </p:nvSpPr>
        <p:spPr>
          <a:xfrm>
            <a:off x="411480" y="2956560"/>
            <a:ext cx="73152" cy="1658112"/>
          </a:xfrm>
          <a:prstGeom prst="rect">
            <a:avLst/>
          </a:prstGeom>
          <a:solidFill>
            <a:srgbClr val="2980B9"/>
          </a:solidFill>
          <a:ln/>
        </p:spPr>
        <p:txBody>
          <a:bodyPr/>
          <a:lstStyle/>
          <a:p>
            <a:endParaRPr lang="ja-JP" altLang="en-US" sz="3600"/>
          </a:p>
        </p:txBody>
      </p:sp>
      <p:sp>
        <p:nvSpPr>
          <p:cNvPr id="10" name="Text 8"/>
          <p:cNvSpPr/>
          <p:nvPr/>
        </p:nvSpPr>
        <p:spPr>
          <a:xfrm>
            <a:off x="594360" y="3029712"/>
            <a:ext cx="11000232" cy="365760"/>
          </a:xfrm>
          <a:prstGeom prst="rect">
            <a:avLst/>
          </a:prstGeom>
          <a:noFill/>
          <a:ln/>
        </p:spPr>
        <p:txBody>
          <a:bodyPr wrap="square" rtlCol="0" anchor="ctr"/>
          <a:lstStyle/>
          <a:p>
            <a:pPr marL="0" indent="0">
              <a:buNone/>
            </a:pPr>
            <a:r>
              <a:rPr lang="en-US" sz="2400" b="1" dirty="0">
                <a:solidFill>
                  <a:srgbClr val="1A5276"/>
                </a:solidFill>
                <a:latin typeface="Meiryo" pitchFamily="34" charset="0"/>
                <a:ea typeface="Meiryo" pitchFamily="34" charset="-122"/>
                <a:cs typeface="Meiryo" pitchFamily="34" charset="-120"/>
              </a:rPr>
              <a:t>Q2. ADIとTDIの使い分けは？</a:t>
            </a:r>
            <a:endParaRPr lang="en-US" sz="2400" dirty="0"/>
          </a:p>
        </p:txBody>
      </p:sp>
      <p:sp>
        <p:nvSpPr>
          <p:cNvPr id="11" name="Text 9"/>
          <p:cNvSpPr/>
          <p:nvPr/>
        </p:nvSpPr>
        <p:spPr>
          <a:xfrm>
            <a:off x="594360" y="3413760"/>
            <a:ext cx="11000232" cy="1127760"/>
          </a:xfrm>
          <a:prstGeom prst="rect">
            <a:avLst/>
          </a:prstGeom>
          <a:noFill/>
          <a:ln/>
        </p:spPr>
        <p:txBody>
          <a:bodyPr wrap="square" rtlCol="0" anchor="t"/>
          <a:lstStyle/>
          <a:p>
            <a:pPr marL="0" indent="0" algn="l">
              <a:lnSpc>
                <a:spcPct val="130000"/>
              </a:lnSpc>
              <a:spcAft>
                <a:spcPts val="400"/>
              </a:spcAft>
              <a:buNone/>
            </a:pPr>
            <a:r>
              <a:rPr lang="en-US" sz="2400" dirty="0">
                <a:solidFill>
                  <a:srgbClr val="2C3E50"/>
                </a:solidFill>
                <a:latin typeface="Meiryo" pitchFamily="34" charset="0"/>
                <a:ea typeface="Meiryo" pitchFamily="34" charset="-122"/>
                <a:cs typeface="Meiryo" pitchFamily="34" charset="-120"/>
              </a:rPr>
              <a:t>ADI = 意図的使用物質（農薬・食品添加物）／TDI = 非意図的汚染物質（ダイオキシン・水銀）。どちらも計算は NOAEL ÷ 100。</a:t>
            </a:r>
            <a:endParaRPr lang="en-US" sz="2400" dirty="0"/>
          </a:p>
        </p:txBody>
      </p:sp>
      <p:sp>
        <p:nvSpPr>
          <p:cNvPr id="12" name="Shape 10"/>
          <p:cNvSpPr/>
          <p:nvPr/>
        </p:nvSpPr>
        <p:spPr>
          <a:xfrm>
            <a:off x="411480" y="4724400"/>
            <a:ext cx="11365992" cy="1658112"/>
          </a:xfrm>
          <a:prstGeom prst="rect">
            <a:avLst/>
          </a:prstGeom>
          <a:solidFill>
            <a:srgbClr val="FFFFFF"/>
          </a:solidFill>
          <a:ln w="6350">
            <a:solidFill>
              <a:srgbClr val="D5DBDB"/>
            </a:solidFill>
            <a:prstDash val="solid"/>
          </a:ln>
        </p:spPr>
        <p:txBody>
          <a:bodyPr/>
          <a:lstStyle/>
          <a:p>
            <a:endParaRPr lang="ja-JP" altLang="en-US" sz="3600"/>
          </a:p>
        </p:txBody>
      </p:sp>
      <p:sp>
        <p:nvSpPr>
          <p:cNvPr id="13" name="Shape 11"/>
          <p:cNvSpPr/>
          <p:nvPr/>
        </p:nvSpPr>
        <p:spPr>
          <a:xfrm>
            <a:off x="411480" y="4724400"/>
            <a:ext cx="73152" cy="1658112"/>
          </a:xfrm>
          <a:prstGeom prst="rect">
            <a:avLst/>
          </a:prstGeom>
          <a:solidFill>
            <a:srgbClr val="2980B9"/>
          </a:solidFill>
          <a:ln/>
        </p:spPr>
        <p:txBody>
          <a:bodyPr/>
          <a:lstStyle/>
          <a:p>
            <a:endParaRPr lang="ja-JP" altLang="en-US" sz="3600"/>
          </a:p>
        </p:txBody>
      </p:sp>
      <p:sp>
        <p:nvSpPr>
          <p:cNvPr id="14" name="Text 12"/>
          <p:cNvSpPr/>
          <p:nvPr/>
        </p:nvSpPr>
        <p:spPr>
          <a:xfrm>
            <a:off x="594360" y="4797552"/>
            <a:ext cx="11000232" cy="365760"/>
          </a:xfrm>
          <a:prstGeom prst="rect">
            <a:avLst/>
          </a:prstGeom>
          <a:noFill/>
          <a:ln/>
        </p:spPr>
        <p:txBody>
          <a:bodyPr wrap="square" rtlCol="0" anchor="ctr"/>
          <a:lstStyle/>
          <a:p>
            <a:pPr marL="0" indent="0">
              <a:buNone/>
            </a:pPr>
            <a:r>
              <a:rPr lang="en-US" sz="2400" b="1" dirty="0">
                <a:solidFill>
                  <a:srgbClr val="1A5276"/>
                </a:solidFill>
                <a:latin typeface="Meiryo" pitchFamily="34" charset="0"/>
                <a:ea typeface="Meiryo" pitchFamily="34" charset="-122"/>
                <a:cs typeface="Meiryo" pitchFamily="34" charset="-120"/>
              </a:rPr>
              <a:t>Q3. VSDが必要となる物質の特徴は？</a:t>
            </a:r>
            <a:endParaRPr lang="en-US" sz="2400" dirty="0"/>
          </a:p>
        </p:txBody>
      </p:sp>
      <p:sp>
        <p:nvSpPr>
          <p:cNvPr id="15" name="Text 13"/>
          <p:cNvSpPr/>
          <p:nvPr/>
        </p:nvSpPr>
        <p:spPr>
          <a:xfrm>
            <a:off x="594360" y="5181600"/>
            <a:ext cx="11000232" cy="1127760"/>
          </a:xfrm>
          <a:prstGeom prst="rect">
            <a:avLst/>
          </a:prstGeom>
          <a:noFill/>
          <a:ln/>
        </p:spPr>
        <p:txBody>
          <a:bodyPr wrap="square" rtlCol="0" anchor="t"/>
          <a:lstStyle/>
          <a:p>
            <a:pPr marL="0" indent="0" algn="l">
              <a:lnSpc>
                <a:spcPct val="130000"/>
              </a:lnSpc>
              <a:spcAft>
                <a:spcPts val="400"/>
              </a:spcAft>
              <a:buNone/>
            </a:pPr>
            <a:r>
              <a:rPr lang="en-US" sz="2400" b="1" dirty="0">
                <a:solidFill>
                  <a:srgbClr val="1A5276"/>
                </a:solidFill>
                <a:latin typeface="Meiryo" pitchFamily="34" charset="0"/>
                <a:ea typeface="Meiryo" pitchFamily="34" charset="-122"/>
                <a:cs typeface="Meiryo" pitchFamily="34" charset="-120"/>
              </a:rPr>
              <a:t>遺伝毒性発がん物質</a:t>
            </a:r>
            <a:r>
              <a:rPr lang="en-US" sz="2400" dirty="0">
                <a:solidFill>
                  <a:srgbClr val="2C3E50"/>
                </a:solidFill>
                <a:latin typeface="Meiryo" pitchFamily="34" charset="0"/>
                <a:ea typeface="Meiryo" pitchFamily="34" charset="-122"/>
                <a:cs typeface="Meiryo" pitchFamily="34" charset="-120"/>
              </a:rPr>
              <a:t>。閾値なし → ADIで評価できないため、10⁻⁵〜10⁻⁶リスクとなる用量を低用量外挿で求める。</a:t>
            </a:r>
            <a:endParaRPr lang="en-US" sz="24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D-3. リスクコミュニケーションとは</a:t>
            </a:r>
            <a:endParaRPr lang="en-US" sz="2600" dirty="0"/>
          </a:p>
        </p:txBody>
      </p:sp>
      <p:sp>
        <p:nvSpPr>
          <p:cNvPr id="3" name="Text 1"/>
          <p:cNvSpPr/>
          <p:nvPr/>
        </p:nvSpPr>
        <p:spPr>
          <a:xfrm>
            <a:off x="9034272" y="438912"/>
            <a:ext cx="2743200" cy="365760"/>
          </a:xfrm>
          <a:prstGeom prst="rect">
            <a:avLst/>
          </a:prstGeom>
          <a:noFill/>
          <a:ln/>
        </p:spPr>
        <p:txBody>
          <a:bodyPr wrap="square" rtlCol="0" anchor="ctr"/>
          <a:lstStyle/>
          <a:p>
            <a:pPr marL="0" indent="0" algn="r">
              <a:buNone/>
            </a:pPr>
            <a:r>
              <a:rPr lang="en-US" sz="1100" dirty="0">
                <a:solidFill>
                  <a:srgbClr val="85929E"/>
                </a:solidFill>
                <a:latin typeface="Consolas" pitchFamily="34" charset="0"/>
                <a:ea typeface="Consolas" pitchFamily="34" charset="-122"/>
                <a:cs typeface="Consolas" pitchFamily="34" charset="-120"/>
              </a:rPr>
              <a:t>SBO: E-3-2(6), E-3-1(7), E-1-1(7)</a:t>
            </a:r>
            <a:endParaRPr lang="en-US" sz="1100" dirty="0"/>
          </a:p>
        </p:txBody>
      </p:sp>
      <p:sp>
        <p:nvSpPr>
          <p:cNvPr id="4" name="Shape 2"/>
          <p:cNvSpPr/>
          <p:nvPr/>
        </p:nvSpPr>
        <p:spPr>
          <a:xfrm>
            <a:off x="411480" y="950976"/>
            <a:ext cx="11365992" cy="22860"/>
          </a:xfrm>
          <a:prstGeom prst="rect">
            <a:avLst/>
          </a:prstGeom>
          <a:solidFill>
            <a:srgbClr val="2980B9"/>
          </a:solidFill>
          <a:ln/>
        </p:spPr>
        <p:txBody>
          <a:bodyPr/>
          <a:lstStyle/>
          <a:p>
            <a:endParaRPr lang="ja-JP" altLang="en-US"/>
          </a:p>
        </p:txBody>
      </p:sp>
      <p:sp>
        <p:nvSpPr>
          <p:cNvPr id="5" name="Text 3"/>
          <p:cNvSpPr/>
          <p:nvPr/>
        </p:nvSpPr>
        <p:spPr>
          <a:xfrm>
            <a:off x="411480" y="1097280"/>
            <a:ext cx="11365992" cy="457200"/>
          </a:xfrm>
          <a:prstGeom prst="rect">
            <a:avLst/>
          </a:prstGeom>
          <a:noFill/>
          <a:ln/>
        </p:spPr>
        <p:txBody>
          <a:bodyPr wrap="square" rtlCol="0" anchor="t"/>
          <a:lstStyle/>
          <a:p>
            <a:pPr marL="0" indent="0" algn="l">
              <a:lnSpc>
                <a:spcPct val="130000"/>
              </a:lnSpc>
              <a:spcAft>
                <a:spcPts val="400"/>
              </a:spcAft>
              <a:buNone/>
            </a:pPr>
            <a:r>
              <a:rPr lang="en-US" sz="1400" dirty="0">
                <a:solidFill>
                  <a:srgbClr val="2C3E50"/>
                </a:solidFill>
                <a:latin typeface="Meiryo" pitchFamily="34" charset="0"/>
                <a:ea typeface="Meiryo" pitchFamily="34" charset="-122"/>
                <a:cs typeface="Meiryo" pitchFamily="34" charset="-120"/>
              </a:rPr>
              <a:t>行政・市民・事業者 の三者間で行う、リスクに関する</a:t>
            </a:r>
            <a:r>
              <a:rPr lang="en-US" sz="1400" b="1" dirty="0">
                <a:solidFill>
                  <a:srgbClr val="C0392B"/>
                </a:solidFill>
                <a:latin typeface="Meiryo" pitchFamily="34" charset="0"/>
                <a:ea typeface="Meiryo" pitchFamily="34" charset="-122"/>
                <a:cs typeface="Meiryo" pitchFamily="34" charset="-120"/>
              </a:rPr>
              <a:t>双方向の情報・意見交換</a:t>
            </a:r>
            <a:endParaRPr lang="en-US" sz="1400" dirty="0"/>
          </a:p>
        </p:txBody>
      </p:sp>
      <p:sp>
        <p:nvSpPr>
          <p:cNvPr id="6" name="Shape 4"/>
          <p:cNvSpPr/>
          <p:nvPr/>
        </p:nvSpPr>
        <p:spPr>
          <a:xfrm>
            <a:off x="411480" y="1737360"/>
            <a:ext cx="5545836" cy="2286000"/>
          </a:xfrm>
          <a:prstGeom prst="rect">
            <a:avLst/>
          </a:prstGeom>
          <a:solidFill>
            <a:srgbClr val="EAF2F8"/>
          </a:solidFill>
          <a:ln/>
        </p:spPr>
        <p:txBody>
          <a:bodyPr/>
          <a:lstStyle/>
          <a:p>
            <a:endParaRPr lang="ja-JP" altLang="en-US" sz="3200"/>
          </a:p>
        </p:txBody>
      </p:sp>
      <p:sp>
        <p:nvSpPr>
          <p:cNvPr id="7" name="Shape 5"/>
          <p:cNvSpPr/>
          <p:nvPr/>
        </p:nvSpPr>
        <p:spPr>
          <a:xfrm>
            <a:off x="411480" y="1737360"/>
            <a:ext cx="64008" cy="2286000"/>
          </a:xfrm>
          <a:prstGeom prst="rect">
            <a:avLst/>
          </a:prstGeom>
          <a:solidFill>
            <a:srgbClr val="2980B9"/>
          </a:solidFill>
          <a:ln/>
        </p:spPr>
        <p:txBody>
          <a:bodyPr/>
          <a:lstStyle/>
          <a:p>
            <a:endParaRPr lang="ja-JP" altLang="en-US" sz="3200"/>
          </a:p>
        </p:txBody>
      </p:sp>
      <p:sp>
        <p:nvSpPr>
          <p:cNvPr id="8" name="Text 6"/>
          <p:cNvSpPr/>
          <p:nvPr/>
        </p:nvSpPr>
        <p:spPr>
          <a:xfrm>
            <a:off x="576072" y="1792224"/>
            <a:ext cx="5271516" cy="292608"/>
          </a:xfrm>
          <a:prstGeom prst="rect">
            <a:avLst/>
          </a:prstGeom>
          <a:noFill/>
          <a:ln/>
        </p:spPr>
        <p:txBody>
          <a:bodyPr wrap="square" rtlCol="0" anchor="ctr"/>
          <a:lstStyle/>
          <a:p>
            <a:pPr marL="0" indent="0">
              <a:buNone/>
            </a:pPr>
            <a:r>
              <a:rPr lang="en-US" b="1" dirty="0">
                <a:solidFill>
                  <a:srgbClr val="2980B9"/>
                </a:solidFill>
                <a:latin typeface="Meiryo" pitchFamily="34" charset="0"/>
                <a:ea typeface="Meiryo" pitchFamily="34" charset="-122"/>
                <a:cs typeface="Meiryo" pitchFamily="34" charset="-120"/>
              </a:rPr>
              <a:t>単なる「情報提供」ではない</a:t>
            </a:r>
            <a:endParaRPr lang="en-US" dirty="0"/>
          </a:p>
        </p:txBody>
      </p:sp>
      <p:sp>
        <p:nvSpPr>
          <p:cNvPr id="9" name="Text 7"/>
          <p:cNvSpPr/>
          <p:nvPr/>
        </p:nvSpPr>
        <p:spPr>
          <a:xfrm>
            <a:off x="576072" y="2075688"/>
            <a:ext cx="5271516" cy="190195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・市民の疑問・不安を聴く</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・科学的データを噛み砕いて伝える</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・意思決定プロセスに参加してもらう</a:t>
            </a:r>
            <a:endParaRPr lang="en-US" sz="2000" dirty="0"/>
          </a:p>
        </p:txBody>
      </p:sp>
      <p:sp>
        <p:nvSpPr>
          <p:cNvPr id="10" name="Shape 8"/>
          <p:cNvSpPr/>
          <p:nvPr/>
        </p:nvSpPr>
        <p:spPr>
          <a:xfrm>
            <a:off x="6231636" y="1737360"/>
            <a:ext cx="5545836" cy="2286000"/>
          </a:xfrm>
          <a:prstGeom prst="rect">
            <a:avLst/>
          </a:prstGeom>
          <a:solidFill>
            <a:srgbClr val="F8F9FA"/>
          </a:solidFill>
          <a:ln/>
        </p:spPr>
        <p:txBody>
          <a:bodyPr/>
          <a:lstStyle/>
          <a:p>
            <a:endParaRPr lang="ja-JP" altLang="en-US" sz="3200"/>
          </a:p>
        </p:txBody>
      </p:sp>
      <p:sp>
        <p:nvSpPr>
          <p:cNvPr id="11" name="Shape 9"/>
          <p:cNvSpPr/>
          <p:nvPr/>
        </p:nvSpPr>
        <p:spPr>
          <a:xfrm>
            <a:off x="6231636" y="1737360"/>
            <a:ext cx="64008" cy="2286000"/>
          </a:xfrm>
          <a:prstGeom prst="rect">
            <a:avLst/>
          </a:prstGeom>
          <a:solidFill>
            <a:srgbClr val="BDC3C7"/>
          </a:solidFill>
          <a:ln/>
        </p:spPr>
        <p:txBody>
          <a:bodyPr/>
          <a:lstStyle/>
          <a:p>
            <a:endParaRPr lang="ja-JP" altLang="en-US" sz="3200"/>
          </a:p>
        </p:txBody>
      </p:sp>
      <p:sp>
        <p:nvSpPr>
          <p:cNvPr id="12" name="Text 10"/>
          <p:cNvSpPr/>
          <p:nvPr/>
        </p:nvSpPr>
        <p:spPr>
          <a:xfrm>
            <a:off x="6396228" y="1792224"/>
            <a:ext cx="5271516" cy="292608"/>
          </a:xfrm>
          <a:prstGeom prst="rect">
            <a:avLst/>
          </a:prstGeom>
          <a:noFill/>
          <a:ln/>
        </p:spPr>
        <p:txBody>
          <a:bodyPr wrap="square" rtlCol="0" anchor="ctr"/>
          <a:lstStyle/>
          <a:p>
            <a:pPr marL="0" indent="0">
              <a:buNone/>
            </a:pPr>
            <a:r>
              <a:rPr lang="en-US" b="1" dirty="0">
                <a:solidFill>
                  <a:srgbClr val="BDC3C7"/>
                </a:solidFill>
                <a:latin typeface="Meiryo" pitchFamily="34" charset="0"/>
                <a:ea typeface="Meiryo" pitchFamily="34" charset="-122"/>
                <a:cs typeface="Meiryo" pitchFamily="34" charset="-120"/>
              </a:rPr>
              <a:t>新コアカリでの位置づけ</a:t>
            </a:r>
            <a:endParaRPr lang="en-US" dirty="0"/>
          </a:p>
        </p:txBody>
      </p:sp>
      <p:sp>
        <p:nvSpPr>
          <p:cNvPr id="13" name="Text 11"/>
          <p:cNvSpPr/>
          <p:nvPr/>
        </p:nvSpPr>
        <p:spPr>
          <a:xfrm>
            <a:off x="6396228" y="2075688"/>
            <a:ext cx="5271516" cy="190195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E-3-2(6)・E-3-1(7)・E-1-1(7) で「リスクコミュニケーション」が明記。評価の重点項目</a:t>
            </a:r>
            <a:r>
              <a:rPr lang="en-US" sz="2000" b="1" dirty="0">
                <a:solidFill>
                  <a:srgbClr val="1A5276"/>
                </a:solidFill>
                <a:latin typeface="Meiryo" pitchFamily="34" charset="0"/>
                <a:ea typeface="Meiryo" pitchFamily="34" charset="-122"/>
                <a:cs typeface="Meiryo" pitchFamily="34" charset="-120"/>
              </a:rPr>
              <a:t>「7」</a:t>
            </a:r>
            <a:r>
              <a:rPr lang="en-US" sz="2000" dirty="0">
                <a:solidFill>
                  <a:srgbClr val="2C3E50"/>
                </a:solidFill>
                <a:latin typeface="Meiryo" pitchFamily="34" charset="0"/>
                <a:ea typeface="Meiryo" pitchFamily="34" charset="-122"/>
                <a:cs typeface="Meiryo" pitchFamily="34" charset="-120"/>
              </a:rPr>
              <a:t>に含まれる。</a:t>
            </a:r>
            <a:endParaRPr lang="en-US" sz="20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D-3. PRTR制度 — リスクコミュニケーションの基盤</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Text 2"/>
          <p:cNvSpPr/>
          <p:nvPr/>
        </p:nvSpPr>
        <p:spPr>
          <a:xfrm>
            <a:off x="411480" y="1097280"/>
            <a:ext cx="11365992" cy="457200"/>
          </a:xfrm>
          <a:prstGeom prst="rect">
            <a:avLst/>
          </a:prstGeom>
          <a:noFill/>
          <a:ln/>
        </p:spPr>
        <p:txBody>
          <a:bodyPr wrap="square" rtlCol="0" anchor="t"/>
          <a:lstStyle/>
          <a:p>
            <a:pPr marL="0" indent="0" algn="l">
              <a:lnSpc>
                <a:spcPct val="130000"/>
              </a:lnSpc>
              <a:spcAft>
                <a:spcPts val="400"/>
              </a:spcAft>
              <a:buNone/>
            </a:pPr>
            <a:r>
              <a:rPr lang="en-US" sz="2000" b="1" dirty="0">
                <a:solidFill>
                  <a:srgbClr val="1A5276"/>
                </a:solidFill>
                <a:latin typeface="Meiryo" pitchFamily="34" charset="0"/>
                <a:ea typeface="Meiryo" pitchFamily="34" charset="-122"/>
                <a:cs typeface="Meiryo" pitchFamily="34" charset="-120"/>
              </a:rPr>
              <a:t>PRTR (Pollutant Release and Transfer Register)</a:t>
            </a:r>
            <a:r>
              <a:rPr lang="en-US" sz="2000" dirty="0">
                <a:solidFill>
                  <a:srgbClr val="2C3E50"/>
                </a:solidFill>
                <a:latin typeface="Meiryo" pitchFamily="34" charset="0"/>
                <a:ea typeface="Meiryo" pitchFamily="34" charset="-122"/>
                <a:cs typeface="Meiryo" pitchFamily="34" charset="-120"/>
              </a:rPr>
              <a:t> = 化学物質排出移動量届出制度</a:t>
            </a:r>
            <a:endParaRPr lang="en-US" sz="2000" dirty="0"/>
          </a:p>
        </p:txBody>
      </p:sp>
      <p:sp>
        <p:nvSpPr>
          <p:cNvPr id="5" name="Text 3"/>
          <p:cNvSpPr/>
          <p:nvPr/>
        </p:nvSpPr>
        <p:spPr>
          <a:xfrm>
            <a:off x="411480" y="1737360"/>
            <a:ext cx="5545836" cy="2286000"/>
          </a:xfrm>
          <a:prstGeom prst="rect">
            <a:avLst/>
          </a:prstGeom>
          <a:noFill/>
          <a:ln/>
        </p:spPr>
        <p:txBody>
          <a:bodyPr wrap="square" rtlCol="0" anchor="t"/>
          <a:lstStyle/>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事業者が、対象化学物質の</a:t>
            </a:r>
            <a:r>
              <a:rPr lang="en-US" sz="2000" b="1" dirty="0">
                <a:solidFill>
                  <a:srgbClr val="1A5276"/>
                </a:solidFill>
                <a:latin typeface="Meiryo" pitchFamily="34" charset="0"/>
                <a:ea typeface="Meiryo" pitchFamily="34" charset="-122"/>
                <a:cs typeface="Meiryo" pitchFamily="34" charset="-120"/>
              </a:rPr>
              <a:t>環境への排出量</a:t>
            </a:r>
            <a:r>
              <a:rPr lang="en-US" sz="2000" dirty="0">
                <a:solidFill>
                  <a:srgbClr val="2C3E50"/>
                </a:solidFill>
                <a:latin typeface="Meiryo" pitchFamily="34" charset="0"/>
                <a:ea typeface="Meiryo" pitchFamily="34" charset="-122"/>
                <a:cs typeface="Meiryo" pitchFamily="34" charset="-120"/>
              </a:rPr>
              <a:t>・</a:t>
            </a:r>
            <a:r>
              <a:rPr lang="en-US" sz="2000" b="1" dirty="0">
                <a:solidFill>
                  <a:srgbClr val="1A5276"/>
                </a:solidFill>
                <a:latin typeface="Meiryo" pitchFamily="34" charset="0"/>
                <a:ea typeface="Meiryo" pitchFamily="34" charset="-122"/>
                <a:cs typeface="Meiryo" pitchFamily="34" charset="-120"/>
              </a:rPr>
              <a:t>廃棄物としての移動量</a:t>
            </a:r>
            <a:r>
              <a:rPr lang="en-US" sz="2000" dirty="0">
                <a:solidFill>
                  <a:srgbClr val="2C3E50"/>
                </a:solidFill>
                <a:latin typeface="Meiryo" pitchFamily="34" charset="0"/>
                <a:ea typeface="Meiryo" pitchFamily="34" charset="-122"/>
                <a:cs typeface="Meiryo" pitchFamily="34" charset="-120"/>
              </a:rPr>
              <a:t>を国に届出</a:t>
            </a:r>
            <a:endParaRPr lang="en-US" sz="2000" dirty="0"/>
          </a:p>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国が集計・公表</a:t>
            </a:r>
            <a:endParaRPr lang="en-US" sz="2000" dirty="0"/>
          </a:p>
          <a:p>
            <a:pPr marL="0" indent="0" algn="l">
              <a:lnSpc>
                <a:spcPct val="135000"/>
              </a:lnSpc>
              <a:spcAft>
                <a:spcPts val="600"/>
              </a:spcAft>
              <a:buNone/>
            </a:pPr>
            <a:r>
              <a:rPr lang="en-US" sz="2000" dirty="0">
                <a:solidFill>
                  <a:srgbClr val="2C3E50"/>
                </a:solidFill>
                <a:latin typeface="Meiryo" pitchFamily="34" charset="0"/>
                <a:ea typeface="Meiryo" pitchFamily="34" charset="-122"/>
                <a:cs typeface="Meiryo" pitchFamily="34" charset="-120"/>
              </a:rPr>
              <a:t>▸ 市民は自分の住む地域の化学物質排出を知ることができる</a:t>
            </a:r>
            <a:endParaRPr lang="en-US" sz="2000" dirty="0"/>
          </a:p>
        </p:txBody>
      </p:sp>
      <p:sp>
        <p:nvSpPr>
          <p:cNvPr id="6" name="Shape 4"/>
          <p:cNvSpPr/>
          <p:nvPr/>
        </p:nvSpPr>
        <p:spPr>
          <a:xfrm>
            <a:off x="6231636" y="1737360"/>
            <a:ext cx="5545836" cy="2286000"/>
          </a:xfrm>
          <a:prstGeom prst="rect">
            <a:avLst/>
          </a:prstGeom>
          <a:solidFill>
            <a:srgbClr val="EAF2F8"/>
          </a:solidFill>
          <a:ln/>
        </p:spPr>
        <p:txBody>
          <a:bodyPr/>
          <a:lstStyle/>
          <a:p>
            <a:endParaRPr lang="ja-JP" altLang="en-US" sz="3200"/>
          </a:p>
        </p:txBody>
      </p:sp>
      <p:sp>
        <p:nvSpPr>
          <p:cNvPr id="7" name="Shape 5"/>
          <p:cNvSpPr/>
          <p:nvPr/>
        </p:nvSpPr>
        <p:spPr>
          <a:xfrm>
            <a:off x="6231636" y="1737360"/>
            <a:ext cx="64008" cy="2286000"/>
          </a:xfrm>
          <a:prstGeom prst="rect">
            <a:avLst/>
          </a:prstGeom>
          <a:solidFill>
            <a:srgbClr val="2980B9"/>
          </a:solidFill>
          <a:ln/>
        </p:spPr>
        <p:txBody>
          <a:bodyPr/>
          <a:lstStyle/>
          <a:p>
            <a:endParaRPr lang="ja-JP" altLang="en-US" sz="3200"/>
          </a:p>
        </p:txBody>
      </p:sp>
      <p:sp>
        <p:nvSpPr>
          <p:cNvPr id="8" name="Text 6"/>
          <p:cNvSpPr/>
          <p:nvPr/>
        </p:nvSpPr>
        <p:spPr>
          <a:xfrm>
            <a:off x="6396228" y="1792224"/>
            <a:ext cx="5271516" cy="292608"/>
          </a:xfrm>
          <a:prstGeom prst="rect">
            <a:avLst/>
          </a:prstGeom>
          <a:noFill/>
          <a:ln/>
        </p:spPr>
        <p:txBody>
          <a:bodyPr wrap="square" rtlCol="0" anchor="ctr"/>
          <a:lstStyle/>
          <a:p>
            <a:pPr marL="0" indent="0">
              <a:buNone/>
            </a:pPr>
            <a:r>
              <a:rPr lang="en-US" b="1" dirty="0">
                <a:solidFill>
                  <a:srgbClr val="2980B9"/>
                </a:solidFill>
                <a:latin typeface="Meiryo" pitchFamily="34" charset="0"/>
                <a:ea typeface="Meiryo" pitchFamily="34" charset="-122"/>
                <a:cs typeface="Meiryo" pitchFamily="34" charset="-120"/>
              </a:rPr>
              <a:t>化管法（1999）の柱</a:t>
            </a:r>
            <a:endParaRPr lang="en-US" dirty="0"/>
          </a:p>
        </p:txBody>
      </p:sp>
      <p:sp>
        <p:nvSpPr>
          <p:cNvPr id="9" name="Text 7"/>
          <p:cNvSpPr/>
          <p:nvPr/>
        </p:nvSpPr>
        <p:spPr>
          <a:xfrm>
            <a:off x="6396228" y="2075688"/>
            <a:ext cx="5271516" cy="190195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① PRTR制度</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② SDS（安全データシート）の提供義務</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この2つでリスク情報の流通を確保</a:t>
            </a:r>
            <a:endParaRPr lang="en-US" sz="2000" dirty="0"/>
          </a:p>
        </p:txBody>
      </p:sp>
      <p:sp>
        <p:nvSpPr>
          <p:cNvPr id="10" name="Shape 8"/>
          <p:cNvSpPr/>
          <p:nvPr/>
        </p:nvSpPr>
        <p:spPr>
          <a:xfrm>
            <a:off x="411480" y="4206240"/>
            <a:ext cx="11365992" cy="1280160"/>
          </a:xfrm>
          <a:prstGeom prst="rect">
            <a:avLst/>
          </a:prstGeom>
          <a:solidFill>
            <a:srgbClr val="FDEDEC"/>
          </a:solidFill>
          <a:ln/>
        </p:spPr>
        <p:txBody>
          <a:bodyPr/>
          <a:lstStyle/>
          <a:p>
            <a:endParaRPr lang="ja-JP" altLang="en-US" sz="3200"/>
          </a:p>
        </p:txBody>
      </p:sp>
      <p:sp>
        <p:nvSpPr>
          <p:cNvPr id="11" name="Shape 9"/>
          <p:cNvSpPr/>
          <p:nvPr/>
        </p:nvSpPr>
        <p:spPr>
          <a:xfrm>
            <a:off x="411480" y="4206240"/>
            <a:ext cx="64008" cy="1280160"/>
          </a:xfrm>
          <a:prstGeom prst="rect">
            <a:avLst/>
          </a:prstGeom>
          <a:solidFill>
            <a:srgbClr val="C0392B"/>
          </a:solidFill>
          <a:ln/>
        </p:spPr>
        <p:txBody>
          <a:bodyPr/>
          <a:lstStyle/>
          <a:p>
            <a:endParaRPr lang="ja-JP" altLang="en-US" sz="3200"/>
          </a:p>
        </p:txBody>
      </p:sp>
      <p:sp>
        <p:nvSpPr>
          <p:cNvPr id="12" name="Text 10"/>
          <p:cNvSpPr/>
          <p:nvPr/>
        </p:nvSpPr>
        <p:spPr>
          <a:xfrm>
            <a:off x="576072" y="4261104"/>
            <a:ext cx="11091672" cy="292608"/>
          </a:xfrm>
          <a:prstGeom prst="rect">
            <a:avLst/>
          </a:prstGeom>
          <a:noFill/>
          <a:ln/>
        </p:spPr>
        <p:txBody>
          <a:bodyPr wrap="square" rtlCol="0" anchor="ctr"/>
          <a:lstStyle/>
          <a:p>
            <a:pPr marL="0" indent="0">
              <a:buNone/>
            </a:pPr>
            <a:r>
              <a:rPr lang="en-US" b="1" dirty="0">
                <a:solidFill>
                  <a:srgbClr val="C0392B"/>
                </a:solidFill>
                <a:latin typeface="Meiryo" pitchFamily="34" charset="0"/>
                <a:ea typeface="Meiryo" pitchFamily="34" charset="-122"/>
                <a:cs typeface="Meiryo" pitchFamily="34" charset="-120"/>
              </a:rPr>
              <a:t>薬剤師としての関わり</a:t>
            </a:r>
            <a:endParaRPr lang="en-US" dirty="0"/>
          </a:p>
        </p:txBody>
      </p:sp>
      <p:sp>
        <p:nvSpPr>
          <p:cNvPr id="13" name="Text 11"/>
          <p:cNvSpPr/>
          <p:nvPr/>
        </p:nvSpPr>
        <p:spPr>
          <a:xfrm>
            <a:off x="576072" y="4544568"/>
            <a:ext cx="11091672" cy="89611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地域の排出データを知ることは、住民の不安に応える際の</a:t>
            </a:r>
            <a:r>
              <a:rPr lang="en-US" sz="2000" b="1" dirty="0">
                <a:solidFill>
                  <a:srgbClr val="1A5276"/>
                </a:solidFill>
                <a:latin typeface="Meiryo" pitchFamily="34" charset="0"/>
                <a:ea typeface="Meiryo" pitchFamily="34" charset="-122"/>
                <a:cs typeface="Meiryo" pitchFamily="34" charset="-120"/>
              </a:rPr>
              <a:t>科学的根拠</a:t>
            </a:r>
            <a:r>
              <a:rPr lang="en-US" sz="2000" dirty="0">
                <a:solidFill>
                  <a:srgbClr val="2C3E50"/>
                </a:solidFill>
                <a:latin typeface="Meiryo" pitchFamily="34" charset="0"/>
                <a:ea typeface="Meiryo" pitchFamily="34" charset="-122"/>
                <a:cs typeface="Meiryo" pitchFamily="34" charset="-120"/>
              </a:rPr>
              <a:t>になる。</a:t>
            </a:r>
            <a:endParaRPr lang="en-US" sz="20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20040"/>
            <a:ext cx="8686800" cy="594360"/>
          </a:xfrm>
          <a:prstGeom prst="rect">
            <a:avLst/>
          </a:prstGeom>
          <a:noFill/>
        </p:spPr>
        <p:txBody>
          <a:bodyPr wrap="square" lIns="0" tIns="0" rIns="0" bIns="0" anchor="t">
            <a:spAutoFit/>
          </a:bodyPr>
          <a:lstStyle/>
          <a:p>
            <a:pPr algn="l"/>
            <a:r>
              <a:rPr sz="2600" b="1">
                <a:solidFill>
                  <a:srgbClr val="1A5276"/>
                </a:solidFill>
                <a:latin typeface="Yu Gothic"/>
              </a:rPr>
              <a:t>D-3. PRTR と SDS — 化管法の2本柱</a:t>
            </a:r>
          </a:p>
        </p:txBody>
      </p:sp>
      <p:sp>
        <p:nvSpPr>
          <p:cNvPr id="3" name="TextBox 2"/>
          <p:cNvSpPr txBox="1"/>
          <p:nvPr/>
        </p:nvSpPr>
        <p:spPr>
          <a:xfrm>
            <a:off x="9674352" y="320040"/>
            <a:ext cx="1371600" cy="594360"/>
          </a:xfrm>
          <a:prstGeom prst="rect">
            <a:avLst/>
          </a:prstGeom>
          <a:noFill/>
        </p:spPr>
        <p:txBody>
          <a:bodyPr wrap="square" lIns="0" tIns="0" rIns="0" bIns="0" anchor="t">
            <a:spAutoFit/>
          </a:bodyPr>
          <a:lstStyle/>
          <a:p>
            <a:pPr algn="r"/>
            <a:r>
              <a:rPr sz="2000" b="1">
                <a:solidFill>
                  <a:srgbClr val="F39C12"/>
                </a:solidFill>
                <a:latin typeface="Yu Gothic"/>
              </a:rPr>
              <a:t>★ ★</a:t>
            </a:r>
          </a:p>
        </p:txBody>
      </p:sp>
      <p:sp>
        <p:nvSpPr>
          <p:cNvPr id="4" name="Rectangle 3"/>
          <p:cNvSpPr/>
          <p:nvPr/>
        </p:nvSpPr>
        <p:spPr>
          <a:xfrm>
            <a:off x="411480" y="950976"/>
            <a:ext cx="11365992" cy="2743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097280"/>
            <a:ext cx="11365992" cy="215444"/>
          </a:xfrm>
          <a:prstGeom prst="rect">
            <a:avLst/>
          </a:prstGeom>
          <a:noFill/>
        </p:spPr>
        <p:txBody>
          <a:bodyPr wrap="square" lIns="0" tIns="0" rIns="0" bIns="0" anchor="t">
            <a:spAutoFit/>
          </a:bodyPr>
          <a:lstStyle/>
          <a:p>
            <a:pPr algn="l"/>
            <a:r>
              <a:rPr sz="1400" b="0">
                <a:solidFill>
                  <a:srgbClr val="5D6D7E"/>
                </a:solidFill>
                <a:latin typeface="Yu Gothic"/>
              </a:rPr>
              <a:t>1999年制定の化管法は「情報を集める PRTR」と「情報を渡す SDS」の2制度</a:t>
            </a:r>
          </a:p>
        </p:txBody>
      </p:sp>
      <p:sp>
        <p:nvSpPr>
          <p:cNvPr id="6" name="Rectangle 5"/>
          <p:cNvSpPr/>
          <p:nvPr/>
        </p:nvSpPr>
        <p:spPr>
          <a:xfrm>
            <a:off x="411480" y="1554480"/>
            <a:ext cx="11365992" cy="5029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 name="TextBox 6"/>
          <p:cNvSpPr txBox="1"/>
          <p:nvPr/>
        </p:nvSpPr>
        <p:spPr>
          <a:xfrm>
            <a:off x="484632" y="1627632"/>
            <a:ext cx="1682496" cy="276999"/>
          </a:xfrm>
          <a:prstGeom prst="rect">
            <a:avLst/>
          </a:prstGeom>
          <a:noFill/>
        </p:spPr>
        <p:txBody>
          <a:bodyPr wrap="square" lIns="0" tIns="0" rIns="0" bIns="0" anchor="t">
            <a:spAutoFit/>
          </a:bodyPr>
          <a:lstStyle/>
          <a:p>
            <a:pPr algn="ctr"/>
            <a:r>
              <a:rPr b="1">
                <a:solidFill>
                  <a:srgbClr val="FFFFFF"/>
                </a:solidFill>
                <a:latin typeface="Yu Gothic"/>
              </a:rPr>
              <a:t>項目</a:t>
            </a:r>
          </a:p>
        </p:txBody>
      </p:sp>
      <p:sp>
        <p:nvSpPr>
          <p:cNvPr id="8" name="TextBox 7"/>
          <p:cNvSpPr txBox="1"/>
          <p:nvPr/>
        </p:nvSpPr>
        <p:spPr>
          <a:xfrm>
            <a:off x="2313432" y="1627632"/>
            <a:ext cx="4425696" cy="276999"/>
          </a:xfrm>
          <a:prstGeom prst="rect">
            <a:avLst/>
          </a:prstGeom>
          <a:noFill/>
        </p:spPr>
        <p:txBody>
          <a:bodyPr wrap="square" lIns="0" tIns="0" rIns="0" bIns="0" anchor="t">
            <a:spAutoFit/>
          </a:bodyPr>
          <a:lstStyle/>
          <a:p>
            <a:pPr algn="ctr"/>
            <a:r>
              <a:rPr b="1">
                <a:solidFill>
                  <a:srgbClr val="FFFFFF"/>
                </a:solidFill>
                <a:latin typeface="Yu Gothic"/>
              </a:rPr>
              <a:t>PRTR制度</a:t>
            </a:r>
          </a:p>
        </p:txBody>
      </p:sp>
      <p:sp>
        <p:nvSpPr>
          <p:cNvPr id="9" name="TextBox 8"/>
          <p:cNvSpPr txBox="1"/>
          <p:nvPr/>
        </p:nvSpPr>
        <p:spPr>
          <a:xfrm>
            <a:off x="6885432" y="1627632"/>
            <a:ext cx="4818888" cy="276999"/>
          </a:xfrm>
          <a:prstGeom prst="rect">
            <a:avLst/>
          </a:prstGeom>
          <a:noFill/>
        </p:spPr>
        <p:txBody>
          <a:bodyPr wrap="square" lIns="0" tIns="0" rIns="0" bIns="0" anchor="t">
            <a:spAutoFit/>
          </a:bodyPr>
          <a:lstStyle/>
          <a:p>
            <a:pPr algn="ctr"/>
            <a:r>
              <a:rPr b="1">
                <a:solidFill>
                  <a:srgbClr val="FFFFFF"/>
                </a:solidFill>
                <a:latin typeface="Yu Gothic"/>
              </a:rPr>
              <a:t>SDS制度</a:t>
            </a:r>
          </a:p>
        </p:txBody>
      </p:sp>
      <p:sp>
        <p:nvSpPr>
          <p:cNvPr id="10" name="Rectangle 9"/>
          <p:cNvSpPr/>
          <p:nvPr/>
        </p:nvSpPr>
        <p:spPr>
          <a:xfrm>
            <a:off x="411480" y="2057400"/>
            <a:ext cx="11365992" cy="502920"/>
          </a:xfrm>
          <a:prstGeom prst="rect">
            <a:avLst/>
          </a:prstGeom>
          <a:solidFill>
            <a:srgbClr val="EAF2F8"/>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TextBox 10"/>
          <p:cNvSpPr txBox="1"/>
          <p:nvPr/>
        </p:nvSpPr>
        <p:spPr>
          <a:xfrm>
            <a:off x="502920" y="2170361"/>
            <a:ext cx="1645920" cy="276999"/>
          </a:xfrm>
          <a:prstGeom prst="rect">
            <a:avLst/>
          </a:prstGeom>
          <a:noFill/>
        </p:spPr>
        <p:txBody>
          <a:bodyPr wrap="square" lIns="0" tIns="0" rIns="0" bIns="0" anchor="ctr">
            <a:spAutoFit/>
          </a:bodyPr>
          <a:lstStyle/>
          <a:p>
            <a:pPr algn="l"/>
            <a:r>
              <a:rPr b="0">
                <a:solidFill>
                  <a:srgbClr val="2C3E50"/>
                </a:solidFill>
                <a:latin typeface="Yu Gothic"/>
              </a:rPr>
              <a:t>根拠</a:t>
            </a:r>
          </a:p>
        </p:txBody>
      </p:sp>
      <p:sp>
        <p:nvSpPr>
          <p:cNvPr id="12" name="TextBox 11"/>
          <p:cNvSpPr txBox="1"/>
          <p:nvPr/>
        </p:nvSpPr>
        <p:spPr>
          <a:xfrm>
            <a:off x="2331720" y="2170361"/>
            <a:ext cx="4389120" cy="276999"/>
          </a:xfrm>
          <a:prstGeom prst="rect">
            <a:avLst/>
          </a:prstGeom>
          <a:noFill/>
        </p:spPr>
        <p:txBody>
          <a:bodyPr wrap="square" lIns="0" tIns="0" rIns="0" bIns="0" anchor="ctr">
            <a:spAutoFit/>
          </a:bodyPr>
          <a:lstStyle/>
          <a:p>
            <a:pPr algn="l"/>
            <a:r>
              <a:rPr b="0">
                <a:solidFill>
                  <a:srgbClr val="2C3E50"/>
                </a:solidFill>
                <a:latin typeface="Yu Gothic"/>
              </a:rPr>
              <a:t>化管法 5条</a:t>
            </a:r>
          </a:p>
        </p:txBody>
      </p:sp>
      <p:sp>
        <p:nvSpPr>
          <p:cNvPr id="13" name="TextBox 12"/>
          <p:cNvSpPr txBox="1"/>
          <p:nvPr/>
        </p:nvSpPr>
        <p:spPr>
          <a:xfrm>
            <a:off x="6903720" y="2170361"/>
            <a:ext cx="4782312" cy="276999"/>
          </a:xfrm>
          <a:prstGeom prst="rect">
            <a:avLst/>
          </a:prstGeom>
          <a:noFill/>
        </p:spPr>
        <p:txBody>
          <a:bodyPr wrap="square" lIns="0" tIns="0" rIns="0" bIns="0" anchor="ctr">
            <a:spAutoFit/>
          </a:bodyPr>
          <a:lstStyle/>
          <a:p>
            <a:pPr algn="l"/>
            <a:r>
              <a:rPr b="0">
                <a:solidFill>
                  <a:srgbClr val="2C3E50"/>
                </a:solidFill>
                <a:latin typeface="Yu Gothic"/>
              </a:rPr>
              <a:t>化管法 14条 / 労働安全衛生法</a:t>
            </a:r>
          </a:p>
        </p:txBody>
      </p:sp>
      <p:sp>
        <p:nvSpPr>
          <p:cNvPr id="14" name="Rectangle 13"/>
          <p:cNvSpPr/>
          <p:nvPr/>
        </p:nvSpPr>
        <p:spPr>
          <a:xfrm>
            <a:off x="411480" y="2560320"/>
            <a:ext cx="11365992" cy="502920"/>
          </a:xfrm>
          <a:prstGeom prst="rect">
            <a:avLst/>
          </a:prstGeom>
          <a:solidFill>
            <a:srgbClr val="FFFFFF"/>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502920" y="2673281"/>
            <a:ext cx="1645920" cy="276999"/>
          </a:xfrm>
          <a:prstGeom prst="rect">
            <a:avLst/>
          </a:prstGeom>
          <a:noFill/>
        </p:spPr>
        <p:txBody>
          <a:bodyPr wrap="square" lIns="0" tIns="0" rIns="0" bIns="0" anchor="ctr">
            <a:spAutoFit/>
          </a:bodyPr>
          <a:lstStyle/>
          <a:p>
            <a:pPr algn="l"/>
            <a:r>
              <a:rPr b="0">
                <a:solidFill>
                  <a:srgbClr val="2C3E50"/>
                </a:solidFill>
                <a:latin typeface="Yu Gothic"/>
              </a:rPr>
              <a:t>対象</a:t>
            </a:r>
          </a:p>
        </p:txBody>
      </p:sp>
      <p:sp>
        <p:nvSpPr>
          <p:cNvPr id="16" name="TextBox 15"/>
          <p:cNvSpPr txBox="1"/>
          <p:nvPr/>
        </p:nvSpPr>
        <p:spPr>
          <a:xfrm>
            <a:off x="2331720" y="2673281"/>
            <a:ext cx="4389120" cy="276999"/>
          </a:xfrm>
          <a:prstGeom prst="rect">
            <a:avLst/>
          </a:prstGeom>
          <a:noFill/>
        </p:spPr>
        <p:txBody>
          <a:bodyPr wrap="square" lIns="0" tIns="0" rIns="0" bIns="0" anchor="ctr">
            <a:spAutoFit/>
          </a:bodyPr>
          <a:lstStyle/>
          <a:p>
            <a:pPr algn="l"/>
            <a:r>
              <a:rPr b="0">
                <a:solidFill>
                  <a:srgbClr val="2C3E50"/>
                </a:solidFill>
                <a:latin typeface="Yu Gothic"/>
              </a:rPr>
              <a:t>第一種指定化学物質 (約515物質)</a:t>
            </a:r>
          </a:p>
        </p:txBody>
      </p:sp>
      <p:sp>
        <p:nvSpPr>
          <p:cNvPr id="17" name="TextBox 16"/>
          <p:cNvSpPr txBox="1"/>
          <p:nvPr/>
        </p:nvSpPr>
        <p:spPr>
          <a:xfrm>
            <a:off x="6903720" y="2673281"/>
            <a:ext cx="4782312" cy="276999"/>
          </a:xfrm>
          <a:prstGeom prst="rect">
            <a:avLst/>
          </a:prstGeom>
          <a:noFill/>
        </p:spPr>
        <p:txBody>
          <a:bodyPr wrap="square" lIns="0" tIns="0" rIns="0" bIns="0" anchor="ctr">
            <a:spAutoFit/>
          </a:bodyPr>
          <a:lstStyle/>
          <a:p>
            <a:pPr algn="l"/>
            <a:r>
              <a:rPr b="0">
                <a:solidFill>
                  <a:srgbClr val="2C3E50"/>
                </a:solidFill>
                <a:latin typeface="Yu Gothic"/>
              </a:rPr>
              <a:t>第一種＋第二種指定化学物質</a:t>
            </a:r>
          </a:p>
        </p:txBody>
      </p:sp>
      <p:sp>
        <p:nvSpPr>
          <p:cNvPr id="18" name="Rectangle 17"/>
          <p:cNvSpPr/>
          <p:nvPr/>
        </p:nvSpPr>
        <p:spPr>
          <a:xfrm>
            <a:off x="411480" y="3063239"/>
            <a:ext cx="11365992" cy="502920"/>
          </a:xfrm>
          <a:prstGeom prst="rect">
            <a:avLst/>
          </a:prstGeom>
          <a:solidFill>
            <a:srgbClr val="EAF2F8"/>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02920" y="3176200"/>
            <a:ext cx="1645920" cy="276999"/>
          </a:xfrm>
          <a:prstGeom prst="rect">
            <a:avLst/>
          </a:prstGeom>
          <a:noFill/>
        </p:spPr>
        <p:txBody>
          <a:bodyPr wrap="square" lIns="0" tIns="0" rIns="0" bIns="0" anchor="ctr">
            <a:spAutoFit/>
          </a:bodyPr>
          <a:lstStyle/>
          <a:p>
            <a:pPr algn="l"/>
            <a:r>
              <a:rPr b="0">
                <a:solidFill>
                  <a:srgbClr val="2C3E50"/>
                </a:solidFill>
                <a:latin typeface="Yu Gothic"/>
              </a:rPr>
              <a:t>義務者</a:t>
            </a:r>
          </a:p>
        </p:txBody>
      </p:sp>
      <p:sp>
        <p:nvSpPr>
          <p:cNvPr id="20" name="TextBox 19"/>
          <p:cNvSpPr txBox="1"/>
          <p:nvPr/>
        </p:nvSpPr>
        <p:spPr>
          <a:xfrm>
            <a:off x="2331720" y="3176200"/>
            <a:ext cx="4389120" cy="276999"/>
          </a:xfrm>
          <a:prstGeom prst="rect">
            <a:avLst/>
          </a:prstGeom>
          <a:noFill/>
        </p:spPr>
        <p:txBody>
          <a:bodyPr wrap="square" lIns="0" tIns="0" rIns="0" bIns="0" anchor="ctr">
            <a:spAutoFit/>
          </a:bodyPr>
          <a:lstStyle/>
          <a:p>
            <a:pPr algn="l"/>
            <a:r>
              <a:rPr b="0">
                <a:solidFill>
                  <a:srgbClr val="2C3E50"/>
                </a:solidFill>
                <a:latin typeface="Yu Gothic"/>
              </a:rPr>
              <a:t>排出する事業者</a:t>
            </a:r>
          </a:p>
        </p:txBody>
      </p:sp>
      <p:sp>
        <p:nvSpPr>
          <p:cNvPr id="21" name="TextBox 20"/>
          <p:cNvSpPr txBox="1"/>
          <p:nvPr/>
        </p:nvSpPr>
        <p:spPr>
          <a:xfrm>
            <a:off x="6903720" y="3176200"/>
            <a:ext cx="4782312" cy="276999"/>
          </a:xfrm>
          <a:prstGeom prst="rect">
            <a:avLst/>
          </a:prstGeom>
          <a:noFill/>
        </p:spPr>
        <p:txBody>
          <a:bodyPr wrap="square" lIns="0" tIns="0" rIns="0" bIns="0" anchor="ctr">
            <a:spAutoFit/>
          </a:bodyPr>
          <a:lstStyle/>
          <a:p>
            <a:pPr algn="l"/>
            <a:r>
              <a:rPr b="0">
                <a:solidFill>
                  <a:srgbClr val="2C3E50"/>
                </a:solidFill>
                <a:latin typeface="Yu Gothic"/>
              </a:rPr>
              <a:t>化学物質を譲渡・提供する側</a:t>
            </a:r>
          </a:p>
        </p:txBody>
      </p:sp>
      <p:sp>
        <p:nvSpPr>
          <p:cNvPr id="22" name="Rectangle 21"/>
          <p:cNvSpPr/>
          <p:nvPr/>
        </p:nvSpPr>
        <p:spPr>
          <a:xfrm>
            <a:off x="411480" y="3566159"/>
            <a:ext cx="11365992" cy="502920"/>
          </a:xfrm>
          <a:prstGeom prst="rect">
            <a:avLst/>
          </a:prstGeom>
          <a:solidFill>
            <a:srgbClr val="FFFFFF"/>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502920" y="3679120"/>
            <a:ext cx="1645920" cy="276999"/>
          </a:xfrm>
          <a:prstGeom prst="rect">
            <a:avLst/>
          </a:prstGeom>
          <a:noFill/>
        </p:spPr>
        <p:txBody>
          <a:bodyPr wrap="square" lIns="0" tIns="0" rIns="0" bIns="0" anchor="ctr">
            <a:spAutoFit/>
          </a:bodyPr>
          <a:lstStyle/>
          <a:p>
            <a:pPr algn="l"/>
            <a:r>
              <a:rPr b="0">
                <a:solidFill>
                  <a:srgbClr val="2C3E50"/>
                </a:solidFill>
                <a:latin typeface="Yu Gothic"/>
              </a:rPr>
              <a:t>内容</a:t>
            </a:r>
          </a:p>
        </p:txBody>
      </p:sp>
      <p:sp>
        <p:nvSpPr>
          <p:cNvPr id="24" name="TextBox 23"/>
          <p:cNvSpPr txBox="1"/>
          <p:nvPr/>
        </p:nvSpPr>
        <p:spPr>
          <a:xfrm>
            <a:off x="2331720" y="3679120"/>
            <a:ext cx="4389120" cy="276999"/>
          </a:xfrm>
          <a:prstGeom prst="rect">
            <a:avLst/>
          </a:prstGeom>
          <a:noFill/>
        </p:spPr>
        <p:txBody>
          <a:bodyPr wrap="square" lIns="0" tIns="0" rIns="0" bIns="0" anchor="ctr">
            <a:spAutoFit/>
          </a:bodyPr>
          <a:lstStyle/>
          <a:p>
            <a:pPr algn="l"/>
            <a:r>
              <a:rPr b="0">
                <a:solidFill>
                  <a:srgbClr val="2C3E50"/>
                </a:solidFill>
                <a:latin typeface="Yu Gothic"/>
              </a:rPr>
              <a:t>環境への排出量・移動量を年次報告</a:t>
            </a:r>
          </a:p>
        </p:txBody>
      </p:sp>
      <p:sp>
        <p:nvSpPr>
          <p:cNvPr id="25" name="TextBox 24"/>
          <p:cNvSpPr txBox="1"/>
          <p:nvPr/>
        </p:nvSpPr>
        <p:spPr>
          <a:xfrm>
            <a:off x="6903720" y="3679120"/>
            <a:ext cx="4782312" cy="276999"/>
          </a:xfrm>
          <a:prstGeom prst="rect">
            <a:avLst/>
          </a:prstGeom>
          <a:noFill/>
        </p:spPr>
        <p:txBody>
          <a:bodyPr wrap="square" lIns="0" tIns="0" rIns="0" bIns="0" anchor="ctr">
            <a:spAutoFit/>
          </a:bodyPr>
          <a:lstStyle/>
          <a:p>
            <a:pPr algn="l"/>
            <a:r>
              <a:rPr b="0">
                <a:solidFill>
                  <a:srgbClr val="2C3E50"/>
                </a:solidFill>
                <a:latin typeface="Yu Gothic"/>
              </a:rPr>
              <a:t>性質・取扱・廃棄方法 等を文書で伝達</a:t>
            </a:r>
          </a:p>
        </p:txBody>
      </p:sp>
      <p:sp>
        <p:nvSpPr>
          <p:cNvPr id="26" name="Rectangle 25"/>
          <p:cNvSpPr/>
          <p:nvPr/>
        </p:nvSpPr>
        <p:spPr>
          <a:xfrm>
            <a:off x="411480" y="4069079"/>
            <a:ext cx="11365992" cy="502920"/>
          </a:xfrm>
          <a:prstGeom prst="rect">
            <a:avLst/>
          </a:prstGeom>
          <a:solidFill>
            <a:srgbClr val="EAF2F8"/>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502920" y="4182040"/>
            <a:ext cx="1645920" cy="276999"/>
          </a:xfrm>
          <a:prstGeom prst="rect">
            <a:avLst/>
          </a:prstGeom>
          <a:noFill/>
        </p:spPr>
        <p:txBody>
          <a:bodyPr wrap="square" lIns="0" tIns="0" rIns="0" bIns="0" anchor="ctr">
            <a:spAutoFit/>
          </a:bodyPr>
          <a:lstStyle/>
          <a:p>
            <a:pPr algn="l"/>
            <a:r>
              <a:rPr b="0">
                <a:solidFill>
                  <a:srgbClr val="2C3E50"/>
                </a:solidFill>
                <a:latin typeface="Yu Gothic"/>
              </a:rPr>
              <a:t>流れ</a:t>
            </a:r>
          </a:p>
        </p:txBody>
      </p:sp>
      <p:sp>
        <p:nvSpPr>
          <p:cNvPr id="28" name="TextBox 27"/>
          <p:cNvSpPr txBox="1"/>
          <p:nvPr/>
        </p:nvSpPr>
        <p:spPr>
          <a:xfrm>
            <a:off x="2331720" y="4182040"/>
            <a:ext cx="4389120" cy="276999"/>
          </a:xfrm>
          <a:prstGeom prst="rect">
            <a:avLst/>
          </a:prstGeom>
          <a:noFill/>
        </p:spPr>
        <p:txBody>
          <a:bodyPr wrap="square" lIns="0" tIns="0" rIns="0" bIns="0" anchor="ctr">
            <a:spAutoFit/>
          </a:bodyPr>
          <a:lstStyle/>
          <a:p>
            <a:pPr algn="l"/>
            <a:r>
              <a:rPr b="0">
                <a:solidFill>
                  <a:srgbClr val="2C3E50"/>
                </a:solidFill>
                <a:latin typeface="Yu Gothic"/>
              </a:rPr>
              <a:t>事業者 → 都道府県 → 国 → 公表</a:t>
            </a:r>
          </a:p>
        </p:txBody>
      </p:sp>
      <p:sp>
        <p:nvSpPr>
          <p:cNvPr id="29" name="TextBox 28"/>
          <p:cNvSpPr txBox="1"/>
          <p:nvPr/>
        </p:nvSpPr>
        <p:spPr>
          <a:xfrm>
            <a:off x="6903720" y="4182040"/>
            <a:ext cx="4782312" cy="276999"/>
          </a:xfrm>
          <a:prstGeom prst="rect">
            <a:avLst/>
          </a:prstGeom>
          <a:noFill/>
        </p:spPr>
        <p:txBody>
          <a:bodyPr wrap="square" lIns="0" tIns="0" rIns="0" bIns="0" anchor="ctr">
            <a:spAutoFit/>
          </a:bodyPr>
          <a:lstStyle/>
          <a:p>
            <a:pPr algn="l"/>
            <a:r>
              <a:rPr b="0">
                <a:solidFill>
                  <a:srgbClr val="2C3E50"/>
                </a:solidFill>
                <a:latin typeface="Yu Gothic"/>
              </a:rPr>
              <a:t>提供者 → 受領者（事業者間）</a:t>
            </a:r>
          </a:p>
        </p:txBody>
      </p:sp>
      <p:sp>
        <p:nvSpPr>
          <p:cNvPr id="30" name="Rectangle 29"/>
          <p:cNvSpPr/>
          <p:nvPr/>
        </p:nvSpPr>
        <p:spPr>
          <a:xfrm>
            <a:off x="411480" y="4571999"/>
            <a:ext cx="11365992" cy="502920"/>
          </a:xfrm>
          <a:prstGeom prst="rect">
            <a:avLst/>
          </a:prstGeom>
          <a:solidFill>
            <a:srgbClr val="FFFFFF"/>
          </a:solidFill>
          <a:ln w="317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502920" y="4684960"/>
            <a:ext cx="1645920" cy="276999"/>
          </a:xfrm>
          <a:prstGeom prst="rect">
            <a:avLst/>
          </a:prstGeom>
          <a:noFill/>
        </p:spPr>
        <p:txBody>
          <a:bodyPr wrap="square" lIns="0" tIns="0" rIns="0" bIns="0" anchor="ctr">
            <a:spAutoFit/>
          </a:bodyPr>
          <a:lstStyle/>
          <a:p>
            <a:pPr algn="l"/>
            <a:r>
              <a:rPr b="0">
                <a:solidFill>
                  <a:srgbClr val="2C3E50"/>
                </a:solidFill>
                <a:latin typeface="Yu Gothic"/>
              </a:rPr>
              <a:t>市民が見える?</a:t>
            </a:r>
          </a:p>
        </p:txBody>
      </p:sp>
      <p:sp>
        <p:nvSpPr>
          <p:cNvPr id="32" name="TextBox 31"/>
          <p:cNvSpPr txBox="1"/>
          <p:nvPr/>
        </p:nvSpPr>
        <p:spPr>
          <a:xfrm>
            <a:off x="2331720" y="4684960"/>
            <a:ext cx="4389120" cy="276999"/>
          </a:xfrm>
          <a:prstGeom prst="rect">
            <a:avLst/>
          </a:prstGeom>
          <a:noFill/>
        </p:spPr>
        <p:txBody>
          <a:bodyPr wrap="square" lIns="0" tIns="0" rIns="0" bIns="0" anchor="ctr">
            <a:spAutoFit/>
          </a:bodyPr>
          <a:lstStyle/>
          <a:p>
            <a:pPr algn="l"/>
            <a:r>
              <a:rPr b="0">
                <a:solidFill>
                  <a:srgbClr val="2C3E50"/>
                </a:solidFill>
                <a:latin typeface="Yu Gothic"/>
              </a:rPr>
              <a:t>○ (集計データを公表)</a:t>
            </a:r>
          </a:p>
        </p:txBody>
      </p:sp>
      <p:sp>
        <p:nvSpPr>
          <p:cNvPr id="33" name="TextBox 32"/>
          <p:cNvSpPr txBox="1"/>
          <p:nvPr/>
        </p:nvSpPr>
        <p:spPr>
          <a:xfrm>
            <a:off x="6903720" y="4684960"/>
            <a:ext cx="4782312" cy="276999"/>
          </a:xfrm>
          <a:prstGeom prst="rect">
            <a:avLst/>
          </a:prstGeom>
          <a:noFill/>
        </p:spPr>
        <p:txBody>
          <a:bodyPr wrap="square" lIns="0" tIns="0" rIns="0" bIns="0" anchor="ctr">
            <a:spAutoFit/>
          </a:bodyPr>
          <a:lstStyle/>
          <a:p>
            <a:pPr algn="l"/>
            <a:r>
              <a:rPr b="0">
                <a:solidFill>
                  <a:srgbClr val="2C3E50"/>
                </a:solidFill>
                <a:latin typeface="Yu Gothic"/>
              </a:rPr>
              <a:t>△ (事業者間が主)</a:t>
            </a:r>
          </a:p>
        </p:txBody>
      </p:sp>
      <p:sp>
        <p:nvSpPr>
          <p:cNvPr id="34" name="Rectangle 33"/>
          <p:cNvSpPr/>
          <p:nvPr/>
        </p:nvSpPr>
        <p:spPr>
          <a:xfrm>
            <a:off x="411480" y="5349239"/>
            <a:ext cx="11365992" cy="960120"/>
          </a:xfrm>
          <a:prstGeom prst="rect">
            <a:avLst/>
          </a:prstGeom>
          <a:solidFill>
            <a:srgbClr val="FDF5E6"/>
          </a:solidFill>
          <a:ln w="19050">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TextBox 34"/>
          <p:cNvSpPr txBox="1"/>
          <p:nvPr/>
        </p:nvSpPr>
        <p:spPr>
          <a:xfrm>
            <a:off x="594360" y="5440679"/>
            <a:ext cx="10972800" cy="276999"/>
          </a:xfrm>
          <a:prstGeom prst="rect">
            <a:avLst/>
          </a:prstGeom>
          <a:noFill/>
        </p:spPr>
        <p:txBody>
          <a:bodyPr wrap="square" lIns="0" tIns="0" rIns="0" bIns="0" anchor="t">
            <a:spAutoFit/>
          </a:bodyPr>
          <a:lstStyle/>
          <a:p>
            <a:pPr algn="l"/>
            <a:r>
              <a:rPr b="1">
                <a:solidFill>
                  <a:srgbClr val="8E44AD"/>
                </a:solidFill>
                <a:latin typeface="Yu Gothic"/>
              </a:rPr>
              <a:t>🎯 国試の混同ポイント</a:t>
            </a:r>
          </a:p>
        </p:txBody>
      </p:sp>
      <p:sp>
        <p:nvSpPr>
          <p:cNvPr id="36" name="TextBox 35"/>
          <p:cNvSpPr txBox="1"/>
          <p:nvPr/>
        </p:nvSpPr>
        <p:spPr>
          <a:xfrm>
            <a:off x="594360" y="5760719"/>
            <a:ext cx="10972800" cy="246221"/>
          </a:xfrm>
          <a:prstGeom prst="rect">
            <a:avLst/>
          </a:prstGeom>
          <a:noFill/>
        </p:spPr>
        <p:txBody>
          <a:bodyPr wrap="square" lIns="0" tIns="0" rIns="0" bIns="0" anchor="t">
            <a:spAutoFit/>
          </a:bodyPr>
          <a:lstStyle/>
          <a:p>
            <a:pPr algn="l"/>
            <a:r>
              <a:rPr sz="1600" b="0">
                <a:solidFill>
                  <a:srgbClr val="2C3E50"/>
                </a:solidFill>
                <a:latin typeface="Yu Gothic"/>
              </a:rPr>
              <a:t>▸ PRTR は「排出量を集計・公開」／SDS は「物質情報を渡す」</a:t>
            </a:r>
          </a:p>
        </p:txBody>
      </p:sp>
      <p:sp>
        <p:nvSpPr>
          <p:cNvPr id="37" name="TextBox 36"/>
          <p:cNvSpPr txBox="1"/>
          <p:nvPr/>
        </p:nvSpPr>
        <p:spPr>
          <a:xfrm>
            <a:off x="594360" y="6035039"/>
            <a:ext cx="10972800" cy="246221"/>
          </a:xfrm>
          <a:prstGeom prst="rect">
            <a:avLst/>
          </a:prstGeom>
          <a:noFill/>
        </p:spPr>
        <p:txBody>
          <a:bodyPr wrap="square" lIns="0" tIns="0" rIns="0" bIns="0" anchor="t">
            <a:spAutoFit/>
          </a:bodyPr>
          <a:lstStyle/>
          <a:p>
            <a:pPr algn="l"/>
            <a:r>
              <a:rPr sz="1600" b="0">
                <a:solidFill>
                  <a:srgbClr val="2C3E50"/>
                </a:solidFill>
                <a:latin typeface="Yu Gothic"/>
              </a:rPr>
              <a:t>▸ どちらも 化管法（特定化学物質の環境への排出量の把握等および管理の改善の促進に関する法律）が根拠</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D-3. 薬剤師とリスクコミュニケーション</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Text 2"/>
          <p:cNvSpPr/>
          <p:nvPr/>
        </p:nvSpPr>
        <p:spPr>
          <a:xfrm>
            <a:off x="411480" y="1097280"/>
            <a:ext cx="11365992" cy="457200"/>
          </a:xfrm>
          <a:prstGeom prst="rect">
            <a:avLst/>
          </a:prstGeom>
          <a:noFill/>
          <a:ln/>
        </p:spPr>
        <p:txBody>
          <a:bodyPr wrap="square" rtlCol="0" anchor="t"/>
          <a:lstStyle/>
          <a:p>
            <a:pPr marL="0" indent="0" algn="l">
              <a:lnSpc>
                <a:spcPct val="130000"/>
              </a:lnSpc>
              <a:spcAft>
                <a:spcPts val="400"/>
              </a:spcAft>
              <a:buNone/>
            </a:pPr>
            <a:r>
              <a:rPr lang="en-US" b="1" dirty="0">
                <a:solidFill>
                  <a:srgbClr val="1A5276"/>
                </a:solidFill>
                <a:latin typeface="Meiryo" pitchFamily="34" charset="0"/>
                <a:ea typeface="Meiryo" pitchFamily="34" charset="-122"/>
                <a:cs typeface="Meiryo" pitchFamily="34" charset="-120"/>
              </a:rPr>
              <a:t>薬局窓口こそ、市民との最も身近なリスクコミュニケーションの場</a:t>
            </a:r>
            <a:endParaRPr lang="en-US" dirty="0"/>
          </a:p>
        </p:txBody>
      </p:sp>
      <p:sp>
        <p:nvSpPr>
          <p:cNvPr id="5" name="Shape 3"/>
          <p:cNvSpPr/>
          <p:nvPr/>
        </p:nvSpPr>
        <p:spPr>
          <a:xfrm>
            <a:off x="411480" y="1737360"/>
            <a:ext cx="5545836" cy="2011680"/>
          </a:xfrm>
          <a:prstGeom prst="rect">
            <a:avLst/>
          </a:prstGeom>
          <a:solidFill>
            <a:srgbClr val="EAF2F8"/>
          </a:solidFill>
          <a:ln/>
        </p:spPr>
        <p:txBody>
          <a:bodyPr/>
          <a:lstStyle/>
          <a:p>
            <a:endParaRPr lang="ja-JP" altLang="en-US" sz="3200"/>
          </a:p>
        </p:txBody>
      </p:sp>
      <p:sp>
        <p:nvSpPr>
          <p:cNvPr id="6" name="Shape 4"/>
          <p:cNvSpPr/>
          <p:nvPr/>
        </p:nvSpPr>
        <p:spPr>
          <a:xfrm>
            <a:off x="411480" y="1737360"/>
            <a:ext cx="64008" cy="2011680"/>
          </a:xfrm>
          <a:prstGeom prst="rect">
            <a:avLst/>
          </a:prstGeom>
          <a:solidFill>
            <a:srgbClr val="2980B9"/>
          </a:solidFill>
          <a:ln/>
        </p:spPr>
        <p:txBody>
          <a:bodyPr/>
          <a:lstStyle/>
          <a:p>
            <a:endParaRPr lang="ja-JP" altLang="en-US" sz="3200"/>
          </a:p>
        </p:txBody>
      </p:sp>
      <p:sp>
        <p:nvSpPr>
          <p:cNvPr id="7" name="Text 5"/>
          <p:cNvSpPr/>
          <p:nvPr/>
        </p:nvSpPr>
        <p:spPr>
          <a:xfrm>
            <a:off x="576072" y="1792224"/>
            <a:ext cx="5271516" cy="292608"/>
          </a:xfrm>
          <a:prstGeom prst="rect">
            <a:avLst/>
          </a:prstGeom>
          <a:noFill/>
          <a:ln/>
        </p:spPr>
        <p:txBody>
          <a:bodyPr wrap="square" rtlCol="0" anchor="ctr"/>
          <a:lstStyle/>
          <a:p>
            <a:pPr marL="0" indent="0">
              <a:buNone/>
            </a:pPr>
            <a:r>
              <a:rPr lang="en-US" b="1" dirty="0">
                <a:solidFill>
                  <a:srgbClr val="2980B9"/>
                </a:solidFill>
                <a:latin typeface="Meiryo" pitchFamily="34" charset="0"/>
                <a:ea typeface="Meiryo" pitchFamily="34" charset="-122"/>
                <a:cs typeface="Meiryo" pitchFamily="34" charset="-120"/>
              </a:rPr>
              <a:t>実例</a:t>
            </a:r>
            <a:endParaRPr lang="en-US" dirty="0"/>
          </a:p>
        </p:txBody>
      </p:sp>
      <p:sp>
        <p:nvSpPr>
          <p:cNvPr id="8" name="Text 6"/>
          <p:cNvSpPr/>
          <p:nvPr/>
        </p:nvSpPr>
        <p:spPr>
          <a:xfrm>
            <a:off x="576072" y="2075688"/>
            <a:ext cx="5271516" cy="162763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・「魚を食べると水銀が心配」</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・「PFASは大丈夫？」</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・「除菌スプレーの安全性は？」</a:t>
            </a:r>
            <a:endParaRPr lang="en-US" sz="2000" dirty="0"/>
          </a:p>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・「健康食品に含まれる化学物質は？」</a:t>
            </a:r>
            <a:endParaRPr lang="en-US" sz="2000" dirty="0"/>
          </a:p>
        </p:txBody>
      </p:sp>
      <p:sp>
        <p:nvSpPr>
          <p:cNvPr id="9" name="Shape 7"/>
          <p:cNvSpPr/>
          <p:nvPr/>
        </p:nvSpPr>
        <p:spPr>
          <a:xfrm>
            <a:off x="6231636" y="1737360"/>
            <a:ext cx="5545836" cy="2011680"/>
          </a:xfrm>
          <a:prstGeom prst="rect">
            <a:avLst/>
          </a:prstGeom>
          <a:solidFill>
            <a:srgbClr val="FDEDEC"/>
          </a:solidFill>
          <a:ln/>
        </p:spPr>
        <p:txBody>
          <a:bodyPr/>
          <a:lstStyle/>
          <a:p>
            <a:endParaRPr lang="ja-JP" altLang="en-US" sz="3200"/>
          </a:p>
        </p:txBody>
      </p:sp>
      <p:sp>
        <p:nvSpPr>
          <p:cNvPr id="10" name="Shape 8"/>
          <p:cNvSpPr/>
          <p:nvPr/>
        </p:nvSpPr>
        <p:spPr>
          <a:xfrm>
            <a:off x="6231636" y="1737360"/>
            <a:ext cx="64008" cy="2011680"/>
          </a:xfrm>
          <a:prstGeom prst="rect">
            <a:avLst/>
          </a:prstGeom>
          <a:solidFill>
            <a:srgbClr val="C0392B"/>
          </a:solidFill>
          <a:ln/>
        </p:spPr>
        <p:txBody>
          <a:bodyPr/>
          <a:lstStyle/>
          <a:p>
            <a:endParaRPr lang="ja-JP" altLang="en-US" sz="3200"/>
          </a:p>
        </p:txBody>
      </p:sp>
      <p:sp>
        <p:nvSpPr>
          <p:cNvPr id="11" name="Text 9"/>
          <p:cNvSpPr/>
          <p:nvPr/>
        </p:nvSpPr>
        <p:spPr>
          <a:xfrm>
            <a:off x="6396228" y="1792224"/>
            <a:ext cx="5271516" cy="292608"/>
          </a:xfrm>
          <a:prstGeom prst="rect">
            <a:avLst/>
          </a:prstGeom>
          <a:noFill/>
          <a:ln/>
        </p:spPr>
        <p:txBody>
          <a:bodyPr wrap="square" rtlCol="0" anchor="ctr"/>
          <a:lstStyle/>
          <a:p>
            <a:pPr marL="0" indent="0">
              <a:buNone/>
            </a:pPr>
            <a:r>
              <a:rPr lang="en-US" b="1" dirty="0">
                <a:solidFill>
                  <a:srgbClr val="C0392B"/>
                </a:solidFill>
                <a:latin typeface="Meiryo" pitchFamily="34" charset="0"/>
                <a:ea typeface="Meiryo" pitchFamily="34" charset="-122"/>
                <a:cs typeface="Meiryo" pitchFamily="34" charset="-120"/>
              </a:rPr>
              <a:t>「ゼロリスクはない」を正しく伝える</a:t>
            </a:r>
            <a:endParaRPr lang="en-US" dirty="0"/>
          </a:p>
        </p:txBody>
      </p:sp>
      <p:sp>
        <p:nvSpPr>
          <p:cNvPr id="12" name="Text 10"/>
          <p:cNvSpPr/>
          <p:nvPr/>
        </p:nvSpPr>
        <p:spPr>
          <a:xfrm>
            <a:off x="6396228" y="2075688"/>
            <a:ext cx="5271516" cy="162763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科学的根拠を示しつつ「</a:t>
            </a:r>
            <a:r>
              <a:rPr lang="en-US" sz="2000" b="1" dirty="0">
                <a:solidFill>
                  <a:srgbClr val="1A5276"/>
                </a:solidFill>
                <a:latin typeface="Meiryo" pitchFamily="34" charset="0"/>
                <a:ea typeface="Meiryo" pitchFamily="34" charset="-122"/>
                <a:cs typeface="Meiryo" pitchFamily="34" charset="-120"/>
              </a:rPr>
              <a:t>どんなときにどれだけ気をつければよいか</a:t>
            </a:r>
            <a:r>
              <a:rPr lang="en-US" sz="2000" dirty="0">
                <a:solidFill>
                  <a:srgbClr val="2C3E50"/>
                </a:solidFill>
                <a:latin typeface="Meiryo" pitchFamily="34" charset="0"/>
                <a:ea typeface="Meiryo" pitchFamily="34" charset="-122"/>
                <a:cs typeface="Meiryo" pitchFamily="34" charset="-120"/>
              </a:rPr>
              <a:t>」を伝える。「絶対安全」とも「絶対危険」とも言わない。</a:t>
            </a:r>
            <a:endParaRPr lang="en-US" sz="2000" dirty="0"/>
          </a:p>
        </p:txBody>
      </p:sp>
      <p:sp>
        <p:nvSpPr>
          <p:cNvPr id="13" name="Shape 11"/>
          <p:cNvSpPr/>
          <p:nvPr/>
        </p:nvSpPr>
        <p:spPr>
          <a:xfrm>
            <a:off x="411480" y="3931920"/>
            <a:ext cx="11365992" cy="1463040"/>
          </a:xfrm>
          <a:prstGeom prst="rect">
            <a:avLst/>
          </a:prstGeom>
          <a:solidFill>
            <a:srgbClr val="F8F9FA"/>
          </a:solidFill>
          <a:ln/>
        </p:spPr>
        <p:txBody>
          <a:bodyPr/>
          <a:lstStyle/>
          <a:p>
            <a:endParaRPr lang="ja-JP" altLang="en-US" sz="3200"/>
          </a:p>
        </p:txBody>
      </p:sp>
      <p:sp>
        <p:nvSpPr>
          <p:cNvPr id="14" name="Shape 12"/>
          <p:cNvSpPr/>
          <p:nvPr/>
        </p:nvSpPr>
        <p:spPr>
          <a:xfrm>
            <a:off x="411480" y="3931920"/>
            <a:ext cx="64008" cy="1463040"/>
          </a:xfrm>
          <a:prstGeom prst="rect">
            <a:avLst/>
          </a:prstGeom>
          <a:solidFill>
            <a:srgbClr val="BDC3C7"/>
          </a:solidFill>
          <a:ln/>
        </p:spPr>
        <p:txBody>
          <a:bodyPr/>
          <a:lstStyle/>
          <a:p>
            <a:endParaRPr lang="ja-JP" altLang="en-US" sz="3200"/>
          </a:p>
        </p:txBody>
      </p:sp>
      <p:sp>
        <p:nvSpPr>
          <p:cNvPr id="15" name="Text 13"/>
          <p:cNvSpPr/>
          <p:nvPr/>
        </p:nvSpPr>
        <p:spPr>
          <a:xfrm>
            <a:off x="576072" y="3986784"/>
            <a:ext cx="11091672" cy="292608"/>
          </a:xfrm>
          <a:prstGeom prst="rect">
            <a:avLst/>
          </a:prstGeom>
          <a:noFill/>
          <a:ln/>
        </p:spPr>
        <p:txBody>
          <a:bodyPr wrap="square" rtlCol="0" anchor="ctr"/>
          <a:lstStyle/>
          <a:p>
            <a:pPr marL="0" indent="0">
              <a:buNone/>
            </a:pPr>
            <a:r>
              <a:rPr lang="en-US" b="1" dirty="0">
                <a:solidFill>
                  <a:srgbClr val="BDC3C7"/>
                </a:solidFill>
                <a:latin typeface="Meiryo" pitchFamily="34" charset="0"/>
                <a:ea typeface="Meiryo" pitchFamily="34" charset="-122"/>
                <a:cs typeface="Meiryo" pitchFamily="34" charset="-120"/>
              </a:rPr>
              <a:t>必要なスキル</a:t>
            </a:r>
            <a:endParaRPr lang="en-US" dirty="0"/>
          </a:p>
        </p:txBody>
      </p:sp>
      <p:sp>
        <p:nvSpPr>
          <p:cNvPr id="16" name="Text 14"/>
          <p:cNvSpPr/>
          <p:nvPr/>
        </p:nvSpPr>
        <p:spPr>
          <a:xfrm>
            <a:off x="576072" y="4270248"/>
            <a:ext cx="11091672" cy="1078992"/>
          </a:xfrm>
          <a:prstGeom prst="rect">
            <a:avLst/>
          </a:prstGeom>
          <a:noFill/>
          <a:ln/>
        </p:spPr>
        <p:txBody>
          <a:bodyPr wrap="square" rtlCol="0" anchor="t"/>
          <a:lstStyle/>
          <a:p>
            <a:pPr marL="0" indent="0" algn="l">
              <a:lnSpc>
                <a:spcPct val="130000"/>
              </a:lnSpc>
              <a:spcAft>
                <a:spcPts val="400"/>
              </a:spcAft>
              <a:buNone/>
            </a:pPr>
            <a:r>
              <a:rPr lang="en-US" sz="2000" dirty="0">
                <a:solidFill>
                  <a:srgbClr val="2C3E50"/>
                </a:solidFill>
                <a:latin typeface="Meiryo" pitchFamily="34" charset="0"/>
                <a:ea typeface="Meiryo" pitchFamily="34" charset="-122"/>
                <a:cs typeface="Meiryo" pitchFamily="34" charset="-120"/>
              </a:rPr>
              <a:t>科学的リテラシー × 共感的傾聴 × 平易な日本語での説明 ─ 薬剤師教育の核心。</a:t>
            </a:r>
            <a:endParaRPr lang="en-US" sz="20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a:effectLst/>
      </p:bgPr>
    </p:bg>
    <p:spTree>
      <p:nvGrpSpPr>
        <p:cNvPr id="1" name=""/>
        <p:cNvGrpSpPr/>
        <p:nvPr/>
      </p:nvGrpSpPr>
      <p:grpSpPr>
        <a:xfrm>
          <a:off x="0" y="0"/>
          <a:ext cx="0" cy="0"/>
          <a:chOff x="0" y="0"/>
          <a:chExt cx="0" cy="0"/>
        </a:xfrm>
      </p:grpSpPr>
      <p:pic>
        <p:nvPicPr>
          <p:cNvPr id="6" name="Image 0" descr="preencoded.png"/>
          <p:cNvPicPr>
            <a:picLocks noChangeAspect="1"/>
          </p:cNvPicPr>
          <p:nvPr/>
        </p:nvPicPr>
        <p:blipFill>
          <a:blip r:embed="rId3"/>
          <a:stretch>
            <a:fillRect/>
          </a:stretch>
        </p:blipFill>
        <p:spPr>
          <a:xfrm>
            <a:off x="6002931" y="1317594"/>
            <a:ext cx="5774541" cy="5011408"/>
          </a:xfrm>
          <a:prstGeom prst="rect">
            <a:avLst/>
          </a:prstGeom>
        </p:spPr>
      </p:pic>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D-3. SDGs と 衛生薬学 — グローバルな視点</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Text 2"/>
          <p:cNvSpPr/>
          <p:nvPr/>
        </p:nvSpPr>
        <p:spPr>
          <a:xfrm>
            <a:off x="411480" y="1097280"/>
            <a:ext cx="6858000" cy="365760"/>
          </a:xfrm>
          <a:prstGeom prst="rect">
            <a:avLst/>
          </a:prstGeom>
          <a:noFill/>
          <a:ln/>
        </p:spPr>
        <p:txBody>
          <a:bodyPr wrap="square" rtlCol="0" anchor="t"/>
          <a:lstStyle/>
          <a:p>
            <a:pPr marL="0" indent="0" algn="l">
              <a:lnSpc>
                <a:spcPct val="130000"/>
              </a:lnSpc>
              <a:spcAft>
                <a:spcPts val="400"/>
              </a:spcAft>
              <a:buNone/>
            </a:pPr>
            <a:r>
              <a:rPr lang="en-US" dirty="0">
                <a:solidFill>
                  <a:srgbClr val="2C3E50"/>
                </a:solidFill>
                <a:latin typeface="Meiryo" pitchFamily="34" charset="0"/>
                <a:ea typeface="Meiryo" pitchFamily="34" charset="-122"/>
                <a:cs typeface="Meiryo" pitchFamily="34" charset="-120"/>
              </a:rPr>
              <a:t>SDGs 17目標のうち、本日のテーマと直接関連するもの:</a:t>
            </a:r>
            <a:endParaRPr lang="en-US" dirty="0"/>
          </a:p>
        </p:txBody>
      </p:sp>
      <p:sp>
        <p:nvSpPr>
          <p:cNvPr id="5" name="Text 3"/>
          <p:cNvSpPr/>
          <p:nvPr/>
        </p:nvSpPr>
        <p:spPr>
          <a:xfrm>
            <a:off x="411480" y="1554480"/>
            <a:ext cx="6858000" cy="3657600"/>
          </a:xfrm>
          <a:prstGeom prst="rect">
            <a:avLst/>
          </a:prstGeom>
          <a:noFill/>
          <a:ln/>
        </p:spPr>
        <p:txBody>
          <a:bodyPr wrap="square" rtlCol="0" anchor="t"/>
          <a:lstStyle/>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目標 3「すべての人に健康と福祉を」</a:t>
            </a:r>
            <a:endParaRPr lang="en-US" dirty="0"/>
          </a:p>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目標 6「安全な水とトイレを世界中に」</a:t>
            </a:r>
            <a:endParaRPr lang="en-US" dirty="0"/>
          </a:p>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目標 12「つくる責任つかう責任」</a:t>
            </a:r>
            <a:endParaRPr lang="en-US" dirty="0"/>
          </a:p>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目標 13「気候変動に具体的な対策を」</a:t>
            </a:r>
            <a:endParaRPr lang="en-US" dirty="0"/>
          </a:p>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目標 14「海の豊かさを守ろう」</a:t>
            </a:r>
            <a:endParaRPr lang="en-US" dirty="0"/>
          </a:p>
          <a:p>
            <a:pPr marL="0" indent="0" algn="l">
              <a:lnSpc>
                <a:spcPct val="135000"/>
              </a:lnSpc>
              <a:spcAft>
                <a:spcPts val="600"/>
              </a:spcAft>
              <a:buNone/>
            </a:pPr>
            <a:r>
              <a:rPr lang="en-US" dirty="0">
                <a:solidFill>
                  <a:srgbClr val="2C3E50"/>
                </a:solidFill>
                <a:latin typeface="Meiryo" pitchFamily="34" charset="0"/>
                <a:ea typeface="Meiryo" pitchFamily="34" charset="-122"/>
                <a:cs typeface="Meiryo" pitchFamily="34" charset="-120"/>
              </a:rPr>
              <a:t>▸ 目標 15「陸の豊かさも守ろう」</a:t>
            </a:r>
            <a:endParaRPr 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D. まとめ — リスク評価から伝達まで一直線</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Shape 2"/>
          <p:cNvSpPr/>
          <p:nvPr/>
        </p:nvSpPr>
        <p:spPr>
          <a:xfrm>
            <a:off x="608076" y="2468880"/>
            <a:ext cx="2011680" cy="1188720"/>
          </a:xfrm>
          <a:prstGeom prst="roundRect">
            <a:avLst>
              <a:gd name="adj" fmla="val 6154"/>
            </a:avLst>
          </a:prstGeom>
          <a:solidFill>
            <a:srgbClr val="EAF2F8"/>
          </a:solidFill>
          <a:ln w="15240">
            <a:solidFill>
              <a:srgbClr val="1A5276"/>
            </a:solidFill>
            <a:prstDash val="solid"/>
          </a:ln>
        </p:spPr>
        <p:txBody>
          <a:bodyPr/>
          <a:lstStyle/>
          <a:p>
            <a:endParaRPr lang="ja-JP" altLang="en-US" sz="2400"/>
          </a:p>
        </p:txBody>
      </p:sp>
      <p:sp>
        <p:nvSpPr>
          <p:cNvPr id="5" name="Text 3"/>
          <p:cNvSpPr/>
          <p:nvPr/>
        </p:nvSpPr>
        <p:spPr>
          <a:xfrm>
            <a:off x="608076" y="2560320"/>
            <a:ext cx="2011680" cy="457200"/>
          </a:xfrm>
          <a:prstGeom prst="rect">
            <a:avLst/>
          </a:prstGeom>
          <a:noFill/>
          <a:ln/>
        </p:spPr>
        <p:txBody>
          <a:bodyPr wrap="square" rtlCol="0" anchor="ctr"/>
          <a:lstStyle/>
          <a:p>
            <a:pPr marL="0" indent="0" algn="ctr">
              <a:buNone/>
            </a:pPr>
            <a:r>
              <a:rPr lang="en-US" b="1" dirty="0">
                <a:solidFill>
                  <a:srgbClr val="1A5276"/>
                </a:solidFill>
                <a:latin typeface="Meiryo" pitchFamily="34" charset="0"/>
                <a:ea typeface="Meiryo" pitchFamily="34" charset="-122"/>
                <a:cs typeface="Meiryo" pitchFamily="34" charset="-120"/>
              </a:rPr>
              <a:t>化学物質</a:t>
            </a:r>
            <a:endParaRPr lang="en-US" dirty="0"/>
          </a:p>
        </p:txBody>
      </p:sp>
      <p:sp>
        <p:nvSpPr>
          <p:cNvPr id="6" name="Text 4"/>
          <p:cNvSpPr/>
          <p:nvPr/>
        </p:nvSpPr>
        <p:spPr>
          <a:xfrm>
            <a:off x="608076" y="3063240"/>
            <a:ext cx="2011680" cy="457200"/>
          </a:xfrm>
          <a:prstGeom prst="rect">
            <a:avLst/>
          </a:prstGeom>
          <a:noFill/>
          <a:ln/>
        </p:spPr>
        <p:txBody>
          <a:bodyPr wrap="square" rtlCol="0" anchor="ctr"/>
          <a:lstStyle/>
          <a:p>
            <a:pPr marL="0" indent="0" algn="ctr">
              <a:buNone/>
            </a:pPr>
            <a:r>
              <a:rPr lang="en-US" sz="1400" dirty="0">
                <a:solidFill>
                  <a:srgbClr val="5D6D7E"/>
                </a:solidFill>
                <a:latin typeface="Meiryo" pitchFamily="34" charset="0"/>
                <a:ea typeface="Meiryo" pitchFamily="34" charset="-122"/>
                <a:cs typeface="Meiryo" pitchFamily="34" charset="-120"/>
              </a:rPr>
              <a:t>の同定</a:t>
            </a:r>
            <a:endParaRPr lang="en-US" sz="1400" dirty="0"/>
          </a:p>
        </p:txBody>
      </p:sp>
      <p:sp>
        <p:nvSpPr>
          <p:cNvPr id="7" name="Shape 5"/>
          <p:cNvSpPr/>
          <p:nvPr/>
        </p:nvSpPr>
        <p:spPr>
          <a:xfrm>
            <a:off x="2619756" y="3063240"/>
            <a:ext cx="228600" cy="0"/>
          </a:xfrm>
          <a:prstGeom prst="line">
            <a:avLst/>
          </a:prstGeom>
          <a:noFill/>
          <a:ln w="25400">
            <a:solidFill>
              <a:srgbClr val="2980B9"/>
            </a:solidFill>
            <a:prstDash val="solid"/>
            <a:tailEnd type="triangle"/>
          </a:ln>
        </p:spPr>
        <p:txBody>
          <a:bodyPr/>
          <a:lstStyle/>
          <a:p>
            <a:endParaRPr lang="ja-JP" altLang="en-US" sz="2400"/>
          </a:p>
        </p:txBody>
      </p:sp>
      <p:sp>
        <p:nvSpPr>
          <p:cNvPr id="8" name="Shape 6"/>
          <p:cNvSpPr/>
          <p:nvPr/>
        </p:nvSpPr>
        <p:spPr>
          <a:xfrm>
            <a:off x="2848356" y="2468880"/>
            <a:ext cx="2011680" cy="1188720"/>
          </a:xfrm>
          <a:prstGeom prst="roundRect">
            <a:avLst>
              <a:gd name="adj" fmla="val 6154"/>
            </a:avLst>
          </a:prstGeom>
          <a:solidFill>
            <a:srgbClr val="EAF2F8"/>
          </a:solidFill>
          <a:ln w="15240">
            <a:solidFill>
              <a:srgbClr val="1A5276"/>
            </a:solidFill>
            <a:prstDash val="solid"/>
          </a:ln>
        </p:spPr>
        <p:txBody>
          <a:bodyPr/>
          <a:lstStyle/>
          <a:p>
            <a:endParaRPr lang="ja-JP" altLang="en-US" sz="2400"/>
          </a:p>
        </p:txBody>
      </p:sp>
      <p:sp>
        <p:nvSpPr>
          <p:cNvPr id="9" name="Text 7"/>
          <p:cNvSpPr/>
          <p:nvPr/>
        </p:nvSpPr>
        <p:spPr>
          <a:xfrm>
            <a:off x="2848356" y="2560320"/>
            <a:ext cx="2011680" cy="457200"/>
          </a:xfrm>
          <a:prstGeom prst="rect">
            <a:avLst/>
          </a:prstGeom>
          <a:noFill/>
          <a:ln/>
        </p:spPr>
        <p:txBody>
          <a:bodyPr wrap="square" rtlCol="0" anchor="ctr"/>
          <a:lstStyle/>
          <a:p>
            <a:pPr marL="0" indent="0" algn="ctr">
              <a:buNone/>
            </a:pPr>
            <a:r>
              <a:rPr lang="en-US" b="1" dirty="0">
                <a:solidFill>
                  <a:srgbClr val="1A5276"/>
                </a:solidFill>
                <a:latin typeface="Meiryo" pitchFamily="34" charset="0"/>
                <a:ea typeface="Meiryo" pitchFamily="34" charset="-122"/>
                <a:cs typeface="Meiryo" pitchFamily="34" charset="-120"/>
              </a:rPr>
              <a:t>毒性試験</a:t>
            </a:r>
            <a:endParaRPr lang="en-US" dirty="0"/>
          </a:p>
        </p:txBody>
      </p:sp>
      <p:sp>
        <p:nvSpPr>
          <p:cNvPr id="10" name="Text 8"/>
          <p:cNvSpPr/>
          <p:nvPr/>
        </p:nvSpPr>
        <p:spPr>
          <a:xfrm>
            <a:off x="2848356" y="3063240"/>
            <a:ext cx="2011680" cy="457200"/>
          </a:xfrm>
          <a:prstGeom prst="rect">
            <a:avLst/>
          </a:prstGeom>
          <a:noFill/>
          <a:ln/>
        </p:spPr>
        <p:txBody>
          <a:bodyPr wrap="square" rtlCol="0" anchor="ctr"/>
          <a:lstStyle/>
          <a:p>
            <a:pPr marL="0" indent="0" algn="ctr">
              <a:buNone/>
            </a:pPr>
            <a:r>
              <a:rPr lang="en-US" sz="1400" dirty="0">
                <a:solidFill>
                  <a:srgbClr val="5D6D7E"/>
                </a:solidFill>
                <a:latin typeface="Meiryo" pitchFamily="34" charset="0"/>
                <a:ea typeface="Meiryo" pitchFamily="34" charset="-122"/>
                <a:cs typeface="Meiryo" pitchFamily="34" charset="-120"/>
              </a:rPr>
              <a:t>NOAEL</a:t>
            </a:r>
            <a:endParaRPr lang="en-US" sz="1400" dirty="0"/>
          </a:p>
        </p:txBody>
      </p:sp>
      <p:sp>
        <p:nvSpPr>
          <p:cNvPr id="11" name="Shape 9"/>
          <p:cNvSpPr/>
          <p:nvPr/>
        </p:nvSpPr>
        <p:spPr>
          <a:xfrm>
            <a:off x="4860036" y="3063240"/>
            <a:ext cx="228600" cy="0"/>
          </a:xfrm>
          <a:prstGeom prst="line">
            <a:avLst/>
          </a:prstGeom>
          <a:noFill/>
          <a:ln w="25400">
            <a:solidFill>
              <a:srgbClr val="2980B9"/>
            </a:solidFill>
            <a:prstDash val="solid"/>
            <a:tailEnd type="triangle"/>
          </a:ln>
        </p:spPr>
        <p:txBody>
          <a:bodyPr/>
          <a:lstStyle/>
          <a:p>
            <a:endParaRPr lang="ja-JP" altLang="en-US" sz="2400"/>
          </a:p>
        </p:txBody>
      </p:sp>
      <p:sp>
        <p:nvSpPr>
          <p:cNvPr id="12" name="Shape 10"/>
          <p:cNvSpPr/>
          <p:nvPr/>
        </p:nvSpPr>
        <p:spPr>
          <a:xfrm>
            <a:off x="5088636" y="2468880"/>
            <a:ext cx="2011680" cy="1188720"/>
          </a:xfrm>
          <a:prstGeom prst="roundRect">
            <a:avLst>
              <a:gd name="adj" fmla="val 6154"/>
            </a:avLst>
          </a:prstGeom>
          <a:solidFill>
            <a:srgbClr val="FEF9E7"/>
          </a:solidFill>
          <a:ln w="15240">
            <a:solidFill>
              <a:srgbClr val="9A6E0A"/>
            </a:solidFill>
            <a:prstDash val="solid"/>
          </a:ln>
        </p:spPr>
        <p:txBody>
          <a:bodyPr/>
          <a:lstStyle/>
          <a:p>
            <a:endParaRPr lang="ja-JP" altLang="en-US" sz="2400"/>
          </a:p>
        </p:txBody>
      </p:sp>
      <p:sp>
        <p:nvSpPr>
          <p:cNvPr id="13" name="Text 11"/>
          <p:cNvSpPr/>
          <p:nvPr/>
        </p:nvSpPr>
        <p:spPr>
          <a:xfrm>
            <a:off x="5088636" y="2560320"/>
            <a:ext cx="2011680" cy="457200"/>
          </a:xfrm>
          <a:prstGeom prst="rect">
            <a:avLst/>
          </a:prstGeom>
          <a:noFill/>
          <a:ln/>
        </p:spPr>
        <p:txBody>
          <a:bodyPr wrap="square" rtlCol="0" anchor="ctr"/>
          <a:lstStyle/>
          <a:p>
            <a:pPr marL="0" indent="0" algn="ctr">
              <a:buNone/>
            </a:pPr>
            <a:r>
              <a:rPr lang="en-US" b="1" dirty="0">
                <a:solidFill>
                  <a:srgbClr val="9A6E0A"/>
                </a:solidFill>
                <a:latin typeface="Meiryo" pitchFamily="34" charset="0"/>
                <a:ea typeface="Meiryo" pitchFamily="34" charset="-122"/>
                <a:cs typeface="Meiryo" pitchFamily="34" charset="-120"/>
              </a:rPr>
              <a:t>ADI/TDI</a:t>
            </a:r>
            <a:endParaRPr lang="en-US" dirty="0"/>
          </a:p>
        </p:txBody>
      </p:sp>
      <p:sp>
        <p:nvSpPr>
          <p:cNvPr id="14" name="Text 12"/>
          <p:cNvSpPr/>
          <p:nvPr/>
        </p:nvSpPr>
        <p:spPr>
          <a:xfrm>
            <a:off x="5088636" y="3063240"/>
            <a:ext cx="2011680" cy="457200"/>
          </a:xfrm>
          <a:prstGeom prst="rect">
            <a:avLst/>
          </a:prstGeom>
          <a:noFill/>
          <a:ln/>
        </p:spPr>
        <p:txBody>
          <a:bodyPr wrap="square" rtlCol="0" anchor="ctr"/>
          <a:lstStyle/>
          <a:p>
            <a:pPr marL="0" indent="0" algn="ctr">
              <a:buNone/>
            </a:pPr>
            <a:r>
              <a:rPr lang="en-US" sz="1400" dirty="0">
                <a:solidFill>
                  <a:srgbClr val="5D6D7E"/>
                </a:solidFill>
                <a:latin typeface="Meiryo" pitchFamily="34" charset="0"/>
                <a:ea typeface="Meiryo" pitchFamily="34" charset="-122"/>
                <a:cs typeface="Meiryo" pitchFamily="34" charset="-120"/>
              </a:rPr>
              <a:t>VSD</a:t>
            </a:r>
            <a:endParaRPr lang="en-US" sz="1400" dirty="0"/>
          </a:p>
        </p:txBody>
      </p:sp>
      <p:sp>
        <p:nvSpPr>
          <p:cNvPr id="15" name="Shape 13"/>
          <p:cNvSpPr/>
          <p:nvPr/>
        </p:nvSpPr>
        <p:spPr>
          <a:xfrm>
            <a:off x="7100316" y="3063240"/>
            <a:ext cx="228600" cy="0"/>
          </a:xfrm>
          <a:prstGeom prst="line">
            <a:avLst/>
          </a:prstGeom>
          <a:noFill/>
          <a:ln w="25400">
            <a:solidFill>
              <a:srgbClr val="2980B9"/>
            </a:solidFill>
            <a:prstDash val="solid"/>
            <a:tailEnd type="triangle"/>
          </a:ln>
        </p:spPr>
        <p:txBody>
          <a:bodyPr/>
          <a:lstStyle/>
          <a:p>
            <a:endParaRPr lang="ja-JP" altLang="en-US" sz="2400"/>
          </a:p>
        </p:txBody>
      </p:sp>
      <p:sp>
        <p:nvSpPr>
          <p:cNvPr id="16" name="Shape 14"/>
          <p:cNvSpPr/>
          <p:nvPr/>
        </p:nvSpPr>
        <p:spPr>
          <a:xfrm>
            <a:off x="7328916" y="2468880"/>
            <a:ext cx="2011680" cy="1188720"/>
          </a:xfrm>
          <a:prstGeom prst="roundRect">
            <a:avLst>
              <a:gd name="adj" fmla="val 6154"/>
            </a:avLst>
          </a:prstGeom>
          <a:solidFill>
            <a:srgbClr val="FDEDEC"/>
          </a:solidFill>
          <a:ln w="15240">
            <a:solidFill>
              <a:srgbClr val="C0392B"/>
            </a:solidFill>
            <a:prstDash val="solid"/>
          </a:ln>
        </p:spPr>
        <p:txBody>
          <a:bodyPr/>
          <a:lstStyle/>
          <a:p>
            <a:endParaRPr lang="ja-JP" altLang="en-US" sz="2400"/>
          </a:p>
        </p:txBody>
      </p:sp>
      <p:sp>
        <p:nvSpPr>
          <p:cNvPr id="17" name="Text 15"/>
          <p:cNvSpPr/>
          <p:nvPr/>
        </p:nvSpPr>
        <p:spPr>
          <a:xfrm>
            <a:off x="7328916" y="2560320"/>
            <a:ext cx="2011680" cy="457200"/>
          </a:xfrm>
          <a:prstGeom prst="rect">
            <a:avLst/>
          </a:prstGeom>
          <a:noFill/>
          <a:ln/>
        </p:spPr>
        <p:txBody>
          <a:bodyPr wrap="square" rtlCol="0" anchor="ctr"/>
          <a:lstStyle/>
          <a:p>
            <a:pPr marL="0" indent="0" algn="ctr">
              <a:buNone/>
            </a:pPr>
            <a:r>
              <a:rPr lang="en-US" b="1" dirty="0">
                <a:solidFill>
                  <a:srgbClr val="C0392B"/>
                </a:solidFill>
                <a:latin typeface="Meiryo" pitchFamily="34" charset="0"/>
                <a:ea typeface="Meiryo" pitchFamily="34" charset="-122"/>
                <a:cs typeface="Meiryo" pitchFamily="34" charset="-120"/>
              </a:rPr>
              <a:t>基準値</a:t>
            </a:r>
            <a:endParaRPr lang="en-US" dirty="0"/>
          </a:p>
        </p:txBody>
      </p:sp>
      <p:sp>
        <p:nvSpPr>
          <p:cNvPr id="18" name="Text 16"/>
          <p:cNvSpPr/>
          <p:nvPr/>
        </p:nvSpPr>
        <p:spPr>
          <a:xfrm>
            <a:off x="7328916" y="3063240"/>
            <a:ext cx="2011680" cy="457200"/>
          </a:xfrm>
          <a:prstGeom prst="rect">
            <a:avLst/>
          </a:prstGeom>
          <a:noFill/>
          <a:ln/>
        </p:spPr>
        <p:txBody>
          <a:bodyPr wrap="square" rtlCol="0" anchor="ctr"/>
          <a:lstStyle/>
          <a:p>
            <a:pPr marL="0" indent="0" algn="ctr">
              <a:buNone/>
            </a:pPr>
            <a:r>
              <a:rPr lang="en-US" sz="1400" dirty="0">
                <a:solidFill>
                  <a:srgbClr val="5D6D7E"/>
                </a:solidFill>
                <a:latin typeface="Meiryo" pitchFamily="34" charset="0"/>
                <a:ea typeface="Meiryo" pitchFamily="34" charset="-122"/>
                <a:cs typeface="Meiryo" pitchFamily="34" charset="-120"/>
              </a:rPr>
              <a:t>食品・水・大気</a:t>
            </a:r>
            <a:endParaRPr lang="en-US" sz="1400" dirty="0"/>
          </a:p>
        </p:txBody>
      </p:sp>
      <p:sp>
        <p:nvSpPr>
          <p:cNvPr id="19" name="Shape 17"/>
          <p:cNvSpPr/>
          <p:nvPr/>
        </p:nvSpPr>
        <p:spPr>
          <a:xfrm>
            <a:off x="9340596" y="3063240"/>
            <a:ext cx="228600" cy="0"/>
          </a:xfrm>
          <a:prstGeom prst="line">
            <a:avLst/>
          </a:prstGeom>
          <a:noFill/>
          <a:ln w="25400">
            <a:solidFill>
              <a:srgbClr val="2980B9"/>
            </a:solidFill>
            <a:prstDash val="solid"/>
            <a:tailEnd type="triangle"/>
          </a:ln>
        </p:spPr>
        <p:txBody>
          <a:bodyPr/>
          <a:lstStyle/>
          <a:p>
            <a:endParaRPr lang="ja-JP" altLang="en-US" sz="2400"/>
          </a:p>
        </p:txBody>
      </p:sp>
      <p:sp>
        <p:nvSpPr>
          <p:cNvPr id="20" name="Shape 18"/>
          <p:cNvSpPr/>
          <p:nvPr/>
        </p:nvSpPr>
        <p:spPr>
          <a:xfrm>
            <a:off x="9569196" y="2468880"/>
            <a:ext cx="2011680" cy="1188720"/>
          </a:xfrm>
          <a:prstGeom prst="roundRect">
            <a:avLst>
              <a:gd name="adj" fmla="val 6154"/>
            </a:avLst>
          </a:prstGeom>
          <a:solidFill>
            <a:srgbClr val="E8F8F5"/>
          </a:solidFill>
          <a:ln w="15240">
            <a:solidFill>
              <a:srgbClr val="196F3D"/>
            </a:solidFill>
            <a:prstDash val="solid"/>
          </a:ln>
        </p:spPr>
        <p:txBody>
          <a:bodyPr/>
          <a:lstStyle/>
          <a:p>
            <a:endParaRPr lang="ja-JP" altLang="en-US" sz="2400"/>
          </a:p>
        </p:txBody>
      </p:sp>
      <p:sp>
        <p:nvSpPr>
          <p:cNvPr id="21" name="Text 19"/>
          <p:cNvSpPr/>
          <p:nvPr/>
        </p:nvSpPr>
        <p:spPr>
          <a:xfrm>
            <a:off x="9569196" y="2560320"/>
            <a:ext cx="2011680" cy="457200"/>
          </a:xfrm>
          <a:prstGeom prst="rect">
            <a:avLst/>
          </a:prstGeom>
          <a:noFill/>
          <a:ln/>
        </p:spPr>
        <p:txBody>
          <a:bodyPr wrap="square" rtlCol="0" anchor="ctr"/>
          <a:lstStyle/>
          <a:p>
            <a:pPr marL="0" indent="0" algn="ctr">
              <a:buNone/>
            </a:pPr>
            <a:r>
              <a:rPr lang="en-US" b="1" dirty="0">
                <a:solidFill>
                  <a:srgbClr val="196F3D"/>
                </a:solidFill>
                <a:latin typeface="Meiryo" pitchFamily="34" charset="0"/>
                <a:ea typeface="Meiryo" pitchFamily="34" charset="-122"/>
                <a:cs typeface="Meiryo" pitchFamily="34" charset="-120"/>
              </a:rPr>
              <a:t>RC・公開</a:t>
            </a:r>
            <a:endParaRPr lang="en-US" dirty="0"/>
          </a:p>
        </p:txBody>
      </p:sp>
      <p:sp>
        <p:nvSpPr>
          <p:cNvPr id="22" name="Text 20"/>
          <p:cNvSpPr/>
          <p:nvPr/>
        </p:nvSpPr>
        <p:spPr>
          <a:xfrm>
            <a:off x="9569196" y="3063240"/>
            <a:ext cx="2011680" cy="457200"/>
          </a:xfrm>
          <a:prstGeom prst="rect">
            <a:avLst/>
          </a:prstGeom>
          <a:noFill/>
          <a:ln/>
        </p:spPr>
        <p:txBody>
          <a:bodyPr wrap="square" rtlCol="0" anchor="ctr"/>
          <a:lstStyle/>
          <a:p>
            <a:pPr marL="0" indent="0" algn="ctr">
              <a:buNone/>
            </a:pPr>
            <a:r>
              <a:rPr lang="en-US" sz="1400" dirty="0">
                <a:solidFill>
                  <a:srgbClr val="5D6D7E"/>
                </a:solidFill>
                <a:latin typeface="Meiryo" pitchFamily="34" charset="0"/>
                <a:ea typeface="Meiryo" pitchFamily="34" charset="-122"/>
                <a:cs typeface="Meiryo" pitchFamily="34" charset="-120"/>
              </a:rPr>
              <a:t>PRTR・薬局窓口</a:t>
            </a:r>
            <a:endParaRPr lang="en-US" sz="1400" dirty="0"/>
          </a:p>
        </p:txBody>
      </p:sp>
      <p:sp>
        <p:nvSpPr>
          <p:cNvPr id="23" name="Text 21"/>
          <p:cNvSpPr/>
          <p:nvPr/>
        </p:nvSpPr>
        <p:spPr>
          <a:xfrm>
            <a:off x="411480" y="1371600"/>
            <a:ext cx="11365992" cy="457200"/>
          </a:xfrm>
          <a:prstGeom prst="rect">
            <a:avLst/>
          </a:prstGeom>
          <a:noFill/>
          <a:ln/>
        </p:spPr>
        <p:txBody>
          <a:bodyPr wrap="square" rtlCol="0" anchor="ctr"/>
          <a:lstStyle/>
          <a:p>
            <a:pPr marL="0" indent="0" algn="ctr">
              <a:buNone/>
            </a:pPr>
            <a:r>
              <a:rPr lang="en-US" sz="1800" b="1" dirty="0">
                <a:solidFill>
                  <a:srgbClr val="1A5276"/>
                </a:solidFill>
                <a:latin typeface="Meiryo" pitchFamily="34" charset="0"/>
                <a:ea typeface="Meiryo" pitchFamily="34" charset="-122"/>
                <a:cs typeface="Meiryo" pitchFamily="34" charset="-120"/>
              </a:rPr>
              <a:t>リスクは「測る」だけでなく「伝える」までが衛生薬学</a:t>
            </a:r>
            <a:endParaRPr lang="en-US" sz="1800" dirty="0"/>
          </a:p>
        </p:txBody>
      </p:sp>
      <p:sp>
        <p:nvSpPr>
          <p:cNvPr id="24" name="Text 22"/>
          <p:cNvSpPr/>
          <p:nvPr/>
        </p:nvSpPr>
        <p:spPr>
          <a:xfrm>
            <a:off x="411480" y="4206240"/>
            <a:ext cx="11365992" cy="365760"/>
          </a:xfrm>
          <a:prstGeom prst="rect">
            <a:avLst/>
          </a:prstGeom>
          <a:noFill/>
          <a:ln/>
        </p:spPr>
        <p:txBody>
          <a:bodyPr wrap="square" rtlCol="0" anchor="ctr"/>
          <a:lstStyle/>
          <a:p>
            <a:pPr marL="0" indent="0" algn="ctr">
              <a:buNone/>
            </a:pPr>
            <a:r>
              <a:rPr lang="en-US" sz="1600" i="1" dirty="0">
                <a:solidFill>
                  <a:srgbClr val="5D6D7E"/>
                </a:solidFill>
                <a:latin typeface="Meiryo" pitchFamily="34" charset="0"/>
                <a:ea typeface="Meiryo" pitchFamily="34" charset="-122"/>
                <a:cs typeface="Meiryo" pitchFamily="34" charset="-120"/>
              </a:rPr>
              <a:t>薬剤師の出番は最も右側 ─ 市民への翻訳者として</a:t>
            </a:r>
            <a:endParaRPr lang="en-US" sz="16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本日のまとめ ① — 生態系と物質循環</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Rectangle 3"/>
          <p:cNvSpPr/>
          <p:nvPr/>
        </p:nvSpPr>
        <p:spPr>
          <a:xfrm>
            <a:off x="411480" y="1280160"/>
            <a:ext cx="5545836" cy="1145286"/>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 name="Rectangle 4"/>
          <p:cNvSpPr/>
          <p:nvPr/>
        </p:nvSpPr>
        <p:spPr>
          <a:xfrm>
            <a:off x="411480" y="1280160"/>
            <a:ext cx="91440" cy="1145286"/>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 name="TextBox 5"/>
          <p:cNvSpPr txBox="1"/>
          <p:nvPr/>
        </p:nvSpPr>
        <p:spPr>
          <a:xfrm>
            <a:off x="640080" y="1389888"/>
            <a:ext cx="5180075" cy="369332"/>
          </a:xfrm>
          <a:prstGeom prst="rect">
            <a:avLst/>
          </a:prstGeom>
          <a:noFill/>
        </p:spPr>
        <p:txBody>
          <a:bodyPr wrap="square" lIns="0" tIns="0" rIns="0" bIns="0" anchor="t">
            <a:spAutoFit/>
          </a:bodyPr>
          <a:lstStyle/>
          <a:p>
            <a:pPr algn="l"/>
            <a:r>
              <a:rPr sz="2400" b="1">
                <a:solidFill>
                  <a:srgbClr val="1A5276"/>
                </a:solidFill>
                <a:latin typeface="Yu Gothic"/>
              </a:rPr>
              <a:t>四圏</a:t>
            </a:r>
          </a:p>
        </p:txBody>
      </p:sp>
      <p:sp>
        <p:nvSpPr>
          <p:cNvPr id="7" name="TextBox 6"/>
          <p:cNvSpPr txBox="1"/>
          <p:nvPr/>
        </p:nvSpPr>
        <p:spPr>
          <a:xfrm>
            <a:off x="640080" y="1737360"/>
            <a:ext cx="5134355" cy="276999"/>
          </a:xfrm>
          <a:prstGeom prst="rect">
            <a:avLst/>
          </a:prstGeom>
          <a:noFill/>
        </p:spPr>
        <p:txBody>
          <a:bodyPr wrap="square" lIns="0" tIns="0" rIns="0" bIns="0" anchor="t">
            <a:spAutoFit/>
          </a:bodyPr>
          <a:lstStyle/>
          <a:p>
            <a:pPr algn="l"/>
            <a:r>
              <a:rPr b="0">
                <a:solidFill>
                  <a:srgbClr val="2C3E50"/>
                </a:solidFill>
                <a:latin typeface="Yu Gothic"/>
              </a:rPr>
              <a:t>地・水・気・生物。物質はこれらを行き来する</a:t>
            </a:r>
          </a:p>
        </p:txBody>
      </p:sp>
      <p:sp>
        <p:nvSpPr>
          <p:cNvPr id="8" name="Rectangle 7"/>
          <p:cNvSpPr/>
          <p:nvPr/>
        </p:nvSpPr>
        <p:spPr>
          <a:xfrm>
            <a:off x="411480" y="2571750"/>
            <a:ext cx="5545836" cy="1145286"/>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 name="Rectangle 8"/>
          <p:cNvSpPr/>
          <p:nvPr/>
        </p:nvSpPr>
        <p:spPr>
          <a:xfrm>
            <a:off x="411480" y="2571750"/>
            <a:ext cx="91440" cy="1145286"/>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0" name="TextBox 9"/>
          <p:cNvSpPr txBox="1"/>
          <p:nvPr/>
        </p:nvSpPr>
        <p:spPr>
          <a:xfrm>
            <a:off x="640080" y="2681478"/>
            <a:ext cx="5180075" cy="369332"/>
          </a:xfrm>
          <a:prstGeom prst="rect">
            <a:avLst/>
          </a:prstGeom>
          <a:noFill/>
        </p:spPr>
        <p:txBody>
          <a:bodyPr wrap="square" lIns="0" tIns="0" rIns="0" bIns="0" anchor="t">
            <a:spAutoFit/>
          </a:bodyPr>
          <a:lstStyle/>
          <a:p>
            <a:pPr algn="l"/>
            <a:r>
              <a:rPr sz="2400" b="1">
                <a:solidFill>
                  <a:srgbClr val="1A5276"/>
                </a:solidFill>
                <a:latin typeface="Yu Gothic"/>
              </a:rPr>
              <a:t>生態系</a:t>
            </a:r>
          </a:p>
        </p:txBody>
      </p:sp>
      <p:sp>
        <p:nvSpPr>
          <p:cNvPr id="11" name="TextBox 10"/>
          <p:cNvSpPr txBox="1"/>
          <p:nvPr/>
        </p:nvSpPr>
        <p:spPr>
          <a:xfrm>
            <a:off x="640080" y="3028950"/>
            <a:ext cx="5134355" cy="276999"/>
          </a:xfrm>
          <a:prstGeom prst="rect">
            <a:avLst/>
          </a:prstGeom>
          <a:noFill/>
        </p:spPr>
        <p:txBody>
          <a:bodyPr wrap="square" lIns="0" tIns="0" rIns="0" bIns="0" anchor="t">
            <a:spAutoFit/>
          </a:bodyPr>
          <a:lstStyle/>
          <a:p>
            <a:pPr algn="l"/>
            <a:r>
              <a:rPr b="0">
                <a:solidFill>
                  <a:srgbClr val="2C3E50"/>
                </a:solidFill>
                <a:latin typeface="Yu Gothic"/>
              </a:rPr>
              <a:t>生物群集 ＋ 非生物的環境</a:t>
            </a:r>
          </a:p>
        </p:txBody>
      </p:sp>
      <p:sp>
        <p:nvSpPr>
          <p:cNvPr id="12" name="Rectangle 11"/>
          <p:cNvSpPr/>
          <p:nvPr/>
        </p:nvSpPr>
        <p:spPr>
          <a:xfrm>
            <a:off x="411480" y="3863339"/>
            <a:ext cx="5545836" cy="1145286"/>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3" name="Rectangle 12"/>
          <p:cNvSpPr/>
          <p:nvPr/>
        </p:nvSpPr>
        <p:spPr>
          <a:xfrm>
            <a:off x="411480" y="3863339"/>
            <a:ext cx="91440" cy="1145286"/>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4" name="TextBox 13"/>
          <p:cNvSpPr txBox="1"/>
          <p:nvPr/>
        </p:nvSpPr>
        <p:spPr>
          <a:xfrm>
            <a:off x="640080" y="3973068"/>
            <a:ext cx="5180075" cy="369332"/>
          </a:xfrm>
          <a:prstGeom prst="rect">
            <a:avLst/>
          </a:prstGeom>
          <a:noFill/>
        </p:spPr>
        <p:txBody>
          <a:bodyPr wrap="square" lIns="0" tIns="0" rIns="0" bIns="0" anchor="t">
            <a:spAutoFit/>
          </a:bodyPr>
          <a:lstStyle/>
          <a:p>
            <a:pPr algn="l"/>
            <a:r>
              <a:rPr sz="2400" b="1">
                <a:solidFill>
                  <a:srgbClr val="1A5276"/>
                </a:solidFill>
                <a:latin typeface="Yu Gothic"/>
              </a:rPr>
              <a:t>3者の関係</a:t>
            </a:r>
          </a:p>
        </p:txBody>
      </p:sp>
      <p:sp>
        <p:nvSpPr>
          <p:cNvPr id="15" name="TextBox 14"/>
          <p:cNvSpPr txBox="1"/>
          <p:nvPr/>
        </p:nvSpPr>
        <p:spPr>
          <a:xfrm>
            <a:off x="640080" y="4320540"/>
            <a:ext cx="5134355" cy="276999"/>
          </a:xfrm>
          <a:prstGeom prst="rect">
            <a:avLst/>
          </a:prstGeom>
          <a:noFill/>
        </p:spPr>
        <p:txBody>
          <a:bodyPr wrap="square" lIns="0" tIns="0" rIns="0" bIns="0" anchor="t">
            <a:spAutoFit/>
          </a:bodyPr>
          <a:lstStyle/>
          <a:p>
            <a:pPr algn="l"/>
            <a:r>
              <a:rPr b="0">
                <a:solidFill>
                  <a:srgbClr val="2C3E50"/>
                </a:solidFill>
                <a:latin typeface="Yu Gothic"/>
              </a:rPr>
              <a:t>生産者（光・化学合成）→ 消費者 → 分解者</a:t>
            </a:r>
          </a:p>
        </p:txBody>
      </p:sp>
      <p:sp>
        <p:nvSpPr>
          <p:cNvPr id="16" name="Rectangle 15"/>
          <p:cNvSpPr/>
          <p:nvPr/>
        </p:nvSpPr>
        <p:spPr>
          <a:xfrm>
            <a:off x="411480" y="5154930"/>
            <a:ext cx="5545836" cy="1145286"/>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Rectangle 16"/>
          <p:cNvSpPr/>
          <p:nvPr/>
        </p:nvSpPr>
        <p:spPr>
          <a:xfrm>
            <a:off x="411480" y="5154930"/>
            <a:ext cx="91440" cy="1145286"/>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8" name="TextBox 17"/>
          <p:cNvSpPr txBox="1"/>
          <p:nvPr/>
        </p:nvSpPr>
        <p:spPr>
          <a:xfrm>
            <a:off x="640080" y="5264658"/>
            <a:ext cx="5180075" cy="369332"/>
          </a:xfrm>
          <a:prstGeom prst="rect">
            <a:avLst/>
          </a:prstGeom>
          <a:noFill/>
        </p:spPr>
        <p:txBody>
          <a:bodyPr wrap="square" lIns="0" tIns="0" rIns="0" bIns="0" anchor="t">
            <a:spAutoFit/>
          </a:bodyPr>
          <a:lstStyle/>
          <a:p>
            <a:pPr algn="l"/>
            <a:r>
              <a:rPr sz="2400" b="1">
                <a:solidFill>
                  <a:srgbClr val="1A5276"/>
                </a:solidFill>
                <a:latin typeface="Yu Gothic"/>
              </a:rPr>
              <a:t>エネルギーと物質</a:t>
            </a:r>
          </a:p>
        </p:txBody>
      </p:sp>
      <p:sp>
        <p:nvSpPr>
          <p:cNvPr id="19" name="TextBox 18"/>
          <p:cNvSpPr txBox="1"/>
          <p:nvPr/>
        </p:nvSpPr>
        <p:spPr>
          <a:xfrm>
            <a:off x="640080" y="5612130"/>
            <a:ext cx="5134355" cy="276999"/>
          </a:xfrm>
          <a:prstGeom prst="rect">
            <a:avLst/>
          </a:prstGeom>
          <a:noFill/>
        </p:spPr>
        <p:txBody>
          <a:bodyPr wrap="square" lIns="0" tIns="0" rIns="0" bIns="0" anchor="t">
            <a:spAutoFit/>
          </a:bodyPr>
          <a:lstStyle/>
          <a:p>
            <a:pPr algn="l"/>
            <a:r>
              <a:rPr b="0">
                <a:solidFill>
                  <a:srgbClr val="2C3E50"/>
                </a:solidFill>
                <a:latin typeface="Yu Gothic"/>
              </a:rPr>
              <a:t>エネルギーは一方向（散逸）／ 物質は循環</a:t>
            </a:r>
          </a:p>
        </p:txBody>
      </p:sp>
      <p:sp>
        <p:nvSpPr>
          <p:cNvPr id="20" name="Rectangle 19"/>
          <p:cNvSpPr/>
          <p:nvPr/>
        </p:nvSpPr>
        <p:spPr>
          <a:xfrm>
            <a:off x="6231636" y="1280160"/>
            <a:ext cx="5545836" cy="1145286"/>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Rectangle 20"/>
          <p:cNvSpPr/>
          <p:nvPr/>
        </p:nvSpPr>
        <p:spPr>
          <a:xfrm>
            <a:off x="6231636" y="1280160"/>
            <a:ext cx="91440" cy="1145286"/>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2" name="TextBox 21"/>
          <p:cNvSpPr txBox="1"/>
          <p:nvPr/>
        </p:nvSpPr>
        <p:spPr>
          <a:xfrm>
            <a:off x="6460236" y="1389888"/>
            <a:ext cx="5180075" cy="369332"/>
          </a:xfrm>
          <a:prstGeom prst="rect">
            <a:avLst/>
          </a:prstGeom>
          <a:noFill/>
        </p:spPr>
        <p:txBody>
          <a:bodyPr wrap="square" lIns="0" tIns="0" rIns="0" bIns="0" anchor="t">
            <a:spAutoFit/>
          </a:bodyPr>
          <a:lstStyle/>
          <a:p>
            <a:pPr algn="l"/>
            <a:r>
              <a:rPr sz="2400" b="1">
                <a:solidFill>
                  <a:srgbClr val="1A5276"/>
                </a:solidFill>
                <a:latin typeface="Yu Gothic"/>
              </a:rPr>
              <a:t>生態ピラミッド</a:t>
            </a:r>
          </a:p>
        </p:txBody>
      </p:sp>
      <p:sp>
        <p:nvSpPr>
          <p:cNvPr id="23" name="TextBox 22"/>
          <p:cNvSpPr txBox="1"/>
          <p:nvPr/>
        </p:nvSpPr>
        <p:spPr>
          <a:xfrm>
            <a:off x="6460236" y="1737360"/>
            <a:ext cx="5134355" cy="276999"/>
          </a:xfrm>
          <a:prstGeom prst="rect">
            <a:avLst/>
          </a:prstGeom>
          <a:noFill/>
        </p:spPr>
        <p:txBody>
          <a:bodyPr wrap="square" lIns="0" tIns="0" rIns="0" bIns="0" anchor="t">
            <a:spAutoFit/>
          </a:bodyPr>
          <a:lstStyle/>
          <a:p>
            <a:pPr algn="l"/>
            <a:r>
              <a:rPr b="0">
                <a:solidFill>
                  <a:srgbClr val="2C3E50"/>
                </a:solidFill>
                <a:latin typeface="Yu Gothic"/>
              </a:rPr>
              <a:t>生産速度のピラミッドだけは絶対に逆転しない</a:t>
            </a:r>
          </a:p>
        </p:txBody>
      </p:sp>
      <p:sp>
        <p:nvSpPr>
          <p:cNvPr id="24" name="Rectangle 23"/>
          <p:cNvSpPr/>
          <p:nvPr/>
        </p:nvSpPr>
        <p:spPr>
          <a:xfrm>
            <a:off x="6231636" y="2571750"/>
            <a:ext cx="5545836" cy="1145286"/>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Rectangle 24"/>
          <p:cNvSpPr/>
          <p:nvPr/>
        </p:nvSpPr>
        <p:spPr>
          <a:xfrm>
            <a:off x="6231636" y="2571750"/>
            <a:ext cx="91440" cy="1145286"/>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6" name="TextBox 25"/>
          <p:cNvSpPr txBox="1"/>
          <p:nvPr/>
        </p:nvSpPr>
        <p:spPr>
          <a:xfrm>
            <a:off x="6460236" y="2681478"/>
            <a:ext cx="5180075" cy="369332"/>
          </a:xfrm>
          <a:prstGeom prst="rect">
            <a:avLst/>
          </a:prstGeom>
          <a:noFill/>
        </p:spPr>
        <p:txBody>
          <a:bodyPr wrap="square" lIns="0" tIns="0" rIns="0" bIns="0" anchor="t">
            <a:spAutoFit/>
          </a:bodyPr>
          <a:lstStyle/>
          <a:p>
            <a:pPr algn="l"/>
            <a:r>
              <a:rPr sz="2400" b="1">
                <a:solidFill>
                  <a:srgbClr val="1A5276"/>
                </a:solidFill>
                <a:latin typeface="Yu Gothic"/>
              </a:rPr>
              <a:t>窒素循環</a:t>
            </a:r>
          </a:p>
        </p:txBody>
      </p:sp>
      <p:sp>
        <p:nvSpPr>
          <p:cNvPr id="27" name="TextBox 26"/>
          <p:cNvSpPr txBox="1"/>
          <p:nvPr/>
        </p:nvSpPr>
        <p:spPr>
          <a:xfrm>
            <a:off x="6460236" y="3028950"/>
            <a:ext cx="5134355" cy="553998"/>
          </a:xfrm>
          <a:prstGeom prst="rect">
            <a:avLst/>
          </a:prstGeom>
          <a:noFill/>
        </p:spPr>
        <p:txBody>
          <a:bodyPr wrap="square" lIns="0" tIns="0" rIns="0" bIns="0" anchor="t">
            <a:spAutoFit/>
          </a:bodyPr>
          <a:lstStyle/>
          <a:p>
            <a:pPr algn="l"/>
            <a:r>
              <a:rPr b="0">
                <a:solidFill>
                  <a:srgbClr val="2C3E50"/>
                </a:solidFill>
                <a:latin typeface="Yu Gothic"/>
              </a:rPr>
              <a:t>①固定 ②硝化 ③同化 ④脱窒。リンはガス態をとらない</a:t>
            </a:r>
          </a:p>
        </p:txBody>
      </p:sp>
      <p:sp>
        <p:nvSpPr>
          <p:cNvPr id="28" name="Rectangle 27"/>
          <p:cNvSpPr/>
          <p:nvPr/>
        </p:nvSpPr>
        <p:spPr>
          <a:xfrm>
            <a:off x="6231636" y="3863339"/>
            <a:ext cx="5545836" cy="1145286"/>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Rectangle 28"/>
          <p:cNvSpPr/>
          <p:nvPr/>
        </p:nvSpPr>
        <p:spPr>
          <a:xfrm>
            <a:off x="6231636" y="3863339"/>
            <a:ext cx="91440" cy="1145286"/>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0" name="TextBox 29"/>
          <p:cNvSpPr txBox="1"/>
          <p:nvPr/>
        </p:nvSpPr>
        <p:spPr>
          <a:xfrm>
            <a:off x="6460236" y="3973068"/>
            <a:ext cx="5180075" cy="369332"/>
          </a:xfrm>
          <a:prstGeom prst="rect">
            <a:avLst/>
          </a:prstGeom>
          <a:noFill/>
        </p:spPr>
        <p:txBody>
          <a:bodyPr wrap="square" lIns="0" tIns="0" rIns="0" bIns="0" anchor="t">
            <a:spAutoFit/>
          </a:bodyPr>
          <a:lstStyle/>
          <a:p>
            <a:pPr algn="l"/>
            <a:r>
              <a:rPr sz="2400" b="1">
                <a:solidFill>
                  <a:srgbClr val="1A5276"/>
                </a:solidFill>
                <a:latin typeface="Yu Gothic"/>
              </a:rPr>
              <a:t>富栄養化</a:t>
            </a:r>
          </a:p>
        </p:txBody>
      </p:sp>
      <p:sp>
        <p:nvSpPr>
          <p:cNvPr id="31" name="TextBox 30"/>
          <p:cNvSpPr txBox="1"/>
          <p:nvPr/>
        </p:nvSpPr>
        <p:spPr>
          <a:xfrm>
            <a:off x="6460236" y="4320540"/>
            <a:ext cx="5134355" cy="553998"/>
          </a:xfrm>
          <a:prstGeom prst="rect">
            <a:avLst/>
          </a:prstGeom>
          <a:noFill/>
        </p:spPr>
        <p:txBody>
          <a:bodyPr wrap="square" lIns="0" tIns="0" rIns="0" bIns="0" anchor="t">
            <a:spAutoFit/>
          </a:bodyPr>
          <a:lstStyle/>
          <a:p>
            <a:pPr algn="l"/>
            <a:r>
              <a:rPr b="0">
                <a:solidFill>
                  <a:srgbClr val="2C3E50"/>
                </a:solidFill>
                <a:latin typeface="Yu Gothic"/>
              </a:rPr>
              <a:t>湖沼ではリン、海域では窒素が制限因子になりやすい</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本日のまとめ ② — 化学物質の環境内動態</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Rectangle 3"/>
          <p:cNvSpPr/>
          <p:nvPr/>
        </p:nvSpPr>
        <p:spPr>
          <a:xfrm>
            <a:off x="411480" y="1280160"/>
            <a:ext cx="5545836" cy="1145286"/>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 name="Rectangle 4"/>
          <p:cNvSpPr/>
          <p:nvPr/>
        </p:nvSpPr>
        <p:spPr>
          <a:xfrm>
            <a:off x="411480" y="1280160"/>
            <a:ext cx="91440" cy="1145286"/>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TextBox 5"/>
          <p:cNvSpPr txBox="1"/>
          <p:nvPr/>
        </p:nvSpPr>
        <p:spPr>
          <a:xfrm>
            <a:off x="640080" y="1389888"/>
            <a:ext cx="5180075" cy="307777"/>
          </a:xfrm>
          <a:prstGeom prst="rect">
            <a:avLst/>
          </a:prstGeom>
          <a:noFill/>
        </p:spPr>
        <p:txBody>
          <a:bodyPr wrap="square" lIns="0" tIns="0" rIns="0" bIns="0" anchor="t">
            <a:spAutoFit/>
          </a:bodyPr>
          <a:lstStyle/>
          <a:p>
            <a:pPr algn="l"/>
            <a:r>
              <a:rPr sz="2000" b="1">
                <a:solidFill>
                  <a:srgbClr val="2980B9"/>
                </a:solidFill>
                <a:latin typeface="Yu Gothic"/>
              </a:rPr>
              <a:t>水銀のメチル化</a:t>
            </a:r>
          </a:p>
        </p:txBody>
      </p:sp>
      <p:sp>
        <p:nvSpPr>
          <p:cNvPr id="7" name="TextBox 6"/>
          <p:cNvSpPr txBox="1"/>
          <p:nvPr/>
        </p:nvSpPr>
        <p:spPr>
          <a:xfrm>
            <a:off x="640080" y="1737360"/>
            <a:ext cx="5134355" cy="246221"/>
          </a:xfrm>
          <a:prstGeom prst="rect">
            <a:avLst/>
          </a:prstGeom>
          <a:noFill/>
        </p:spPr>
        <p:txBody>
          <a:bodyPr wrap="square" lIns="0" tIns="0" rIns="0" bIns="0" anchor="t">
            <a:spAutoFit/>
          </a:bodyPr>
          <a:lstStyle/>
          <a:p>
            <a:pPr algn="l"/>
            <a:r>
              <a:rPr sz="1600" b="0">
                <a:solidFill>
                  <a:srgbClr val="2C3E50"/>
                </a:solidFill>
                <a:latin typeface="Yu Gothic"/>
              </a:rPr>
              <a:t>無機Hg → メチル水銀（脂溶性・神経毒）</a:t>
            </a:r>
          </a:p>
        </p:txBody>
      </p:sp>
      <p:sp>
        <p:nvSpPr>
          <p:cNvPr id="8" name="Rectangle 7"/>
          <p:cNvSpPr/>
          <p:nvPr/>
        </p:nvSpPr>
        <p:spPr>
          <a:xfrm>
            <a:off x="411480" y="2571750"/>
            <a:ext cx="5545836" cy="1145286"/>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 name="Rectangle 8"/>
          <p:cNvSpPr/>
          <p:nvPr/>
        </p:nvSpPr>
        <p:spPr>
          <a:xfrm>
            <a:off x="411480" y="2571750"/>
            <a:ext cx="91440" cy="1145286"/>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p:cNvSpPr txBox="1"/>
          <p:nvPr/>
        </p:nvSpPr>
        <p:spPr>
          <a:xfrm>
            <a:off x="640080" y="2681478"/>
            <a:ext cx="5180075" cy="307777"/>
          </a:xfrm>
          <a:prstGeom prst="rect">
            <a:avLst/>
          </a:prstGeom>
          <a:noFill/>
        </p:spPr>
        <p:txBody>
          <a:bodyPr wrap="square" lIns="0" tIns="0" rIns="0" bIns="0" anchor="t">
            <a:spAutoFit/>
          </a:bodyPr>
          <a:lstStyle/>
          <a:p>
            <a:pPr algn="l"/>
            <a:r>
              <a:rPr sz="2000" b="1">
                <a:solidFill>
                  <a:srgbClr val="2980B9"/>
                </a:solidFill>
                <a:latin typeface="Yu Gothic"/>
              </a:rPr>
              <a:t>生物濃縮 BCF</a:t>
            </a:r>
          </a:p>
        </p:txBody>
      </p:sp>
      <p:sp>
        <p:nvSpPr>
          <p:cNvPr id="11" name="TextBox 10"/>
          <p:cNvSpPr txBox="1"/>
          <p:nvPr/>
        </p:nvSpPr>
        <p:spPr>
          <a:xfrm>
            <a:off x="640080" y="3028950"/>
            <a:ext cx="5134355" cy="246221"/>
          </a:xfrm>
          <a:prstGeom prst="rect">
            <a:avLst/>
          </a:prstGeom>
          <a:noFill/>
        </p:spPr>
        <p:txBody>
          <a:bodyPr wrap="square" lIns="0" tIns="0" rIns="0" bIns="0" anchor="t">
            <a:spAutoFit/>
          </a:bodyPr>
          <a:lstStyle/>
          <a:p>
            <a:pPr algn="l"/>
            <a:r>
              <a:rPr sz="1600" b="0">
                <a:solidFill>
                  <a:srgbClr val="2C3E50"/>
                </a:solidFill>
                <a:latin typeface="Yu Gothic"/>
              </a:rPr>
              <a:t>BCF = 生体内濃度 ÷ 環境中濃度</a:t>
            </a:r>
          </a:p>
        </p:txBody>
      </p:sp>
      <p:sp>
        <p:nvSpPr>
          <p:cNvPr id="12" name="Rectangle 11"/>
          <p:cNvSpPr/>
          <p:nvPr/>
        </p:nvSpPr>
        <p:spPr>
          <a:xfrm>
            <a:off x="411480" y="3863339"/>
            <a:ext cx="5545836" cy="1145286"/>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Rectangle 12"/>
          <p:cNvSpPr/>
          <p:nvPr/>
        </p:nvSpPr>
        <p:spPr>
          <a:xfrm>
            <a:off x="411480" y="3863339"/>
            <a:ext cx="91440" cy="1145286"/>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TextBox 13"/>
          <p:cNvSpPr txBox="1"/>
          <p:nvPr/>
        </p:nvSpPr>
        <p:spPr>
          <a:xfrm>
            <a:off x="640080" y="3973068"/>
            <a:ext cx="5180075" cy="307777"/>
          </a:xfrm>
          <a:prstGeom prst="rect">
            <a:avLst/>
          </a:prstGeom>
          <a:noFill/>
        </p:spPr>
        <p:txBody>
          <a:bodyPr wrap="square" lIns="0" tIns="0" rIns="0" bIns="0" anchor="t">
            <a:spAutoFit/>
          </a:bodyPr>
          <a:lstStyle/>
          <a:p>
            <a:pPr algn="l"/>
            <a:r>
              <a:rPr sz="2000" b="1">
                <a:solidFill>
                  <a:srgbClr val="2980B9"/>
                </a:solidFill>
                <a:latin typeface="Yu Gothic"/>
              </a:rPr>
              <a:t>log Pow との相関</a:t>
            </a:r>
          </a:p>
        </p:txBody>
      </p:sp>
      <p:sp>
        <p:nvSpPr>
          <p:cNvPr id="15" name="TextBox 14"/>
          <p:cNvSpPr txBox="1"/>
          <p:nvPr/>
        </p:nvSpPr>
        <p:spPr>
          <a:xfrm>
            <a:off x="640080" y="4320540"/>
            <a:ext cx="5134355" cy="246221"/>
          </a:xfrm>
          <a:prstGeom prst="rect">
            <a:avLst/>
          </a:prstGeom>
          <a:noFill/>
        </p:spPr>
        <p:txBody>
          <a:bodyPr wrap="square" lIns="0" tIns="0" rIns="0" bIns="0" anchor="t">
            <a:spAutoFit/>
          </a:bodyPr>
          <a:lstStyle/>
          <a:p>
            <a:pPr algn="l"/>
            <a:r>
              <a:rPr sz="1600" b="0">
                <a:solidFill>
                  <a:srgbClr val="2C3E50"/>
                </a:solidFill>
                <a:latin typeface="Yu Gothic"/>
              </a:rPr>
              <a:t>log BCF = 1.69 × log Pow − 3.54</a:t>
            </a:r>
          </a:p>
        </p:txBody>
      </p:sp>
      <p:sp>
        <p:nvSpPr>
          <p:cNvPr id="16" name="Rectangle 15"/>
          <p:cNvSpPr/>
          <p:nvPr/>
        </p:nvSpPr>
        <p:spPr>
          <a:xfrm>
            <a:off x="411480" y="5154930"/>
            <a:ext cx="5545836" cy="1145286"/>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Rectangle 16"/>
          <p:cNvSpPr/>
          <p:nvPr/>
        </p:nvSpPr>
        <p:spPr>
          <a:xfrm>
            <a:off x="411480" y="5154930"/>
            <a:ext cx="91440" cy="1145286"/>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8" name="TextBox 17"/>
          <p:cNvSpPr txBox="1"/>
          <p:nvPr/>
        </p:nvSpPr>
        <p:spPr>
          <a:xfrm>
            <a:off x="640080" y="5264658"/>
            <a:ext cx="5180075" cy="307777"/>
          </a:xfrm>
          <a:prstGeom prst="rect">
            <a:avLst/>
          </a:prstGeom>
          <a:noFill/>
        </p:spPr>
        <p:txBody>
          <a:bodyPr wrap="square" lIns="0" tIns="0" rIns="0" bIns="0" anchor="t">
            <a:spAutoFit/>
          </a:bodyPr>
          <a:lstStyle/>
          <a:p>
            <a:pPr algn="l"/>
            <a:r>
              <a:rPr sz="2000" b="1">
                <a:solidFill>
                  <a:srgbClr val="2980B9"/>
                </a:solidFill>
                <a:latin typeface="Yu Gothic"/>
              </a:rPr>
              <a:t>POPs 4特性</a:t>
            </a:r>
          </a:p>
        </p:txBody>
      </p:sp>
      <p:sp>
        <p:nvSpPr>
          <p:cNvPr id="19" name="TextBox 18"/>
          <p:cNvSpPr txBox="1"/>
          <p:nvPr/>
        </p:nvSpPr>
        <p:spPr>
          <a:xfrm>
            <a:off x="640080" y="5612130"/>
            <a:ext cx="5134355" cy="246221"/>
          </a:xfrm>
          <a:prstGeom prst="rect">
            <a:avLst/>
          </a:prstGeom>
          <a:noFill/>
        </p:spPr>
        <p:txBody>
          <a:bodyPr wrap="square" lIns="0" tIns="0" rIns="0" bIns="0" anchor="t">
            <a:spAutoFit/>
          </a:bodyPr>
          <a:lstStyle/>
          <a:p>
            <a:pPr algn="l"/>
            <a:r>
              <a:rPr sz="1600" b="0">
                <a:solidFill>
                  <a:srgbClr val="2C3E50"/>
                </a:solidFill>
                <a:latin typeface="Yu Gothic"/>
              </a:rPr>
              <a:t>難分解性・高蓄積性・長距離移動性・毒性</a:t>
            </a:r>
          </a:p>
        </p:txBody>
      </p:sp>
      <p:sp>
        <p:nvSpPr>
          <p:cNvPr id="20" name="Rectangle 19"/>
          <p:cNvSpPr/>
          <p:nvPr/>
        </p:nvSpPr>
        <p:spPr>
          <a:xfrm>
            <a:off x="6231636" y="1280160"/>
            <a:ext cx="5545836" cy="1145286"/>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Rectangle 20"/>
          <p:cNvSpPr/>
          <p:nvPr/>
        </p:nvSpPr>
        <p:spPr>
          <a:xfrm>
            <a:off x="6231636" y="1280160"/>
            <a:ext cx="91440" cy="1145286"/>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2" name="TextBox 21"/>
          <p:cNvSpPr txBox="1"/>
          <p:nvPr/>
        </p:nvSpPr>
        <p:spPr>
          <a:xfrm>
            <a:off x="6460236" y="1389888"/>
            <a:ext cx="5180075" cy="307777"/>
          </a:xfrm>
          <a:prstGeom prst="rect">
            <a:avLst/>
          </a:prstGeom>
          <a:noFill/>
        </p:spPr>
        <p:txBody>
          <a:bodyPr wrap="square" lIns="0" tIns="0" rIns="0" bIns="0" anchor="t">
            <a:spAutoFit/>
          </a:bodyPr>
          <a:lstStyle/>
          <a:p>
            <a:pPr algn="l"/>
            <a:r>
              <a:rPr sz="2000" b="1" dirty="0" err="1">
                <a:solidFill>
                  <a:srgbClr val="2980B9"/>
                </a:solidFill>
                <a:latin typeface="Yu Gothic"/>
              </a:rPr>
              <a:t>ストックホルム条約</a:t>
            </a:r>
            <a:endParaRPr sz="2000" b="1" dirty="0">
              <a:solidFill>
                <a:srgbClr val="2980B9"/>
              </a:solidFill>
              <a:latin typeface="Yu Gothic"/>
            </a:endParaRPr>
          </a:p>
        </p:txBody>
      </p:sp>
      <p:sp>
        <p:nvSpPr>
          <p:cNvPr id="23" name="TextBox 22"/>
          <p:cNvSpPr txBox="1"/>
          <p:nvPr/>
        </p:nvSpPr>
        <p:spPr>
          <a:xfrm>
            <a:off x="6460236" y="1737360"/>
            <a:ext cx="5134355" cy="492443"/>
          </a:xfrm>
          <a:prstGeom prst="rect">
            <a:avLst/>
          </a:prstGeom>
          <a:noFill/>
        </p:spPr>
        <p:txBody>
          <a:bodyPr wrap="square" lIns="0" tIns="0" rIns="0" bIns="0" anchor="t">
            <a:spAutoFit/>
          </a:bodyPr>
          <a:lstStyle/>
          <a:p>
            <a:pPr algn="l"/>
            <a:r>
              <a:rPr sz="1600" b="0">
                <a:solidFill>
                  <a:srgbClr val="2C3E50"/>
                </a:solidFill>
                <a:latin typeface="Yu Gothic"/>
              </a:rPr>
              <a:t>附属書A廃絶（PFOA等）／B制限（DDT・PFOS）／C非意図的削減</a:t>
            </a:r>
          </a:p>
        </p:txBody>
      </p:sp>
      <p:sp>
        <p:nvSpPr>
          <p:cNvPr id="24" name="Rectangle 23"/>
          <p:cNvSpPr/>
          <p:nvPr/>
        </p:nvSpPr>
        <p:spPr>
          <a:xfrm>
            <a:off x="6231636" y="2571750"/>
            <a:ext cx="5545836" cy="1145286"/>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Rectangle 24"/>
          <p:cNvSpPr/>
          <p:nvPr/>
        </p:nvSpPr>
        <p:spPr>
          <a:xfrm>
            <a:off x="6231636" y="2571750"/>
            <a:ext cx="91440" cy="1145286"/>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TextBox 25"/>
          <p:cNvSpPr txBox="1"/>
          <p:nvPr/>
        </p:nvSpPr>
        <p:spPr>
          <a:xfrm>
            <a:off x="6460236" y="2681478"/>
            <a:ext cx="5180075" cy="307777"/>
          </a:xfrm>
          <a:prstGeom prst="rect">
            <a:avLst/>
          </a:prstGeom>
          <a:noFill/>
        </p:spPr>
        <p:txBody>
          <a:bodyPr wrap="square" lIns="0" tIns="0" rIns="0" bIns="0" anchor="t">
            <a:spAutoFit/>
          </a:bodyPr>
          <a:lstStyle/>
          <a:p>
            <a:pPr algn="l"/>
            <a:r>
              <a:rPr sz="2000" b="1">
                <a:solidFill>
                  <a:srgbClr val="2980B9"/>
                </a:solidFill>
                <a:latin typeface="Yu Gothic"/>
              </a:rPr>
              <a:t>化審法</a:t>
            </a:r>
          </a:p>
        </p:txBody>
      </p:sp>
      <p:sp>
        <p:nvSpPr>
          <p:cNvPr id="27" name="TextBox 26"/>
          <p:cNvSpPr txBox="1"/>
          <p:nvPr/>
        </p:nvSpPr>
        <p:spPr>
          <a:xfrm>
            <a:off x="6460236" y="3028950"/>
            <a:ext cx="5134355" cy="246221"/>
          </a:xfrm>
          <a:prstGeom prst="rect">
            <a:avLst/>
          </a:prstGeom>
          <a:noFill/>
        </p:spPr>
        <p:txBody>
          <a:bodyPr wrap="square" lIns="0" tIns="0" rIns="0" bIns="0" anchor="t">
            <a:spAutoFit/>
          </a:bodyPr>
          <a:lstStyle/>
          <a:p>
            <a:pPr algn="l"/>
            <a:r>
              <a:rPr sz="1600" b="0">
                <a:solidFill>
                  <a:srgbClr val="2C3E50"/>
                </a:solidFill>
                <a:latin typeface="Yu Gothic"/>
              </a:rPr>
              <a:t>新規物質の事前審査（分解性・蓄積性・毒性）</a:t>
            </a:r>
          </a:p>
        </p:txBody>
      </p:sp>
      <p:sp>
        <p:nvSpPr>
          <p:cNvPr id="28" name="Rectangle 27"/>
          <p:cNvSpPr/>
          <p:nvPr/>
        </p:nvSpPr>
        <p:spPr>
          <a:xfrm>
            <a:off x="6231636" y="3863339"/>
            <a:ext cx="5545836" cy="1145286"/>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Rectangle 28"/>
          <p:cNvSpPr/>
          <p:nvPr/>
        </p:nvSpPr>
        <p:spPr>
          <a:xfrm>
            <a:off x="6231636" y="3863339"/>
            <a:ext cx="91440" cy="1145286"/>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p:cNvSpPr txBox="1"/>
          <p:nvPr/>
        </p:nvSpPr>
        <p:spPr>
          <a:xfrm>
            <a:off x="6460236" y="3973068"/>
            <a:ext cx="5180075" cy="307777"/>
          </a:xfrm>
          <a:prstGeom prst="rect">
            <a:avLst/>
          </a:prstGeom>
          <a:noFill/>
        </p:spPr>
        <p:txBody>
          <a:bodyPr wrap="square" lIns="0" tIns="0" rIns="0" bIns="0" anchor="t">
            <a:spAutoFit/>
          </a:bodyPr>
          <a:lstStyle/>
          <a:p>
            <a:pPr algn="l"/>
            <a:r>
              <a:rPr sz="2000" b="1">
                <a:solidFill>
                  <a:srgbClr val="2980B9"/>
                </a:solidFill>
                <a:latin typeface="Yu Gothic"/>
              </a:rPr>
              <a:t>ダイオキシン／PCB</a:t>
            </a:r>
          </a:p>
        </p:txBody>
      </p:sp>
      <p:sp>
        <p:nvSpPr>
          <p:cNvPr id="31" name="TextBox 30"/>
          <p:cNvSpPr txBox="1"/>
          <p:nvPr/>
        </p:nvSpPr>
        <p:spPr>
          <a:xfrm>
            <a:off x="6460236" y="4320540"/>
            <a:ext cx="5134355" cy="492443"/>
          </a:xfrm>
          <a:prstGeom prst="rect">
            <a:avLst/>
          </a:prstGeom>
          <a:noFill/>
        </p:spPr>
        <p:txBody>
          <a:bodyPr wrap="square" lIns="0" tIns="0" rIns="0" bIns="0" anchor="t">
            <a:spAutoFit/>
          </a:bodyPr>
          <a:lstStyle/>
          <a:p>
            <a:pPr algn="l"/>
            <a:r>
              <a:rPr sz="1600" b="0">
                <a:solidFill>
                  <a:srgbClr val="2C3E50"/>
                </a:solidFill>
                <a:latin typeface="Yu Gothic"/>
              </a:rPr>
              <a:t>ダイオキシンは化審法対象外（特措法）。PCB＝カネミ油症が化審法の契機</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本日のまとめ ③ — 地球環境問題と国際的取り組み</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Rectangle 3"/>
          <p:cNvSpPr/>
          <p:nvPr/>
        </p:nvSpPr>
        <p:spPr>
          <a:xfrm>
            <a:off x="411480" y="1280160"/>
            <a:ext cx="5545836" cy="114528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 name="Rectangle 4"/>
          <p:cNvSpPr/>
          <p:nvPr/>
        </p:nvSpPr>
        <p:spPr>
          <a:xfrm>
            <a:off x="411480" y="1280160"/>
            <a:ext cx="91440" cy="1145286"/>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TextBox 5"/>
          <p:cNvSpPr txBox="1"/>
          <p:nvPr/>
        </p:nvSpPr>
        <p:spPr>
          <a:xfrm>
            <a:off x="640080" y="1389888"/>
            <a:ext cx="5180075" cy="307777"/>
          </a:xfrm>
          <a:prstGeom prst="rect">
            <a:avLst/>
          </a:prstGeom>
          <a:noFill/>
        </p:spPr>
        <p:txBody>
          <a:bodyPr wrap="square" lIns="0" tIns="0" rIns="0" bIns="0" anchor="t">
            <a:spAutoFit/>
          </a:bodyPr>
          <a:lstStyle/>
          <a:p>
            <a:pPr algn="l"/>
            <a:r>
              <a:rPr sz="2000" b="1">
                <a:solidFill>
                  <a:srgbClr val="E67E22"/>
                </a:solidFill>
                <a:latin typeface="Yu Gothic"/>
              </a:rPr>
              <a:t>オゾン層</a:t>
            </a:r>
          </a:p>
        </p:txBody>
      </p:sp>
      <p:sp>
        <p:nvSpPr>
          <p:cNvPr id="7" name="TextBox 6"/>
          <p:cNvSpPr txBox="1"/>
          <p:nvPr/>
        </p:nvSpPr>
        <p:spPr>
          <a:xfrm>
            <a:off x="640080" y="1737360"/>
            <a:ext cx="5134355" cy="492443"/>
          </a:xfrm>
          <a:prstGeom prst="rect">
            <a:avLst/>
          </a:prstGeom>
          <a:noFill/>
        </p:spPr>
        <p:txBody>
          <a:bodyPr wrap="square" lIns="0" tIns="0" rIns="0" bIns="0" anchor="t">
            <a:spAutoFit/>
          </a:bodyPr>
          <a:lstStyle/>
          <a:p>
            <a:pPr algn="l"/>
            <a:r>
              <a:rPr sz="1600" b="0">
                <a:solidFill>
                  <a:srgbClr val="2C3E50"/>
                </a:solidFill>
                <a:latin typeface="Yu Gothic"/>
              </a:rPr>
              <a:t>成層圏10〜50 km。CFC→HCFC→HFC→自然冷媒へ移行</a:t>
            </a:r>
          </a:p>
        </p:txBody>
      </p:sp>
      <p:sp>
        <p:nvSpPr>
          <p:cNvPr id="8" name="Rectangle 7"/>
          <p:cNvSpPr/>
          <p:nvPr/>
        </p:nvSpPr>
        <p:spPr>
          <a:xfrm>
            <a:off x="411480" y="2571750"/>
            <a:ext cx="5545836" cy="114528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 name="Rectangle 8"/>
          <p:cNvSpPr/>
          <p:nvPr/>
        </p:nvSpPr>
        <p:spPr>
          <a:xfrm>
            <a:off x="411480" y="2571750"/>
            <a:ext cx="91440" cy="1145286"/>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p:cNvSpPr txBox="1"/>
          <p:nvPr/>
        </p:nvSpPr>
        <p:spPr>
          <a:xfrm>
            <a:off x="640080" y="2681478"/>
            <a:ext cx="5180075" cy="307777"/>
          </a:xfrm>
          <a:prstGeom prst="rect">
            <a:avLst/>
          </a:prstGeom>
          <a:noFill/>
        </p:spPr>
        <p:txBody>
          <a:bodyPr wrap="square" lIns="0" tIns="0" rIns="0" bIns="0" anchor="t">
            <a:spAutoFit/>
          </a:bodyPr>
          <a:lstStyle/>
          <a:p>
            <a:pPr algn="l"/>
            <a:r>
              <a:rPr sz="2000" b="1">
                <a:solidFill>
                  <a:srgbClr val="E67E22"/>
                </a:solidFill>
                <a:latin typeface="Yu Gothic"/>
              </a:rPr>
              <a:t>ODP</a:t>
            </a:r>
          </a:p>
        </p:txBody>
      </p:sp>
      <p:sp>
        <p:nvSpPr>
          <p:cNvPr id="11" name="TextBox 10"/>
          <p:cNvSpPr txBox="1"/>
          <p:nvPr/>
        </p:nvSpPr>
        <p:spPr>
          <a:xfrm>
            <a:off x="640080" y="3028950"/>
            <a:ext cx="5134355" cy="246221"/>
          </a:xfrm>
          <a:prstGeom prst="rect">
            <a:avLst/>
          </a:prstGeom>
          <a:noFill/>
        </p:spPr>
        <p:txBody>
          <a:bodyPr wrap="square" lIns="0" tIns="0" rIns="0" bIns="0" anchor="t">
            <a:spAutoFit/>
          </a:bodyPr>
          <a:lstStyle/>
          <a:p>
            <a:pPr algn="l"/>
            <a:r>
              <a:rPr sz="1600" b="0">
                <a:solidFill>
                  <a:srgbClr val="2C3E50"/>
                </a:solidFill>
                <a:latin typeface="Yu Gothic"/>
              </a:rPr>
              <a:t>Cl/Brを含む→ODP&gt;0。HFCはODP=0だがGWP大</a:t>
            </a:r>
          </a:p>
        </p:txBody>
      </p:sp>
      <p:sp>
        <p:nvSpPr>
          <p:cNvPr id="12" name="Rectangle 11"/>
          <p:cNvSpPr/>
          <p:nvPr/>
        </p:nvSpPr>
        <p:spPr>
          <a:xfrm>
            <a:off x="411480" y="3863339"/>
            <a:ext cx="5545836" cy="114528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Rectangle 12"/>
          <p:cNvSpPr/>
          <p:nvPr/>
        </p:nvSpPr>
        <p:spPr>
          <a:xfrm>
            <a:off x="411480" y="3863339"/>
            <a:ext cx="91440" cy="1145286"/>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TextBox 13"/>
          <p:cNvSpPr txBox="1"/>
          <p:nvPr/>
        </p:nvSpPr>
        <p:spPr>
          <a:xfrm>
            <a:off x="640080" y="3973068"/>
            <a:ext cx="5180075" cy="307777"/>
          </a:xfrm>
          <a:prstGeom prst="rect">
            <a:avLst/>
          </a:prstGeom>
          <a:noFill/>
        </p:spPr>
        <p:txBody>
          <a:bodyPr wrap="square" lIns="0" tIns="0" rIns="0" bIns="0" anchor="t">
            <a:spAutoFit/>
          </a:bodyPr>
          <a:lstStyle/>
          <a:p>
            <a:pPr algn="l"/>
            <a:r>
              <a:rPr sz="2000" b="1">
                <a:solidFill>
                  <a:srgbClr val="E67E22"/>
                </a:solidFill>
                <a:latin typeface="Yu Gothic"/>
              </a:rPr>
              <a:t>オゾン破壊の触媒作用</a:t>
            </a:r>
          </a:p>
        </p:txBody>
      </p:sp>
      <p:sp>
        <p:nvSpPr>
          <p:cNvPr id="15" name="TextBox 14"/>
          <p:cNvSpPr txBox="1"/>
          <p:nvPr/>
        </p:nvSpPr>
        <p:spPr>
          <a:xfrm>
            <a:off x="640080" y="4320540"/>
            <a:ext cx="5134355" cy="246221"/>
          </a:xfrm>
          <a:prstGeom prst="rect">
            <a:avLst/>
          </a:prstGeom>
          <a:noFill/>
        </p:spPr>
        <p:txBody>
          <a:bodyPr wrap="square" lIns="0" tIns="0" rIns="0" bIns="0" anchor="t">
            <a:spAutoFit/>
          </a:bodyPr>
          <a:lstStyle/>
          <a:p>
            <a:pPr algn="l"/>
            <a:r>
              <a:rPr sz="1600" b="0">
                <a:solidFill>
                  <a:srgbClr val="2C3E50"/>
                </a:solidFill>
                <a:latin typeface="Yu Gothic"/>
              </a:rPr>
              <a:t>1個のCl·が約10万個のオゾンを破壊</a:t>
            </a:r>
          </a:p>
        </p:txBody>
      </p:sp>
      <p:sp>
        <p:nvSpPr>
          <p:cNvPr id="16" name="Rectangle 15"/>
          <p:cNvSpPr/>
          <p:nvPr/>
        </p:nvSpPr>
        <p:spPr>
          <a:xfrm>
            <a:off x="411480" y="5154930"/>
            <a:ext cx="5545836" cy="114528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Rectangle 16"/>
          <p:cNvSpPr/>
          <p:nvPr/>
        </p:nvSpPr>
        <p:spPr>
          <a:xfrm>
            <a:off x="411480" y="5154930"/>
            <a:ext cx="91440" cy="1145286"/>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8" name="TextBox 17"/>
          <p:cNvSpPr txBox="1"/>
          <p:nvPr/>
        </p:nvSpPr>
        <p:spPr>
          <a:xfrm>
            <a:off x="640080" y="5264658"/>
            <a:ext cx="5180075" cy="307777"/>
          </a:xfrm>
          <a:prstGeom prst="rect">
            <a:avLst/>
          </a:prstGeom>
          <a:noFill/>
        </p:spPr>
        <p:txBody>
          <a:bodyPr wrap="square" lIns="0" tIns="0" rIns="0" bIns="0" anchor="t">
            <a:spAutoFit/>
          </a:bodyPr>
          <a:lstStyle/>
          <a:p>
            <a:pPr algn="l"/>
            <a:r>
              <a:rPr sz="2000" b="1">
                <a:solidFill>
                  <a:srgbClr val="E67E22"/>
                </a:solidFill>
                <a:latin typeface="Yu Gothic"/>
              </a:rPr>
              <a:t>地球温暖化</a:t>
            </a:r>
          </a:p>
        </p:txBody>
      </p:sp>
      <p:sp>
        <p:nvSpPr>
          <p:cNvPr id="19" name="TextBox 18"/>
          <p:cNvSpPr txBox="1"/>
          <p:nvPr/>
        </p:nvSpPr>
        <p:spPr>
          <a:xfrm>
            <a:off x="640080" y="5612130"/>
            <a:ext cx="5134355" cy="246221"/>
          </a:xfrm>
          <a:prstGeom prst="rect">
            <a:avLst/>
          </a:prstGeom>
          <a:noFill/>
        </p:spPr>
        <p:txBody>
          <a:bodyPr wrap="square" lIns="0" tIns="0" rIns="0" bIns="0" anchor="t">
            <a:spAutoFit/>
          </a:bodyPr>
          <a:lstStyle/>
          <a:p>
            <a:pPr algn="l"/>
            <a:r>
              <a:rPr sz="1600" b="0">
                <a:solidFill>
                  <a:srgbClr val="2C3E50"/>
                </a:solidFill>
                <a:latin typeface="Yu Gothic"/>
              </a:rPr>
              <a:t>GWPの基準はCO₂（=1）だが濃度が桁違いで寄与最大</a:t>
            </a:r>
          </a:p>
        </p:txBody>
      </p:sp>
      <p:sp>
        <p:nvSpPr>
          <p:cNvPr id="20" name="Rectangle 19"/>
          <p:cNvSpPr/>
          <p:nvPr/>
        </p:nvSpPr>
        <p:spPr>
          <a:xfrm>
            <a:off x="6231636" y="1280160"/>
            <a:ext cx="5545836" cy="114528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Rectangle 20"/>
          <p:cNvSpPr/>
          <p:nvPr/>
        </p:nvSpPr>
        <p:spPr>
          <a:xfrm>
            <a:off x="6231636" y="1280160"/>
            <a:ext cx="91440" cy="1145286"/>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2" name="TextBox 21"/>
          <p:cNvSpPr txBox="1"/>
          <p:nvPr/>
        </p:nvSpPr>
        <p:spPr>
          <a:xfrm>
            <a:off x="6460236" y="1389888"/>
            <a:ext cx="5180075" cy="307777"/>
          </a:xfrm>
          <a:prstGeom prst="rect">
            <a:avLst/>
          </a:prstGeom>
          <a:noFill/>
        </p:spPr>
        <p:txBody>
          <a:bodyPr wrap="square" lIns="0" tIns="0" rIns="0" bIns="0" anchor="t">
            <a:spAutoFit/>
          </a:bodyPr>
          <a:lstStyle/>
          <a:p>
            <a:pPr algn="l"/>
            <a:r>
              <a:rPr sz="2000" b="1">
                <a:solidFill>
                  <a:srgbClr val="E67E22"/>
                </a:solidFill>
                <a:latin typeface="Yu Gothic"/>
              </a:rPr>
              <a:t>パリ協定</a:t>
            </a:r>
          </a:p>
        </p:txBody>
      </p:sp>
      <p:sp>
        <p:nvSpPr>
          <p:cNvPr id="23" name="TextBox 22"/>
          <p:cNvSpPr txBox="1"/>
          <p:nvPr/>
        </p:nvSpPr>
        <p:spPr>
          <a:xfrm>
            <a:off x="6460236" y="1737360"/>
            <a:ext cx="5134355" cy="246221"/>
          </a:xfrm>
          <a:prstGeom prst="rect">
            <a:avLst/>
          </a:prstGeom>
          <a:noFill/>
        </p:spPr>
        <p:txBody>
          <a:bodyPr wrap="square" lIns="0" tIns="0" rIns="0" bIns="0" anchor="t">
            <a:spAutoFit/>
          </a:bodyPr>
          <a:lstStyle/>
          <a:p>
            <a:pPr algn="l"/>
            <a:r>
              <a:rPr sz="1600" b="0">
                <a:solidFill>
                  <a:srgbClr val="2C3E50"/>
                </a:solidFill>
                <a:latin typeface="Yu Gothic"/>
              </a:rPr>
              <a:t>2℃目標／1.5℃努力目標／5年ごとにNDC提出</a:t>
            </a:r>
          </a:p>
        </p:txBody>
      </p:sp>
      <p:sp>
        <p:nvSpPr>
          <p:cNvPr id="24" name="Rectangle 23"/>
          <p:cNvSpPr/>
          <p:nvPr/>
        </p:nvSpPr>
        <p:spPr>
          <a:xfrm>
            <a:off x="6231636" y="2571750"/>
            <a:ext cx="5545836" cy="114528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Rectangle 24"/>
          <p:cNvSpPr/>
          <p:nvPr/>
        </p:nvSpPr>
        <p:spPr>
          <a:xfrm>
            <a:off x="6231636" y="2571750"/>
            <a:ext cx="91440" cy="1145286"/>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TextBox 25"/>
          <p:cNvSpPr txBox="1"/>
          <p:nvPr/>
        </p:nvSpPr>
        <p:spPr>
          <a:xfrm>
            <a:off x="6460236" y="2681478"/>
            <a:ext cx="5180075" cy="307777"/>
          </a:xfrm>
          <a:prstGeom prst="rect">
            <a:avLst/>
          </a:prstGeom>
          <a:noFill/>
        </p:spPr>
        <p:txBody>
          <a:bodyPr wrap="square" lIns="0" tIns="0" rIns="0" bIns="0" anchor="t">
            <a:spAutoFit/>
          </a:bodyPr>
          <a:lstStyle/>
          <a:p>
            <a:pPr algn="l"/>
            <a:r>
              <a:rPr sz="2000" b="1">
                <a:solidFill>
                  <a:srgbClr val="E67E22"/>
                </a:solidFill>
                <a:latin typeface="Yu Gothic"/>
              </a:rPr>
              <a:t>キガリ改正</a:t>
            </a:r>
          </a:p>
        </p:txBody>
      </p:sp>
      <p:sp>
        <p:nvSpPr>
          <p:cNvPr id="27" name="TextBox 26"/>
          <p:cNvSpPr txBox="1"/>
          <p:nvPr/>
        </p:nvSpPr>
        <p:spPr>
          <a:xfrm>
            <a:off x="6460236" y="3028950"/>
            <a:ext cx="5134355" cy="246221"/>
          </a:xfrm>
          <a:prstGeom prst="rect">
            <a:avLst/>
          </a:prstGeom>
          <a:noFill/>
        </p:spPr>
        <p:txBody>
          <a:bodyPr wrap="square" lIns="0" tIns="0" rIns="0" bIns="0" anchor="t">
            <a:spAutoFit/>
          </a:bodyPr>
          <a:lstStyle/>
          <a:p>
            <a:pPr algn="l"/>
            <a:r>
              <a:rPr sz="1600" b="0">
                <a:solidFill>
                  <a:srgbClr val="2C3E50"/>
                </a:solidFill>
                <a:latin typeface="Yu Gothic"/>
              </a:rPr>
              <a:t>HFCも段階削減の対象に追加</a:t>
            </a:r>
          </a:p>
        </p:txBody>
      </p:sp>
      <p:sp>
        <p:nvSpPr>
          <p:cNvPr id="28" name="Rectangle 27"/>
          <p:cNvSpPr/>
          <p:nvPr/>
        </p:nvSpPr>
        <p:spPr>
          <a:xfrm>
            <a:off x="6231636" y="3863339"/>
            <a:ext cx="5545836" cy="114528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Rectangle 28"/>
          <p:cNvSpPr/>
          <p:nvPr/>
        </p:nvSpPr>
        <p:spPr>
          <a:xfrm>
            <a:off x="6231636" y="3863339"/>
            <a:ext cx="91440" cy="1145286"/>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p:cNvSpPr txBox="1"/>
          <p:nvPr/>
        </p:nvSpPr>
        <p:spPr>
          <a:xfrm>
            <a:off x="6460236" y="3973068"/>
            <a:ext cx="5180075" cy="307777"/>
          </a:xfrm>
          <a:prstGeom prst="rect">
            <a:avLst/>
          </a:prstGeom>
          <a:noFill/>
        </p:spPr>
        <p:txBody>
          <a:bodyPr wrap="square" lIns="0" tIns="0" rIns="0" bIns="0" anchor="t">
            <a:spAutoFit/>
          </a:bodyPr>
          <a:lstStyle/>
          <a:p>
            <a:pPr algn="l"/>
            <a:r>
              <a:rPr sz="2000" b="1">
                <a:solidFill>
                  <a:srgbClr val="E67E22"/>
                </a:solidFill>
                <a:latin typeface="Yu Gothic"/>
              </a:rPr>
              <a:t>四大公害</a:t>
            </a:r>
          </a:p>
        </p:txBody>
      </p:sp>
      <p:sp>
        <p:nvSpPr>
          <p:cNvPr id="31" name="TextBox 30"/>
          <p:cNvSpPr txBox="1"/>
          <p:nvPr/>
        </p:nvSpPr>
        <p:spPr>
          <a:xfrm>
            <a:off x="6460236" y="4320540"/>
            <a:ext cx="5134355" cy="492443"/>
          </a:xfrm>
          <a:prstGeom prst="rect">
            <a:avLst/>
          </a:prstGeom>
          <a:noFill/>
        </p:spPr>
        <p:txBody>
          <a:bodyPr wrap="square" lIns="0" tIns="0" rIns="0" bIns="0" anchor="t">
            <a:spAutoFit/>
          </a:bodyPr>
          <a:lstStyle/>
          <a:p>
            <a:pPr algn="l"/>
            <a:r>
              <a:rPr sz="1600" b="0">
                <a:solidFill>
                  <a:srgbClr val="2C3E50"/>
                </a:solidFill>
                <a:latin typeface="Yu Gothic"/>
              </a:rPr>
              <a:t>水俣（メチル水銀）・新潟水俣・イタイイタイ（Cd）・四日市（SOx）</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本日のまとめ ④ — リスク評価とRC</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Rectangle 3"/>
          <p:cNvSpPr/>
          <p:nvPr/>
        </p:nvSpPr>
        <p:spPr>
          <a:xfrm>
            <a:off x="411480" y="1280160"/>
            <a:ext cx="5545836" cy="1145286"/>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 name="Rectangle 4"/>
          <p:cNvSpPr/>
          <p:nvPr/>
        </p:nvSpPr>
        <p:spPr>
          <a:xfrm>
            <a:off x="411480" y="1280160"/>
            <a:ext cx="91440" cy="1145286"/>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TextBox 5"/>
          <p:cNvSpPr txBox="1"/>
          <p:nvPr/>
        </p:nvSpPr>
        <p:spPr>
          <a:xfrm>
            <a:off x="640080" y="1389888"/>
            <a:ext cx="5180075" cy="307777"/>
          </a:xfrm>
          <a:prstGeom prst="rect">
            <a:avLst/>
          </a:prstGeom>
          <a:noFill/>
        </p:spPr>
        <p:txBody>
          <a:bodyPr wrap="square" lIns="0" tIns="0" rIns="0" bIns="0" anchor="t">
            <a:spAutoFit/>
          </a:bodyPr>
          <a:lstStyle/>
          <a:p>
            <a:pPr algn="l"/>
            <a:r>
              <a:rPr sz="2000" b="1">
                <a:solidFill>
                  <a:srgbClr val="8E44AD"/>
                </a:solidFill>
                <a:latin typeface="Yu Gothic"/>
              </a:rPr>
              <a:t>リスクの定義</a:t>
            </a:r>
          </a:p>
        </p:txBody>
      </p:sp>
      <p:sp>
        <p:nvSpPr>
          <p:cNvPr id="7" name="TextBox 6"/>
          <p:cNvSpPr txBox="1"/>
          <p:nvPr/>
        </p:nvSpPr>
        <p:spPr>
          <a:xfrm>
            <a:off x="640080" y="1737360"/>
            <a:ext cx="5134355" cy="246221"/>
          </a:xfrm>
          <a:prstGeom prst="rect">
            <a:avLst/>
          </a:prstGeom>
          <a:noFill/>
        </p:spPr>
        <p:txBody>
          <a:bodyPr wrap="square" lIns="0" tIns="0" rIns="0" bIns="0" anchor="t">
            <a:spAutoFit/>
          </a:bodyPr>
          <a:lstStyle/>
          <a:p>
            <a:pPr algn="l"/>
            <a:r>
              <a:rPr sz="1600" b="0">
                <a:solidFill>
                  <a:srgbClr val="2C3E50"/>
                </a:solidFill>
                <a:latin typeface="Yu Gothic"/>
              </a:rPr>
              <a:t>リスク = 有害性 × 曝露量。ゼロリスクは存在しない</a:t>
            </a:r>
          </a:p>
        </p:txBody>
      </p:sp>
      <p:sp>
        <p:nvSpPr>
          <p:cNvPr id="8" name="Rectangle 7"/>
          <p:cNvSpPr/>
          <p:nvPr/>
        </p:nvSpPr>
        <p:spPr>
          <a:xfrm>
            <a:off x="411480" y="2571750"/>
            <a:ext cx="5545836" cy="1145286"/>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 name="Rectangle 8"/>
          <p:cNvSpPr/>
          <p:nvPr/>
        </p:nvSpPr>
        <p:spPr>
          <a:xfrm>
            <a:off x="411480" y="2571750"/>
            <a:ext cx="91440" cy="1145286"/>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p:cNvSpPr txBox="1"/>
          <p:nvPr/>
        </p:nvSpPr>
        <p:spPr>
          <a:xfrm>
            <a:off x="640080" y="2681478"/>
            <a:ext cx="5180075" cy="307777"/>
          </a:xfrm>
          <a:prstGeom prst="rect">
            <a:avLst/>
          </a:prstGeom>
          <a:noFill/>
        </p:spPr>
        <p:txBody>
          <a:bodyPr wrap="square" lIns="0" tIns="0" rIns="0" bIns="0" anchor="t">
            <a:spAutoFit/>
          </a:bodyPr>
          <a:lstStyle/>
          <a:p>
            <a:pPr algn="l"/>
            <a:r>
              <a:rPr sz="2000" b="1">
                <a:solidFill>
                  <a:srgbClr val="8E44AD"/>
                </a:solidFill>
                <a:latin typeface="Yu Gothic"/>
              </a:rPr>
              <a:t>リスク分析</a:t>
            </a:r>
          </a:p>
        </p:txBody>
      </p:sp>
      <p:sp>
        <p:nvSpPr>
          <p:cNvPr id="11" name="TextBox 10"/>
          <p:cNvSpPr txBox="1"/>
          <p:nvPr/>
        </p:nvSpPr>
        <p:spPr>
          <a:xfrm>
            <a:off x="640080" y="3028950"/>
            <a:ext cx="5134355" cy="246221"/>
          </a:xfrm>
          <a:prstGeom prst="rect">
            <a:avLst/>
          </a:prstGeom>
          <a:noFill/>
        </p:spPr>
        <p:txBody>
          <a:bodyPr wrap="square" lIns="0" tIns="0" rIns="0" bIns="0" anchor="t">
            <a:spAutoFit/>
          </a:bodyPr>
          <a:lstStyle/>
          <a:p>
            <a:pPr algn="l"/>
            <a:r>
              <a:rPr sz="1600" b="0">
                <a:solidFill>
                  <a:srgbClr val="2C3E50"/>
                </a:solidFill>
                <a:latin typeface="Yu Gothic"/>
              </a:rPr>
              <a:t>リスク評価 ＋ リスク管理 ＋ リスクコミュニケーション</a:t>
            </a:r>
          </a:p>
        </p:txBody>
      </p:sp>
      <p:sp>
        <p:nvSpPr>
          <p:cNvPr id="12" name="Rectangle 11"/>
          <p:cNvSpPr/>
          <p:nvPr/>
        </p:nvSpPr>
        <p:spPr>
          <a:xfrm>
            <a:off x="411480" y="3863339"/>
            <a:ext cx="5545836" cy="1145286"/>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Rectangle 12"/>
          <p:cNvSpPr/>
          <p:nvPr/>
        </p:nvSpPr>
        <p:spPr>
          <a:xfrm>
            <a:off x="411480" y="3863339"/>
            <a:ext cx="91440" cy="1145286"/>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TextBox 13"/>
          <p:cNvSpPr txBox="1"/>
          <p:nvPr/>
        </p:nvSpPr>
        <p:spPr>
          <a:xfrm>
            <a:off x="640080" y="3973068"/>
            <a:ext cx="5180075" cy="307777"/>
          </a:xfrm>
          <a:prstGeom prst="rect">
            <a:avLst/>
          </a:prstGeom>
          <a:noFill/>
        </p:spPr>
        <p:txBody>
          <a:bodyPr wrap="square" lIns="0" tIns="0" rIns="0" bIns="0" anchor="t">
            <a:spAutoFit/>
          </a:bodyPr>
          <a:lstStyle/>
          <a:p>
            <a:pPr algn="l"/>
            <a:r>
              <a:rPr sz="2000" b="1">
                <a:solidFill>
                  <a:srgbClr val="8E44AD"/>
                </a:solidFill>
                <a:latin typeface="Yu Gothic"/>
              </a:rPr>
              <a:t>リスク評価4ステップ</a:t>
            </a:r>
          </a:p>
        </p:txBody>
      </p:sp>
      <p:sp>
        <p:nvSpPr>
          <p:cNvPr id="15" name="TextBox 14"/>
          <p:cNvSpPr txBox="1"/>
          <p:nvPr/>
        </p:nvSpPr>
        <p:spPr>
          <a:xfrm>
            <a:off x="640080" y="4320540"/>
            <a:ext cx="5134355" cy="492443"/>
          </a:xfrm>
          <a:prstGeom prst="rect">
            <a:avLst/>
          </a:prstGeom>
          <a:noFill/>
        </p:spPr>
        <p:txBody>
          <a:bodyPr wrap="square" lIns="0" tIns="0" rIns="0" bIns="0" anchor="t">
            <a:spAutoFit/>
          </a:bodyPr>
          <a:lstStyle/>
          <a:p>
            <a:pPr algn="l"/>
            <a:r>
              <a:rPr sz="1600" b="0">
                <a:solidFill>
                  <a:srgbClr val="2C3E50"/>
                </a:solidFill>
                <a:latin typeface="Yu Gothic"/>
              </a:rPr>
              <a:t>①有害性同定 ②用量-反応評価 ③曝露評価 ④リスク判定</a:t>
            </a:r>
          </a:p>
        </p:txBody>
      </p:sp>
      <p:sp>
        <p:nvSpPr>
          <p:cNvPr id="16" name="Rectangle 15"/>
          <p:cNvSpPr/>
          <p:nvPr/>
        </p:nvSpPr>
        <p:spPr>
          <a:xfrm>
            <a:off x="411480" y="5154930"/>
            <a:ext cx="5545836" cy="1145286"/>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Rectangle 16"/>
          <p:cNvSpPr/>
          <p:nvPr/>
        </p:nvSpPr>
        <p:spPr>
          <a:xfrm>
            <a:off x="411480" y="5154930"/>
            <a:ext cx="91440" cy="1145286"/>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8" name="TextBox 17"/>
          <p:cNvSpPr txBox="1"/>
          <p:nvPr/>
        </p:nvSpPr>
        <p:spPr>
          <a:xfrm>
            <a:off x="640080" y="5264658"/>
            <a:ext cx="5180075" cy="307777"/>
          </a:xfrm>
          <a:prstGeom prst="rect">
            <a:avLst/>
          </a:prstGeom>
          <a:noFill/>
        </p:spPr>
        <p:txBody>
          <a:bodyPr wrap="square" lIns="0" tIns="0" rIns="0" bIns="0" anchor="t">
            <a:spAutoFit/>
          </a:bodyPr>
          <a:lstStyle/>
          <a:p>
            <a:pPr algn="l"/>
            <a:r>
              <a:rPr sz="2000" b="1">
                <a:solidFill>
                  <a:srgbClr val="8E44AD"/>
                </a:solidFill>
                <a:latin typeface="Yu Gothic"/>
              </a:rPr>
              <a:t>NOAEL</a:t>
            </a:r>
          </a:p>
        </p:txBody>
      </p:sp>
      <p:sp>
        <p:nvSpPr>
          <p:cNvPr id="19" name="TextBox 18"/>
          <p:cNvSpPr txBox="1"/>
          <p:nvPr/>
        </p:nvSpPr>
        <p:spPr>
          <a:xfrm>
            <a:off x="640080" y="5612130"/>
            <a:ext cx="5134355" cy="246221"/>
          </a:xfrm>
          <a:prstGeom prst="rect">
            <a:avLst/>
          </a:prstGeom>
          <a:noFill/>
        </p:spPr>
        <p:txBody>
          <a:bodyPr wrap="square" lIns="0" tIns="0" rIns="0" bIns="0" anchor="t">
            <a:spAutoFit/>
          </a:bodyPr>
          <a:lstStyle/>
          <a:p>
            <a:pPr algn="l"/>
            <a:r>
              <a:rPr sz="1600" b="0">
                <a:solidFill>
                  <a:srgbClr val="2C3E50"/>
                </a:solidFill>
                <a:latin typeface="Yu Gothic"/>
              </a:rPr>
              <a:t>慢性毒性試験から求める（急性試験ではない）</a:t>
            </a:r>
          </a:p>
        </p:txBody>
      </p:sp>
      <p:sp>
        <p:nvSpPr>
          <p:cNvPr id="20" name="Rectangle 19"/>
          <p:cNvSpPr/>
          <p:nvPr/>
        </p:nvSpPr>
        <p:spPr>
          <a:xfrm>
            <a:off x="6231636" y="1280160"/>
            <a:ext cx="5545836" cy="1145286"/>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Rectangle 20"/>
          <p:cNvSpPr/>
          <p:nvPr/>
        </p:nvSpPr>
        <p:spPr>
          <a:xfrm>
            <a:off x="6231636" y="1280160"/>
            <a:ext cx="91440" cy="1145286"/>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2" name="TextBox 21"/>
          <p:cNvSpPr txBox="1"/>
          <p:nvPr/>
        </p:nvSpPr>
        <p:spPr>
          <a:xfrm>
            <a:off x="6460236" y="1389888"/>
            <a:ext cx="5180075" cy="307777"/>
          </a:xfrm>
          <a:prstGeom prst="rect">
            <a:avLst/>
          </a:prstGeom>
          <a:noFill/>
        </p:spPr>
        <p:txBody>
          <a:bodyPr wrap="square" lIns="0" tIns="0" rIns="0" bIns="0" anchor="t">
            <a:spAutoFit/>
          </a:bodyPr>
          <a:lstStyle/>
          <a:p>
            <a:pPr algn="l"/>
            <a:r>
              <a:rPr sz="2000" b="1">
                <a:solidFill>
                  <a:srgbClr val="8E44AD"/>
                </a:solidFill>
                <a:latin typeface="Yu Gothic"/>
              </a:rPr>
              <a:t>ADI と TDI</a:t>
            </a:r>
          </a:p>
        </p:txBody>
      </p:sp>
      <p:sp>
        <p:nvSpPr>
          <p:cNvPr id="23" name="TextBox 22"/>
          <p:cNvSpPr txBox="1"/>
          <p:nvPr/>
        </p:nvSpPr>
        <p:spPr>
          <a:xfrm>
            <a:off x="6460236" y="1737360"/>
            <a:ext cx="5134355" cy="246221"/>
          </a:xfrm>
          <a:prstGeom prst="rect">
            <a:avLst/>
          </a:prstGeom>
          <a:noFill/>
        </p:spPr>
        <p:txBody>
          <a:bodyPr wrap="square" lIns="0" tIns="0" rIns="0" bIns="0" anchor="t">
            <a:spAutoFit/>
          </a:bodyPr>
          <a:lstStyle/>
          <a:p>
            <a:pPr algn="l"/>
            <a:r>
              <a:rPr sz="1600" b="0">
                <a:solidFill>
                  <a:srgbClr val="2C3E50"/>
                </a:solidFill>
                <a:latin typeface="Yu Gothic"/>
              </a:rPr>
              <a:t>ADI（意図的）・TDI（非意図的）＝ NOAEL ÷ 100</a:t>
            </a:r>
          </a:p>
        </p:txBody>
      </p:sp>
      <p:sp>
        <p:nvSpPr>
          <p:cNvPr id="24" name="Rectangle 23"/>
          <p:cNvSpPr/>
          <p:nvPr/>
        </p:nvSpPr>
        <p:spPr>
          <a:xfrm>
            <a:off x="6231636" y="2571750"/>
            <a:ext cx="5545836" cy="1145286"/>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Rectangle 24"/>
          <p:cNvSpPr/>
          <p:nvPr/>
        </p:nvSpPr>
        <p:spPr>
          <a:xfrm>
            <a:off x="6231636" y="2571750"/>
            <a:ext cx="91440" cy="1145286"/>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TextBox 25"/>
          <p:cNvSpPr txBox="1"/>
          <p:nvPr/>
        </p:nvSpPr>
        <p:spPr>
          <a:xfrm>
            <a:off x="6460236" y="2681478"/>
            <a:ext cx="5180075" cy="307777"/>
          </a:xfrm>
          <a:prstGeom prst="rect">
            <a:avLst/>
          </a:prstGeom>
          <a:noFill/>
        </p:spPr>
        <p:txBody>
          <a:bodyPr wrap="square" lIns="0" tIns="0" rIns="0" bIns="0" anchor="t">
            <a:spAutoFit/>
          </a:bodyPr>
          <a:lstStyle/>
          <a:p>
            <a:pPr algn="l"/>
            <a:r>
              <a:rPr sz="2000" b="1">
                <a:solidFill>
                  <a:srgbClr val="8E44AD"/>
                </a:solidFill>
                <a:latin typeface="Yu Gothic"/>
              </a:rPr>
              <a:t>VSD</a:t>
            </a:r>
          </a:p>
        </p:txBody>
      </p:sp>
      <p:sp>
        <p:nvSpPr>
          <p:cNvPr id="27" name="TextBox 26"/>
          <p:cNvSpPr txBox="1"/>
          <p:nvPr/>
        </p:nvSpPr>
        <p:spPr>
          <a:xfrm>
            <a:off x="6460236" y="3028950"/>
            <a:ext cx="5134355" cy="246221"/>
          </a:xfrm>
          <a:prstGeom prst="rect">
            <a:avLst/>
          </a:prstGeom>
          <a:noFill/>
        </p:spPr>
        <p:txBody>
          <a:bodyPr wrap="square" lIns="0" tIns="0" rIns="0" bIns="0" anchor="t">
            <a:spAutoFit/>
          </a:bodyPr>
          <a:lstStyle/>
          <a:p>
            <a:pPr algn="l"/>
            <a:r>
              <a:rPr sz="1600" b="0">
                <a:solidFill>
                  <a:srgbClr val="2C3E50"/>
                </a:solidFill>
                <a:latin typeface="Yu Gothic"/>
              </a:rPr>
              <a:t>10⁻⁵〜10⁻⁶リスク。閾値なし発がん物質に使う</a:t>
            </a:r>
          </a:p>
        </p:txBody>
      </p:sp>
      <p:sp>
        <p:nvSpPr>
          <p:cNvPr id="28" name="Rectangle 27"/>
          <p:cNvSpPr/>
          <p:nvPr/>
        </p:nvSpPr>
        <p:spPr>
          <a:xfrm>
            <a:off x="6231636" y="3863339"/>
            <a:ext cx="5545836" cy="1145286"/>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Rectangle 28"/>
          <p:cNvSpPr/>
          <p:nvPr/>
        </p:nvSpPr>
        <p:spPr>
          <a:xfrm>
            <a:off x="6231636" y="3863339"/>
            <a:ext cx="91440" cy="1145286"/>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p:cNvSpPr txBox="1"/>
          <p:nvPr/>
        </p:nvSpPr>
        <p:spPr>
          <a:xfrm>
            <a:off x="6460236" y="3973068"/>
            <a:ext cx="5180075" cy="307777"/>
          </a:xfrm>
          <a:prstGeom prst="rect">
            <a:avLst/>
          </a:prstGeom>
          <a:noFill/>
        </p:spPr>
        <p:txBody>
          <a:bodyPr wrap="square" lIns="0" tIns="0" rIns="0" bIns="0" anchor="t">
            <a:spAutoFit/>
          </a:bodyPr>
          <a:lstStyle/>
          <a:p>
            <a:pPr algn="l"/>
            <a:r>
              <a:rPr sz="2000" b="1">
                <a:solidFill>
                  <a:srgbClr val="8E44AD"/>
                </a:solidFill>
                <a:latin typeface="Yu Gothic"/>
              </a:rPr>
              <a:t>ARfD</a:t>
            </a:r>
          </a:p>
        </p:txBody>
      </p:sp>
      <p:sp>
        <p:nvSpPr>
          <p:cNvPr id="31" name="TextBox 30"/>
          <p:cNvSpPr txBox="1"/>
          <p:nvPr/>
        </p:nvSpPr>
        <p:spPr>
          <a:xfrm>
            <a:off x="6460236" y="4320540"/>
            <a:ext cx="5134355" cy="246221"/>
          </a:xfrm>
          <a:prstGeom prst="rect">
            <a:avLst/>
          </a:prstGeom>
          <a:noFill/>
        </p:spPr>
        <p:txBody>
          <a:bodyPr wrap="square" lIns="0" tIns="0" rIns="0" bIns="0" anchor="t">
            <a:spAutoFit/>
          </a:bodyPr>
          <a:lstStyle/>
          <a:p>
            <a:pPr algn="l"/>
            <a:r>
              <a:rPr sz="1600" b="0">
                <a:solidFill>
                  <a:srgbClr val="2C3E50"/>
                </a:solidFill>
                <a:latin typeface="Yu Gothic"/>
              </a:rPr>
              <a:t>24時間以内の単回経口摂取に対する急性参照用量</a:t>
            </a:r>
          </a:p>
        </p:txBody>
      </p:sp>
      <p:sp>
        <p:nvSpPr>
          <p:cNvPr id="32" name="Rectangle 31"/>
          <p:cNvSpPr/>
          <p:nvPr/>
        </p:nvSpPr>
        <p:spPr>
          <a:xfrm>
            <a:off x="6231636" y="5154930"/>
            <a:ext cx="5545836" cy="1145286"/>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Rectangle 32"/>
          <p:cNvSpPr/>
          <p:nvPr/>
        </p:nvSpPr>
        <p:spPr>
          <a:xfrm>
            <a:off x="6231636" y="5154930"/>
            <a:ext cx="91440" cy="1145286"/>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TextBox 33"/>
          <p:cNvSpPr txBox="1"/>
          <p:nvPr/>
        </p:nvSpPr>
        <p:spPr>
          <a:xfrm>
            <a:off x="6460236" y="5264658"/>
            <a:ext cx="5180075" cy="307777"/>
          </a:xfrm>
          <a:prstGeom prst="rect">
            <a:avLst/>
          </a:prstGeom>
          <a:noFill/>
        </p:spPr>
        <p:txBody>
          <a:bodyPr wrap="square" lIns="0" tIns="0" rIns="0" bIns="0" anchor="t">
            <a:spAutoFit/>
          </a:bodyPr>
          <a:lstStyle/>
          <a:p>
            <a:pPr algn="l"/>
            <a:r>
              <a:rPr sz="2000" b="1">
                <a:solidFill>
                  <a:srgbClr val="8E44AD"/>
                </a:solidFill>
                <a:latin typeface="Yu Gothic"/>
              </a:rPr>
              <a:t>薬剤師の役割</a:t>
            </a:r>
          </a:p>
        </p:txBody>
      </p:sp>
      <p:sp>
        <p:nvSpPr>
          <p:cNvPr id="35" name="TextBox 34"/>
          <p:cNvSpPr txBox="1"/>
          <p:nvPr/>
        </p:nvSpPr>
        <p:spPr>
          <a:xfrm>
            <a:off x="6460236" y="5612130"/>
            <a:ext cx="5134355" cy="246221"/>
          </a:xfrm>
          <a:prstGeom prst="rect">
            <a:avLst/>
          </a:prstGeom>
          <a:noFill/>
        </p:spPr>
        <p:txBody>
          <a:bodyPr wrap="square" lIns="0" tIns="0" rIns="0" bIns="0" anchor="t">
            <a:spAutoFit/>
          </a:bodyPr>
          <a:lstStyle/>
          <a:p>
            <a:pPr algn="l"/>
            <a:r>
              <a:rPr sz="1600" b="0">
                <a:solidFill>
                  <a:srgbClr val="2C3E50"/>
                </a:solidFill>
                <a:latin typeface="Yu Gothic"/>
              </a:rPr>
              <a:t>薬局窓口でリスクコミュニケーションの実践者</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コアカリ到達目標 — 自分の理解度チェック</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graphicFrame>
        <p:nvGraphicFramePr>
          <p:cNvPr id="118" name="Table 0"/>
          <p:cNvGraphicFramePr>
            <a:graphicFrameLocks noGrp="1"/>
          </p:cNvGraphicFramePr>
          <p:nvPr>
            <p:extLst>
              <p:ext uri="{D42A27DB-BD31-4B8C-83A1-F6EECF244321}">
                <p14:modId xmlns:p14="http://schemas.microsoft.com/office/powerpoint/2010/main" val="1579011935"/>
              </p:ext>
            </p:extLst>
          </p:nvPr>
        </p:nvGraphicFramePr>
        <p:xfrm>
          <a:off x="411480" y="1097280"/>
          <a:ext cx="11365992" cy="3657600"/>
        </p:xfrm>
        <a:graphic>
          <a:graphicData uri="http://schemas.openxmlformats.org/drawingml/2006/table">
            <a:tbl>
              <a:tblPr/>
              <a:tblGrid>
                <a:gridCol w="41148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2679192">
                  <a:extLst>
                    <a:ext uri="{9D8B030D-6E8A-4147-A177-3AD203B41FA5}">
                      <a16:colId xmlns:a16="http://schemas.microsoft.com/office/drawing/2014/main" val="20002"/>
                    </a:ext>
                  </a:extLst>
                </a:gridCol>
              </a:tblGrid>
              <a:tr h="457200">
                <a:tc>
                  <a:txBody>
                    <a:bodyPr/>
                    <a:lstStyle/>
                    <a:p>
                      <a:pPr marL="0" indent="0" algn="ctr">
                        <a:buNone/>
                      </a:pPr>
                      <a:r>
                        <a:rPr lang="en-US" sz="1200" b="1" dirty="0">
                          <a:solidFill>
                            <a:srgbClr val="FFFFFF"/>
                          </a:solidFill>
                          <a:latin typeface="Meiryo" pitchFamily="34" charset="0"/>
                          <a:ea typeface="Meiryo" pitchFamily="34" charset="-122"/>
                          <a:cs typeface="Meiryo" pitchFamily="34" charset="-120"/>
                        </a:rPr>
                        <a:t>コアカリ項目</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200" b="1" dirty="0">
                          <a:solidFill>
                            <a:srgbClr val="FFFFFF"/>
                          </a:solidFill>
                          <a:latin typeface="Meiryo" pitchFamily="34" charset="0"/>
                          <a:ea typeface="Meiryo" pitchFamily="34" charset="-122"/>
                          <a:cs typeface="Meiryo" pitchFamily="34" charset="-120"/>
                        </a:rPr>
                        <a:t>本日の対応</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200" b="1" dirty="0">
                          <a:solidFill>
                            <a:srgbClr val="FFFFFF"/>
                          </a:solidFill>
                          <a:latin typeface="Meiryo" pitchFamily="34" charset="0"/>
                          <a:ea typeface="Meiryo" pitchFamily="34" charset="-122"/>
                          <a:cs typeface="Meiryo" pitchFamily="34" charset="-120"/>
                        </a:rPr>
                        <a:t>主スライド</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457200">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E-3-2(1) 環境汚染と生態系</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A. 地球環境と生態系</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S9-S40</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E-3-1(1) 化学物質の動態と毒性</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B-1, B-2 環境内動態と生物濃縮</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S41-S49</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457200">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E-3-1(3)(4) 化学物質の管理規制</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B-3 POPsと化審法</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S50-S58</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E-3-2(4) 国際的動向</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C. 地球環境問題と国際条約</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S60-S86</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r h="457200">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E-3-2(5) 健康被害の防止策</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C-1〜C-5 各対策と効果検証</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S69, S88</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E-3-2(6), E-3-1(7), E-1-1(7) RC</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D-3 リスクコミュニケーション</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S107-S111</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6"/>
                  </a:ext>
                </a:extLst>
              </a:tr>
              <a:tr h="457200">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E-1-1(2) 評価と基準値</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D-1, D-2 リスク評価とADI/VSD</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C3E50"/>
                          </a:solidFill>
                          <a:latin typeface="Meiryo" pitchFamily="34" charset="0"/>
                          <a:ea typeface="Meiryo" pitchFamily="34" charset="-122"/>
                          <a:cs typeface="Meiryo" pitchFamily="34" charset="-120"/>
                        </a:rPr>
                        <a:t>S91-S106</a:t>
                      </a:r>
                      <a:endParaRPr lang="en-US" sz="12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教科書の図表で復習しよう</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Text 2"/>
          <p:cNvSpPr/>
          <p:nvPr/>
        </p:nvSpPr>
        <p:spPr>
          <a:xfrm>
            <a:off x="411480" y="1097280"/>
            <a:ext cx="11365992" cy="365760"/>
          </a:xfrm>
          <a:prstGeom prst="rect">
            <a:avLst/>
          </a:prstGeom>
          <a:noFill/>
          <a:ln/>
        </p:spPr>
        <p:txBody>
          <a:bodyPr wrap="square" rtlCol="0" anchor="t"/>
          <a:lstStyle/>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本日の理解度を、教科書の図表番号を見ながら自己点検してみましょう。</a:t>
            </a:r>
            <a:endParaRPr lang="en-US" sz="1300" dirty="0"/>
          </a:p>
        </p:txBody>
      </p:sp>
      <p:graphicFrame>
        <p:nvGraphicFramePr>
          <p:cNvPr id="119" name="Table 0"/>
          <p:cNvGraphicFramePr>
            <a:graphicFrameLocks noGrp="1"/>
          </p:cNvGraphicFramePr>
          <p:nvPr>
            <p:extLst>
              <p:ext uri="{D42A27DB-BD31-4B8C-83A1-F6EECF244321}">
                <p14:modId xmlns:p14="http://schemas.microsoft.com/office/powerpoint/2010/main" val="3254423181"/>
              </p:ext>
            </p:extLst>
          </p:nvPr>
        </p:nvGraphicFramePr>
        <p:xfrm>
          <a:off x="411480" y="1554480"/>
          <a:ext cx="11365992" cy="3657600"/>
        </p:xfrm>
        <a:graphic>
          <a:graphicData uri="http://schemas.openxmlformats.org/drawingml/2006/table">
            <a:tbl>
              <a:tblPr/>
              <a:tblGrid>
                <a:gridCol w="22860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422392">
                  <a:extLst>
                    <a:ext uri="{9D8B030D-6E8A-4147-A177-3AD203B41FA5}">
                      <a16:colId xmlns:a16="http://schemas.microsoft.com/office/drawing/2014/main" val="20002"/>
                    </a:ext>
                  </a:extLst>
                </a:gridCol>
              </a:tblGrid>
              <a:tr h="365760">
                <a:tc>
                  <a:txBody>
                    <a:bodyPr/>
                    <a:lstStyle/>
                    <a:p>
                      <a:pPr marL="0" indent="0" algn="ctr">
                        <a:buNone/>
                      </a:pPr>
                      <a:r>
                        <a:rPr lang="en-US" sz="1400" b="1" dirty="0">
                          <a:solidFill>
                            <a:srgbClr val="FFFFFF"/>
                          </a:solidFill>
                          <a:latin typeface="Meiryo" pitchFamily="34" charset="0"/>
                          <a:ea typeface="Meiryo" pitchFamily="34" charset="-122"/>
                          <a:cs typeface="Meiryo" pitchFamily="34" charset="-120"/>
                        </a:rPr>
                        <a:t>図・表</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400" b="1" dirty="0">
                          <a:solidFill>
                            <a:srgbClr val="FFFFFF"/>
                          </a:solidFill>
                          <a:latin typeface="Meiryo" pitchFamily="34" charset="0"/>
                          <a:ea typeface="Meiryo" pitchFamily="34" charset="-122"/>
                          <a:cs typeface="Meiryo" pitchFamily="34" charset="-120"/>
                        </a:rPr>
                        <a:t>内容</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tc>
                  <a:txBody>
                    <a:bodyPr/>
                    <a:lstStyle/>
                    <a:p>
                      <a:pPr marL="0" indent="0" algn="ctr">
                        <a:buNone/>
                      </a:pPr>
                      <a:r>
                        <a:rPr lang="en-US" sz="1400" b="1" dirty="0">
                          <a:solidFill>
                            <a:srgbClr val="FFFFFF"/>
                          </a:solidFill>
                          <a:latin typeface="Meiryo" pitchFamily="34" charset="0"/>
                          <a:ea typeface="Meiryo" pitchFamily="34" charset="-122"/>
                          <a:cs typeface="Meiryo" pitchFamily="34" charset="-120"/>
                        </a:rPr>
                        <a:t>確認したいキーワード</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365760">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図Ⅵ-1-3 / 表Ⅵ-1-3</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気圏の鉛直構造 / 大気組成</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成層圏・オゾン層／N₂・O₂・CO₂</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図Ⅵ-1-7</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生態ピラミッド</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3類型／生産速度は逆転しない</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365760">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図Ⅵ-1-9</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窒素循環</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固定・硝化・同化・脱窒</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図Ⅵ-1-10</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水銀のメチル化</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メタン菌・メチルコバラミン</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r h="365760">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図Ⅵ-1-11 / 12</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log Pow vs BCF / 生物濃縮</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脂溶性と濃縮</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表Ⅵ-1-4</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POPs一覧</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4特性・附属書A/B/C</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6"/>
                  </a:ext>
                </a:extLst>
              </a:tr>
              <a:tr h="365760">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図Ⅵ-1-14 / 表Ⅵ-1-5</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オゾン破壊機構 / ODP</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Clの触媒作用／HFCのODP</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表Ⅵ-1-6 / 図Ⅵ-1-19</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GWP / CO₂濃度推移</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CO₂のGWPは1／キーリング曲線</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8F9FA"/>
                    </a:solidFill>
                  </a:tcPr>
                </a:tc>
                <a:extLst>
                  <a:ext uri="{0D108BD9-81ED-4DB2-BD59-A6C34878D82A}">
                    <a16:rowId xmlns:a16="http://schemas.microsoft.com/office/drawing/2014/main" val="10008"/>
                  </a:ext>
                </a:extLst>
              </a:tr>
              <a:tr h="365760">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表Ⅵ-1-8</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国際条約一覧</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C3E50"/>
                          </a:solidFill>
                          <a:latin typeface="Meiryo" pitchFamily="34" charset="0"/>
                          <a:ea typeface="Meiryo" pitchFamily="34" charset="-122"/>
                          <a:cs typeface="Meiryo" pitchFamily="34" charset="-120"/>
                        </a:rPr>
                        <a:t>条約名・年・対象</a:t>
                      </a:r>
                      <a:endParaRPr lang="en-US" sz="1400" dirty="0">
                        <a:latin typeface="Meiryo" charset="0"/>
                        <a:ea typeface="Meiryo" charset="0"/>
                        <a:cs typeface="Meiryo" charset="0"/>
                      </a:endParaRPr>
                    </a:p>
                  </a:txBody>
                  <a:tcPr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320040"/>
            <a:ext cx="8165592" cy="594360"/>
          </a:xfrm>
          <a:prstGeom prst="rect">
            <a:avLst/>
          </a:prstGeom>
          <a:noFill/>
          <a:ln/>
        </p:spPr>
        <p:txBody>
          <a:bodyPr wrap="square" rtlCol="0" anchor="ctr"/>
          <a:lstStyle/>
          <a:p>
            <a:pPr marL="0" indent="0">
              <a:buNone/>
            </a:pPr>
            <a:r>
              <a:rPr lang="en-US" sz="2600" b="1" dirty="0">
                <a:solidFill>
                  <a:srgbClr val="1A5276"/>
                </a:solidFill>
                <a:latin typeface="Meiryo" pitchFamily="34" charset="0"/>
                <a:ea typeface="Meiryo" pitchFamily="34" charset="-122"/>
                <a:cs typeface="Meiryo" pitchFamily="34" charset="-120"/>
              </a:rPr>
              <a:t>次回予告 — 第10回「廃棄物と土壌汚染」</a:t>
            </a:r>
            <a:endParaRPr lang="en-US" sz="2600" dirty="0"/>
          </a:p>
        </p:txBody>
      </p:sp>
      <p:sp>
        <p:nvSpPr>
          <p:cNvPr id="3" name="Shape 1"/>
          <p:cNvSpPr/>
          <p:nvPr/>
        </p:nvSpPr>
        <p:spPr>
          <a:xfrm>
            <a:off x="411480" y="950976"/>
            <a:ext cx="11365992" cy="22860"/>
          </a:xfrm>
          <a:prstGeom prst="rect">
            <a:avLst/>
          </a:prstGeom>
          <a:solidFill>
            <a:srgbClr val="2980B9"/>
          </a:solidFill>
          <a:ln/>
        </p:spPr>
        <p:txBody>
          <a:bodyPr/>
          <a:lstStyle/>
          <a:p>
            <a:endParaRPr lang="ja-JP" altLang="en-US"/>
          </a:p>
        </p:txBody>
      </p:sp>
      <p:sp>
        <p:nvSpPr>
          <p:cNvPr id="4" name="Text 2"/>
          <p:cNvSpPr/>
          <p:nvPr/>
        </p:nvSpPr>
        <p:spPr>
          <a:xfrm>
            <a:off x="411480" y="1097280"/>
            <a:ext cx="11365992" cy="457200"/>
          </a:xfrm>
          <a:prstGeom prst="rect">
            <a:avLst/>
          </a:prstGeom>
          <a:noFill/>
          <a:ln/>
        </p:spPr>
        <p:txBody>
          <a:bodyPr wrap="square" rtlCol="0" anchor="t"/>
          <a:lstStyle/>
          <a:p>
            <a:pPr marL="0" indent="0" algn="l">
              <a:lnSpc>
                <a:spcPct val="130000"/>
              </a:lnSpc>
              <a:spcAft>
                <a:spcPts val="400"/>
              </a:spcAft>
              <a:buNone/>
            </a:pPr>
            <a:r>
              <a:rPr lang="en-US" sz="1400" dirty="0">
                <a:solidFill>
                  <a:srgbClr val="2C3E50"/>
                </a:solidFill>
                <a:latin typeface="Meiryo" pitchFamily="34" charset="0"/>
                <a:ea typeface="Meiryo" pitchFamily="34" charset="-122"/>
                <a:cs typeface="Meiryo" pitchFamily="34" charset="-120"/>
              </a:rPr>
              <a:t>本日学んだ「化学物質の環境内動態」を、より具体的な場面で深めていきます。</a:t>
            </a:r>
            <a:endParaRPr lang="en-US" sz="1400" dirty="0"/>
          </a:p>
        </p:txBody>
      </p:sp>
      <p:sp>
        <p:nvSpPr>
          <p:cNvPr id="5" name="Shape 3"/>
          <p:cNvSpPr/>
          <p:nvPr/>
        </p:nvSpPr>
        <p:spPr>
          <a:xfrm>
            <a:off x="411480" y="1737360"/>
            <a:ext cx="5545836" cy="3657600"/>
          </a:xfrm>
          <a:prstGeom prst="rect">
            <a:avLst/>
          </a:prstGeom>
          <a:solidFill>
            <a:srgbClr val="EAF2F8"/>
          </a:solidFill>
          <a:ln/>
        </p:spPr>
        <p:txBody>
          <a:bodyPr/>
          <a:lstStyle/>
          <a:p>
            <a:endParaRPr lang="ja-JP" altLang="en-US"/>
          </a:p>
        </p:txBody>
      </p:sp>
      <p:sp>
        <p:nvSpPr>
          <p:cNvPr id="6" name="Shape 4"/>
          <p:cNvSpPr/>
          <p:nvPr/>
        </p:nvSpPr>
        <p:spPr>
          <a:xfrm>
            <a:off x="411480" y="1737360"/>
            <a:ext cx="64008" cy="3657600"/>
          </a:xfrm>
          <a:prstGeom prst="rect">
            <a:avLst/>
          </a:prstGeom>
          <a:solidFill>
            <a:srgbClr val="2980B9"/>
          </a:solidFill>
          <a:ln/>
        </p:spPr>
        <p:txBody>
          <a:bodyPr/>
          <a:lstStyle/>
          <a:p>
            <a:endParaRPr lang="ja-JP" altLang="en-US"/>
          </a:p>
        </p:txBody>
      </p:sp>
      <p:sp>
        <p:nvSpPr>
          <p:cNvPr id="7" name="Text 5"/>
          <p:cNvSpPr/>
          <p:nvPr/>
        </p:nvSpPr>
        <p:spPr>
          <a:xfrm>
            <a:off x="576072" y="1792224"/>
            <a:ext cx="5271516" cy="292608"/>
          </a:xfrm>
          <a:prstGeom prst="rect">
            <a:avLst/>
          </a:prstGeom>
          <a:noFill/>
          <a:ln/>
        </p:spPr>
        <p:txBody>
          <a:bodyPr wrap="square" rtlCol="0" anchor="ctr"/>
          <a:lstStyle/>
          <a:p>
            <a:pPr marL="0" indent="0">
              <a:buNone/>
            </a:pPr>
            <a:r>
              <a:rPr lang="en-US" sz="1100" b="1" dirty="0">
                <a:solidFill>
                  <a:srgbClr val="2980B9"/>
                </a:solidFill>
                <a:latin typeface="Meiryo" pitchFamily="34" charset="0"/>
                <a:ea typeface="Meiryo" pitchFamily="34" charset="-122"/>
                <a:cs typeface="Meiryo" pitchFamily="34" charset="-120"/>
              </a:rPr>
              <a:t>扱う主要トピック</a:t>
            </a:r>
            <a:endParaRPr lang="en-US" sz="1100" dirty="0"/>
          </a:p>
        </p:txBody>
      </p:sp>
      <p:sp>
        <p:nvSpPr>
          <p:cNvPr id="8" name="Text 6"/>
          <p:cNvSpPr/>
          <p:nvPr/>
        </p:nvSpPr>
        <p:spPr>
          <a:xfrm>
            <a:off x="576072" y="2075688"/>
            <a:ext cx="5271516" cy="3273552"/>
          </a:xfrm>
          <a:prstGeom prst="rect">
            <a:avLst/>
          </a:prstGeom>
          <a:noFill/>
          <a:ln/>
        </p:spPr>
        <p:txBody>
          <a:bodyPr wrap="square" rtlCol="0" anchor="t"/>
          <a:lstStyle/>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・廃棄物の分類と処理（一般廃棄物 / 産業廃棄物）</a:t>
            </a:r>
            <a:endParaRPr lang="en-US" sz="1300" dirty="0"/>
          </a:p>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a:t>
            </a:r>
            <a:r>
              <a:rPr lang="en-US" sz="1300" b="1" dirty="0">
                <a:solidFill>
                  <a:srgbClr val="1A5276"/>
                </a:solidFill>
                <a:latin typeface="Meiryo" pitchFamily="34" charset="0"/>
                <a:ea typeface="Meiryo" pitchFamily="34" charset="-122"/>
                <a:cs typeface="Meiryo" pitchFamily="34" charset="-120"/>
              </a:rPr>
              <a:t>廃棄物処理法</a:t>
            </a:r>
            <a:r>
              <a:rPr lang="en-US" sz="1300" dirty="0">
                <a:solidFill>
                  <a:srgbClr val="2C3E50"/>
                </a:solidFill>
                <a:latin typeface="Meiryo" pitchFamily="34" charset="0"/>
                <a:ea typeface="Meiryo" pitchFamily="34" charset="-122"/>
                <a:cs typeface="Meiryo" pitchFamily="34" charset="-120"/>
              </a:rPr>
              <a:t>とマニフェスト制度</a:t>
            </a:r>
            <a:endParaRPr lang="en-US" sz="1300" dirty="0"/>
          </a:p>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a:t>
            </a:r>
            <a:r>
              <a:rPr lang="en-US" sz="1300" b="1" dirty="0">
                <a:solidFill>
                  <a:srgbClr val="1A5276"/>
                </a:solidFill>
                <a:latin typeface="Meiryo" pitchFamily="34" charset="0"/>
                <a:ea typeface="Meiryo" pitchFamily="34" charset="-122"/>
                <a:cs typeface="Meiryo" pitchFamily="34" charset="-120"/>
              </a:rPr>
              <a:t>ダイオキシン</a:t>
            </a:r>
            <a:r>
              <a:rPr lang="en-US" sz="1300" dirty="0">
                <a:solidFill>
                  <a:srgbClr val="2C3E50"/>
                </a:solidFill>
                <a:latin typeface="Meiryo" pitchFamily="34" charset="0"/>
                <a:ea typeface="Meiryo" pitchFamily="34" charset="-122"/>
                <a:cs typeface="Meiryo" pitchFamily="34" charset="-120"/>
              </a:rPr>
              <a:t>と焼却炉対策</a:t>
            </a:r>
            <a:endParaRPr lang="en-US" sz="1300" dirty="0"/>
          </a:p>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・土壌汚染対策法</a:t>
            </a:r>
            <a:endParaRPr lang="en-US" sz="1300" dirty="0"/>
          </a:p>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a:t>
            </a:r>
            <a:r>
              <a:rPr lang="en-US" sz="1300" b="1" dirty="0">
                <a:solidFill>
                  <a:srgbClr val="1A5276"/>
                </a:solidFill>
                <a:latin typeface="Meiryo" pitchFamily="34" charset="0"/>
                <a:ea typeface="Meiryo" pitchFamily="34" charset="-122"/>
                <a:cs typeface="Meiryo" pitchFamily="34" charset="-120"/>
              </a:rPr>
              <a:t>バーゼル条約</a:t>
            </a:r>
            <a:r>
              <a:rPr lang="en-US" sz="1300" dirty="0">
                <a:solidFill>
                  <a:srgbClr val="2C3E50"/>
                </a:solidFill>
                <a:latin typeface="Meiryo" pitchFamily="34" charset="0"/>
                <a:ea typeface="Meiryo" pitchFamily="34" charset="-122"/>
                <a:cs typeface="Meiryo" pitchFamily="34" charset="-120"/>
              </a:rPr>
              <a:t>と越境移動</a:t>
            </a:r>
            <a:endParaRPr lang="en-US" sz="1300" dirty="0"/>
          </a:p>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・薬剤師に関わる医療廃棄物</a:t>
            </a:r>
            <a:endParaRPr lang="en-US" sz="1300" dirty="0"/>
          </a:p>
        </p:txBody>
      </p:sp>
      <p:sp>
        <p:nvSpPr>
          <p:cNvPr id="9" name="Shape 7"/>
          <p:cNvSpPr/>
          <p:nvPr/>
        </p:nvSpPr>
        <p:spPr>
          <a:xfrm>
            <a:off x="6231636" y="1737360"/>
            <a:ext cx="5545836" cy="3657600"/>
          </a:xfrm>
          <a:prstGeom prst="rect">
            <a:avLst/>
          </a:prstGeom>
          <a:solidFill>
            <a:srgbClr val="F8F9FA"/>
          </a:solidFill>
          <a:ln/>
        </p:spPr>
        <p:txBody>
          <a:bodyPr/>
          <a:lstStyle/>
          <a:p>
            <a:endParaRPr lang="ja-JP" altLang="en-US"/>
          </a:p>
        </p:txBody>
      </p:sp>
      <p:sp>
        <p:nvSpPr>
          <p:cNvPr id="10" name="Shape 8"/>
          <p:cNvSpPr/>
          <p:nvPr/>
        </p:nvSpPr>
        <p:spPr>
          <a:xfrm>
            <a:off x="6231636" y="1737360"/>
            <a:ext cx="64008" cy="3657600"/>
          </a:xfrm>
          <a:prstGeom prst="rect">
            <a:avLst/>
          </a:prstGeom>
          <a:solidFill>
            <a:srgbClr val="BDC3C7"/>
          </a:solidFill>
          <a:ln/>
        </p:spPr>
        <p:txBody>
          <a:bodyPr/>
          <a:lstStyle/>
          <a:p>
            <a:endParaRPr lang="ja-JP" altLang="en-US"/>
          </a:p>
        </p:txBody>
      </p:sp>
      <p:sp>
        <p:nvSpPr>
          <p:cNvPr id="11" name="Text 9"/>
          <p:cNvSpPr/>
          <p:nvPr/>
        </p:nvSpPr>
        <p:spPr>
          <a:xfrm>
            <a:off x="6396228" y="1792224"/>
            <a:ext cx="5271516" cy="292608"/>
          </a:xfrm>
          <a:prstGeom prst="rect">
            <a:avLst/>
          </a:prstGeom>
          <a:noFill/>
          <a:ln/>
        </p:spPr>
        <p:txBody>
          <a:bodyPr wrap="square" rtlCol="0" anchor="ctr"/>
          <a:lstStyle/>
          <a:p>
            <a:pPr marL="0" indent="0">
              <a:buNone/>
            </a:pPr>
            <a:r>
              <a:rPr lang="en-US" sz="1100" b="1" dirty="0">
                <a:solidFill>
                  <a:srgbClr val="BDC3C7"/>
                </a:solidFill>
                <a:latin typeface="Meiryo" pitchFamily="34" charset="0"/>
                <a:ea typeface="Meiryo" pitchFamily="34" charset="-122"/>
                <a:cs typeface="Meiryo" pitchFamily="34" charset="-120"/>
              </a:rPr>
              <a:t>予習のポイント</a:t>
            </a:r>
            <a:endParaRPr lang="en-US" sz="1100" dirty="0"/>
          </a:p>
        </p:txBody>
      </p:sp>
      <p:sp>
        <p:nvSpPr>
          <p:cNvPr id="12" name="Text 10"/>
          <p:cNvSpPr/>
          <p:nvPr/>
        </p:nvSpPr>
        <p:spPr>
          <a:xfrm>
            <a:off x="6396228" y="2075688"/>
            <a:ext cx="5271516" cy="3273552"/>
          </a:xfrm>
          <a:prstGeom prst="rect">
            <a:avLst/>
          </a:prstGeom>
          <a:noFill/>
          <a:ln/>
        </p:spPr>
        <p:txBody>
          <a:bodyPr wrap="square" rtlCol="0" anchor="t"/>
          <a:lstStyle/>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本日学んだ:</a:t>
            </a:r>
            <a:endParaRPr lang="en-US" sz="1300" dirty="0"/>
          </a:p>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・POPs ／ 化審法（B-3）</a:t>
            </a:r>
            <a:endParaRPr lang="en-US" sz="1300" dirty="0"/>
          </a:p>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・ダイオキシン特措法（B-3 / C-5）</a:t>
            </a:r>
            <a:endParaRPr lang="en-US" sz="1300" dirty="0"/>
          </a:p>
          <a:p>
            <a:pPr marL="0" indent="0" algn="l">
              <a:lnSpc>
                <a:spcPct val="130000"/>
              </a:lnSpc>
              <a:spcAft>
                <a:spcPts val="400"/>
              </a:spcAft>
              <a:buNone/>
            </a:pPr>
            <a:r>
              <a:rPr lang="en-US" sz="1300" dirty="0">
                <a:solidFill>
                  <a:srgbClr val="2C3E50"/>
                </a:solidFill>
                <a:latin typeface="Meiryo" pitchFamily="34" charset="0"/>
                <a:ea typeface="Meiryo" pitchFamily="34" charset="-122"/>
                <a:cs typeface="Meiryo" pitchFamily="34" charset="-120"/>
              </a:rPr>
              <a:t>が直接の接続点となります。</a:t>
            </a:r>
            <a:endParaRPr lang="en-US" sz="13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8453E-4DC0-8CBF-9189-43148FF2ADB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826E504-FC69-4B55-104F-EFFCE085E43E}"/>
              </a:ext>
            </a:extLst>
          </p:cNvPr>
          <p:cNvSpPr/>
          <p:nvPr/>
        </p:nvSpPr>
        <p:spPr>
          <a:xfrm>
            <a:off x="411480" y="320040"/>
            <a:ext cx="8165592" cy="594360"/>
          </a:xfrm>
          <a:prstGeom prst="rect">
            <a:avLst/>
          </a:prstGeom>
          <a:noFill/>
          <a:ln/>
        </p:spPr>
        <p:txBody>
          <a:bodyPr wrap="square" rtlCol="0" anchor="ctr"/>
          <a:lstStyle/>
          <a:p>
            <a:pPr marL="0" indent="0">
              <a:buNone/>
            </a:pPr>
            <a:r>
              <a:rPr lang="ja-JP" altLang="en-US" sz="2600" b="1" dirty="0">
                <a:solidFill>
                  <a:srgbClr val="1A5276"/>
                </a:solidFill>
                <a:latin typeface="Meiryo" pitchFamily="34" charset="0"/>
                <a:ea typeface="Meiryo" pitchFamily="34" charset="-122"/>
                <a:cs typeface="Meiryo" pitchFamily="34" charset="-120"/>
              </a:rPr>
              <a:t>おしまい</a:t>
            </a:r>
            <a:endParaRPr lang="en-US" sz="2600" dirty="0"/>
          </a:p>
        </p:txBody>
      </p:sp>
      <p:sp>
        <p:nvSpPr>
          <p:cNvPr id="3" name="Shape 1">
            <a:extLst>
              <a:ext uri="{FF2B5EF4-FFF2-40B4-BE49-F238E27FC236}">
                <a16:creationId xmlns:a16="http://schemas.microsoft.com/office/drawing/2014/main" id="{C7AB116A-A117-0E2A-A424-8CB748055AF2}"/>
              </a:ext>
            </a:extLst>
          </p:cNvPr>
          <p:cNvSpPr/>
          <p:nvPr/>
        </p:nvSpPr>
        <p:spPr>
          <a:xfrm>
            <a:off x="411480" y="950976"/>
            <a:ext cx="11365992" cy="22860"/>
          </a:xfrm>
          <a:prstGeom prst="rect">
            <a:avLst/>
          </a:prstGeom>
          <a:solidFill>
            <a:srgbClr val="2980B9"/>
          </a:solidFill>
          <a:ln/>
        </p:spPr>
        <p:txBody>
          <a:bodyPr/>
          <a:lstStyle/>
          <a:p>
            <a:endParaRPr lang="ja-JP" altLang="en-US"/>
          </a:p>
        </p:txBody>
      </p:sp>
    </p:spTree>
    <p:extLst>
      <p:ext uri="{BB962C8B-B14F-4D97-AF65-F5344CB8AC3E}">
        <p14:creationId xmlns:p14="http://schemas.microsoft.com/office/powerpoint/2010/main" val="4206384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D4644CE-AE7C-480A-AFF6-56CAC854B34A}">
  <we:reference id="WA200010001" version="1.0.0.1" store="Omex" storeType="OMEX"/>
  <we:alternateReferences>
    <we:reference id="WA200010001" version="1.0.0.1" store="WA200010001" storeType="OMEX"/>
  </we:alternateReferences>
  <we:properties>
    <we:property name="claude.fileId" value="&quot;ff8d686b-6a3e-4e3a-81a6-71c176fb90b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555</TotalTime>
  <Words>8580</Words>
  <Application>Microsoft Office PowerPoint</Application>
  <PresentationFormat>ワイド画面</PresentationFormat>
  <Paragraphs>2107</Paragraphs>
  <Slides>130</Slides>
  <Notes>110</Notes>
  <HiddenSlides>0</HiddenSlides>
  <MMClips>0</MMClips>
  <ScaleCrop>false</ScaleCrop>
  <HeadingPairs>
    <vt:vector size="6" baseType="variant">
      <vt:variant>
        <vt:lpstr>使用されているフォント</vt:lpstr>
      </vt:variant>
      <vt:variant>
        <vt:i4>12</vt:i4>
      </vt:variant>
      <vt:variant>
        <vt:lpstr>テーマ</vt:lpstr>
      </vt:variant>
      <vt:variant>
        <vt:i4>1</vt:i4>
      </vt:variant>
      <vt:variant>
        <vt:lpstr>スライド タイトル</vt:lpstr>
      </vt:variant>
      <vt:variant>
        <vt:i4>130</vt:i4>
      </vt:variant>
    </vt:vector>
  </HeadingPairs>
  <TitlesOfParts>
    <vt:vector size="143" baseType="lpstr">
      <vt:lpstr>MeiryoUI-Bold</vt:lpstr>
      <vt:lpstr>ＭＳ Ｐゴシック</vt:lpstr>
      <vt:lpstr>Public Sans Web</vt:lpstr>
      <vt:lpstr>Yu Gothic UI</vt:lpstr>
      <vt:lpstr>Meiryo</vt:lpstr>
      <vt:lpstr>Yu Gothic</vt:lpstr>
      <vt:lpstr>Arial</vt:lpstr>
      <vt:lpstr>Calibri</vt:lpstr>
      <vt:lpstr>Consolas</vt:lpstr>
      <vt:lpstr>Georgia</vt:lpstr>
      <vt:lpstr>Noto Sans</vt:lpstr>
      <vt:lpstr>Segoe UI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順天堂大学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衛生薬学 第1回「地球環境と生態系」v4</dc:title>
  <dc:subject>PptxGenJS Presentation</dc:subject>
  <dc:creator>順天堂大学 薬学部</dc:creator>
  <cp:lastModifiedBy>松川 岳久</cp:lastModifiedBy>
  <cp:revision>1</cp:revision>
  <dcterms:created xsi:type="dcterms:W3CDTF">2026-05-11T05:19:48Z</dcterms:created>
  <dcterms:modified xsi:type="dcterms:W3CDTF">2026-06-01T06:25:49Z</dcterms:modified>
</cp:coreProperties>
</file>